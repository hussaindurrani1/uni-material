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FB77-0A45-48AC-947C-3447F8DBA66B}" type="datetimeFigureOut">
              <a:rPr lang="en-PK" smtClean="0"/>
              <a:t>15/12/2025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F76A95C-40D4-42D6-A7D7-955A742B9229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48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FB77-0A45-48AC-947C-3447F8DBA66B}" type="datetimeFigureOut">
              <a:rPr lang="en-PK" smtClean="0"/>
              <a:t>15/12/2025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A95C-40D4-42D6-A7D7-955A742B9229}" type="slidenum">
              <a:rPr lang="en-PK" smtClean="0"/>
              <a:t>‹#›</a:t>
            </a:fld>
            <a:endParaRPr lang="en-PK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334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FB77-0A45-48AC-947C-3447F8DBA66B}" type="datetimeFigureOut">
              <a:rPr lang="en-PK" smtClean="0"/>
              <a:t>15/12/2025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A95C-40D4-42D6-A7D7-955A742B9229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312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FB77-0A45-48AC-947C-3447F8DBA66B}" type="datetimeFigureOut">
              <a:rPr lang="en-PK" smtClean="0"/>
              <a:t>15/12/2025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A95C-40D4-42D6-A7D7-955A742B9229}" type="slidenum">
              <a:rPr lang="en-PK" smtClean="0"/>
              <a:t>‹#›</a:t>
            </a:fld>
            <a:endParaRPr lang="en-PK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280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FB77-0A45-48AC-947C-3447F8DBA66B}" type="datetimeFigureOut">
              <a:rPr lang="en-PK" smtClean="0"/>
              <a:t>15/12/2025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A95C-40D4-42D6-A7D7-955A742B9229}" type="slidenum">
              <a:rPr lang="en-PK" smtClean="0"/>
              <a:t>‹#›</a:t>
            </a:fld>
            <a:endParaRPr lang="en-PK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048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FB77-0A45-48AC-947C-3447F8DBA66B}" type="datetimeFigureOut">
              <a:rPr lang="en-PK" smtClean="0"/>
              <a:t>15/12/2025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A95C-40D4-42D6-A7D7-955A742B9229}" type="slidenum">
              <a:rPr lang="en-PK" smtClean="0"/>
              <a:t>‹#›</a:t>
            </a:fld>
            <a:endParaRPr lang="en-PK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987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FB77-0A45-48AC-947C-3447F8DBA66B}" type="datetimeFigureOut">
              <a:rPr lang="en-PK" smtClean="0"/>
              <a:t>15/12/2025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A95C-40D4-42D6-A7D7-955A742B922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04219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FB77-0A45-48AC-947C-3447F8DBA66B}" type="datetimeFigureOut">
              <a:rPr lang="en-PK" smtClean="0"/>
              <a:t>15/12/2025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A95C-40D4-42D6-A7D7-955A742B9229}" type="slidenum">
              <a:rPr lang="en-PK" smtClean="0"/>
              <a:t>‹#›</a:t>
            </a:fld>
            <a:endParaRPr lang="en-PK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147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1A5FB77-0A45-48AC-947C-3447F8DBA66B}" type="datetimeFigureOut">
              <a:rPr lang="en-PK" smtClean="0"/>
              <a:t>15/12/2025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A95C-40D4-42D6-A7D7-955A742B9229}" type="slidenum">
              <a:rPr lang="en-PK" smtClean="0"/>
              <a:t>‹#›</a:t>
            </a:fld>
            <a:endParaRPr lang="en-PK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608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FB77-0A45-48AC-947C-3447F8DBA66B}" type="datetimeFigureOut">
              <a:rPr lang="en-PK" smtClean="0"/>
              <a:t>15/12/2025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A95C-40D4-42D6-A7D7-955A742B9229}" type="slidenum">
              <a:rPr lang="en-PK" smtClean="0"/>
              <a:t>‹#›</a:t>
            </a:fld>
            <a:endParaRPr lang="en-PK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595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5FB77-0A45-48AC-947C-3447F8DBA66B}" type="datetimeFigureOut">
              <a:rPr lang="en-PK" smtClean="0"/>
              <a:t>15/12/2025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6A95C-40D4-42D6-A7D7-955A742B9229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677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5FB77-0A45-48AC-947C-3447F8DBA66B}" type="datetimeFigureOut">
              <a:rPr lang="en-PK" smtClean="0"/>
              <a:t>15/12/2025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F76A95C-40D4-42D6-A7D7-955A742B9229}" type="slidenum">
              <a:rPr lang="en-PK" smtClean="0"/>
              <a:t>‹#›</a:t>
            </a:fld>
            <a:endParaRPr lang="en-PK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70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BB263-A2C7-4EFA-93D4-C2BCAE72E4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Entrepreneurial Team</a:t>
            </a:r>
            <a:endParaRPr lang="en-PK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156C3-42D7-4EB6-B0FF-9B233629C0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Challenges</a:t>
            </a:r>
            <a:endParaRPr lang="en-PK" sz="4000" dirty="0"/>
          </a:p>
        </p:txBody>
      </p:sp>
    </p:spTree>
    <p:extLst>
      <p:ext uri="{BB962C8B-B14F-4D97-AF65-F5344CB8AC3E}">
        <p14:creationId xmlns:p14="http://schemas.microsoft.com/office/powerpoint/2010/main" val="1606916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91669-36C8-41D3-B9FB-990C984F5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What is an Entrepreneurial Team</a:t>
            </a:r>
            <a:br>
              <a:rPr lang="en-US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2FE9F-B2B4-4C8D-B80C-7FD32174B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237150"/>
          </a:xfrm>
        </p:spPr>
        <p:txBody>
          <a:bodyPr>
            <a:normAutofit/>
          </a:bodyPr>
          <a:lstStyle/>
          <a:p>
            <a:r>
              <a:rPr lang="en-US" sz="2400" dirty="0"/>
              <a:t>A group of people working together to start and grow a business</a:t>
            </a:r>
          </a:p>
          <a:p>
            <a:r>
              <a:rPr lang="en-US" sz="2400" dirty="0"/>
              <a:t>Members usually have different skills (marketing, finance, tech, operations)</a:t>
            </a:r>
          </a:p>
          <a:p>
            <a:r>
              <a:rPr lang="en-US" sz="2400" dirty="0"/>
              <a:t>Example:</a:t>
            </a:r>
          </a:p>
          <a:p>
            <a:r>
              <a:rPr lang="en-US" sz="2400" dirty="0"/>
              <a:t>A food delivery startup team:</a:t>
            </a:r>
          </a:p>
          <a:p>
            <a:r>
              <a:rPr lang="en-US" sz="2400" dirty="0"/>
              <a:t>Founder (idea &amp; leadership)</a:t>
            </a:r>
          </a:p>
          <a:p>
            <a:r>
              <a:rPr lang="en-US" sz="2400" dirty="0"/>
              <a:t>Tech partner (app development)</a:t>
            </a:r>
          </a:p>
          <a:p>
            <a:r>
              <a:rPr lang="en-US" sz="2400" dirty="0"/>
              <a:t>Marketing head (promotion &amp; branding)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3616494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FA3359-8E0E-4B9F-8A1B-35F1054EA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800" b="1" dirty="0"/>
              <a:t>Key Challenges</a:t>
            </a:r>
            <a:br>
              <a:rPr lang="en-US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34679-7AC7-44E7-8840-076365937F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Lack of Trust</a:t>
            </a:r>
          </a:p>
          <a:p>
            <a:r>
              <a:rPr lang="en-US" sz="3600" dirty="0"/>
              <a:t>Poor Communication</a:t>
            </a:r>
          </a:p>
          <a:p>
            <a:r>
              <a:rPr lang="en-US" sz="3600" dirty="0"/>
              <a:t>Skill Gaps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C17C94-DFD5-42E5-814A-20AC0F3B44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Conflict among Team Members</a:t>
            </a:r>
          </a:p>
          <a:p>
            <a:r>
              <a:rPr lang="en-US" sz="3200" dirty="0"/>
              <a:t> Unequal Workload</a:t>
            </a:r>
          </a:p>
          <a:p>
            <a:r>
              <a:rPr lang="en-US" sz="3200" dirty="0"/>
              <a:t> Different Vision &amp; Goals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14670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D865BE-1E43-4143-915A-84D40CFDA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How to Overcome These Challenges</a:t>
            </a:r>
            <a:br>
              <a:rPr lang="en-US" dirty="0"/>
            </a:br>
            <a:endParaRPr lang="en-PK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36AB691-9D4C-4600-B6CF-209876F08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2403" y="3186953"/>
            <a:ext cx="5532329" cy="3092822"/>
          </a:xfrm>
        </p:spPr>
        <p:txBody>
          <a:bodyPr>
            <a:normAutofit fontScale="47500" lnSpcReduction="20000"/>
          </a:bodyPr>
          <a:lstStyle/>
          <a:p>
            <a:endParaRPr lang="en-US" dirty="0"/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Clear roles &amp; responsibilities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Regular meetings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Written agreements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6000" dirty="0"/>
              <a:t>Mutual respect &amp; transparency</a:t>
            </a:r>
            <a:endParaRPr lang="en-PK" sz="6000" dirty="0"/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4489F709-7B58-4963-A8B8-CF851BE01BE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22" r="28622"/>
          <a:stretch>
            <a:fillRect/>
          </a:stretch>
        </p:blipFill>
        <p:spPr>
          <a:xfrm>
            <a:off x="7785847" y="847165"/>
            <a:ext cx="3442447" cy="4450975"/>
          </a:xfrm>
        </p:spPr>
      </p:pic>
    </p:spTree>
    <p:extLst>
      <p:ext uri="{BB962C8B-B14F-4D97-AF65-F5344CB8AC3E}">
        <p14:creationId xmlns:p14="http://schemas.microsoft.com/office/powerpoint/2010/main" val="3131107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CFAFA2-532C-4A72-899E-874FB3235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 </a:t>
            </a:r>
            <a:r>
              <a:rPr lang="en-US" sz="4400" b="1" dirty="0"/>
              <a:t>How to Fund Your Startup </a:t>
            </a:r>
            <a:br>
              <a:rPr lang="en-US" dirty="0"/>
            </a:br>
            <a:br>
              <a:rPr lang="en-US" dirty="0"/>
            </a:br>
            <a:endParaRPr lang="en-PK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871065-F77C-4AA5-AD1E-6BC84FC6D9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Money required to start, run, and grow a business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sz="2800" b="1" u="sng" dirty="0"/>
              <a:t>Major Sources of Funding</a:t>
            </a:r>
          </a:p>
          <a:p>
            <a:r>
              <a:rPr lang="en-US" sz="2400" dirty="0"/>
              <a:t>Bootstrapping</a:t>
            </a:r>
          </a:p>
          <a:p>
            <a:r>
              <a:rPr lang="en-US" sz="2400" dirty="0"/>
              <a:t>Family &amp; Friends</a:t>
            </a:r>
          </a:p>
          <a:p>
            <a:r>
              <a:rPr lang="en-US" sz="2400" dirty="0"/>
              <a:t>Bank Loans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8F5C0CA-E7B0-4A63-9C24-8A3147EAD1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Angel Investors</a:t>
            </a:r>
          </a:p>
          <a:p>
            <a:r>
              <a:rPr lang="en-US" sz="2400" dirty="0"/>
              <a:t>Venture Capital</a:t>
            </a:r>
          </a:p>
          <a:p>
            <a:r>
              <a:rPr lang="en-US" sz="2400" dirty="0"/>
              <a:t>Crowdfunding</a:t>
            </a:r>
          </a:p>
          <a:p>
            <a:r>
              <a:rPr lang="en-US" sz="2400" dirty="0"/>
              <a:t>Government Grants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89657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2AB0CE-E55F-4CE6-9F18-97763D8E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/>
              <a:t>Marketing Mantra for Startups</a:t>
            </a:r>
            <a:br>
              <a:rPr lang="en-US" dirty="0"/>
            </a:br>
            <a:endParaRPr lang="en-PK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843060-37A8-49F8-8B95-5792A67C9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simple marketing philosophy that guides all marketing decisions</a:t>
            </a:r>
          </a:p>
          <a:p>
            <a:pPr marL="0" indent="0">
              <a:buNone/>
            </a:pPr>
            <a:r>
              <a:rPr lang="en-US" b="1" dirty="0"/>
              <a:t>Core Idea:</a:t>
            </a:r>
          </a:p>
          <a:p>
            <a:r>
              <a:rPr lang="en-US" dirty="0"/>
              <a:t>Know your customer &amp; solve their problem</a:t>
            </a:r>
          </a:p>
          <a:p>
            <a:r>
              <a:rPr lang="en-US" dirty="0"/>
              <a:t>Right Product + Right Customer + Right Message + Right Channel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96674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055E3-5474-4533-8A19-3EC199AF8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Key Marketing Principles for Startups</a:t>
            </a:r>
            <a:br>
              <a:rPr lang="en-US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FD9AC-05B6-4C64-AAE8-79329033B8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Customer-Centric Approach</a:t>
            </a:r>
          </a:p>
          <a:p>
            <a:r>
              <a:rPr lang="en-US" sz="2400" dirty="0"/>
              <a:t>Value Proposition</a:t>
            </a:r>
          </a:p>
          <a:p>
            <a:r>
              <a:rPr lang="en-US" sz="2400" dirty="0"/>
              <a:t>Digital Marketing Focus</a:t>
            </a:r>
          </a:p>
          <a:p>
            <a:r>
              <a:rPr lang="en-US" sz="2400" dirty="0"/>
              <a:t>Low-Cost Promotion</a:t>
            </a:r>
          </a:p>
          <a:p>
            <a:r>
              <a:rPr lang="en-US" sz="2400" dirty="0"/>
              <a:t>Strong Branding</a:t>
            </a:r>
            <a:endParaRPr lang="en-PK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9FF8C-0BF1-4703-81C0-FFEF73D6A1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Final Takeaway</a:t>
            </a:r>
          </a:p>
          <a:p>
            <a:r>
              <a:rPr lang="en-US" sz="2400" dirty="0"/>
              <a:t>Startups don’t need big budgets</a:t>
            </a:r>
          </a:p>
          <a:p>
            <a:r>
              <a:rPr lang="en-US" sz="2400" dirty="0"/>
              <a:t>They need smart marketing</a:t>
            </a:r>
          </a:p>
          <a:p>
            <a:r>
              <a:rPr lang="en-US" sz="2400" dirty="0"/>
              <a:t>Focus on problem-solving &amp; customer value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217503947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80</TotalTime>
  <Words>208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Entrepreneurial Team</vt:lpstr>
      <vt:lpstr>What is an Entrepreneurial Team </vt:lpstr>
      <vt:lpstr>Key Challenges </vt:lpstr>
      <vt:lpstr>How to Overcome These Challenges </vt:lpstr>
      <vt:lpstr> How to Fund Your Startup   </vt:lpstr>
      <vt:lpstr>Marketing Mantra for Startups </vt:lpstr>
      <vt:lpstr>Key Marketing Principles for Startups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Team</dc:title>
  <dc:creator>Faiza Khan Burki</dc:creator>
  <cp:lastModifiedBy>Faiza Khan Burki</cp:lastModifiedBy>
  <cp:revision>7</cp:revision>
  <dcterms:created xsi:type="dcterms:W3CDTF">2025-12-15T05:55:34Z</dcterms:created>
  <dcterms:modified xsi:type="dcterms:W3CDTF">2025-12-15T07:16:03Z</dcterms:modified>
</cp:coreProperties>
</file>