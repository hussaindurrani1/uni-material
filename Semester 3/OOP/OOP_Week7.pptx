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notesSlides/notesSlide19.xml" ContentType="application/vnd.openxmlformats-officedocument.presentationml.notesSlide+xml"/>
  <Override PartName="/customXml/itemProps3.xml" ContentType="application/vnd.openxmlformats-officedocument.customXmlProperties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12192000" cy="6858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850" y="62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0BFB9D-8827-4283-8FFA-CB0EE88A50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6B5F1E-B7C5-E628-E093-A61BB68678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28B9DD-5FC0-B9D4-B9B2-4B07FB31FF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8A4A59-0C87-1095-4513-1C2FF9B068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E831C5-972A-6F3E-AB73-061B2F7FD9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7F945F-45C2-432F-608A-8C232B7107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9A8F1-3343-FF73-D801-43C993FEF4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EB1C15-D6D4-856D-10F2-DB20877796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058C24-1E68-3D3B-C6DD-DB713E55D4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11156F-6657-02DD-1999-199CFC352D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F4ECB-D238-0988-94FC-CF4074EF2C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7E438B-CE59-A05D-3CF9-3B49A54DD7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7C1CA1-8D70-D045-AAB3-EDDCBADBC1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F3EC39-2544-EECC-3E11-BD4DEBF874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0DC2C2-C3A5-EB13-201E-C473B7A8D8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E7706F-6728-511E-3E64-E60233AB57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EE5F35-4B97-2613-7426-4FDEEAD87E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9DFEE0-00C6-B8F4-F73E-2E812394A0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6BC6DC-CB7F-97CF-3C0B-C5487D2F15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D754F-3949-4A27-28A3-E3BED53698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7C5C55-468E-FA52-DB03-5E098BA13B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Slid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255480" name="bg object 16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5CDCE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94350811" name="bg object 17"/>
          <p:cNvSpPr/>
          <p:nvPr/>
        </p:nvSpPr>
        <p:spPr bwMode="auto">
          <a:xfrm>
            <a:off x="0" y="0"/>
            <a:ext cx="5295899" cy="6858000"/>
          </a:xfrm>
          <a:custGeom>
            <a:avLst/>
            <a:gdLst/>
            <a:ahLst/>
            <a:cxnLst/>
            <a:rect l="l" t="t" r="r" b="b"/>
            <a:pathLst>
              <a:path w="5295900" h="6858000" fill="norm" stroke="1" extrusionOk="0">
                <a:moveTo>
                  <a:pt x="0" y="6857998"/>
                </a:moveTo>
                <a:lnTo>
                  <a:pt x="5295900" y="6857998"/>
                </a:lnTo>
                <a:lnTo>
                  <a:pt x="5295900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AAC3E8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34338507" name="bg object 18"/>
          <p:cNvSpPr/>
          <p:nvPr/>
        </p:nvSpPr>
        <p:spPr bwMode="auto">
          <a:xfrm>
            <a:off x="1600200" y="1153667"/>
            <a:ext cx="9191625" cy="5704840"/>
          </a:xfrm>
          <a:custGeom>
            <a:avLst/>
            <a:gdLst/>
            <a:ahLst/>
            <a:cxnLst/>
            <a:rect l="l" t="t" r="r" b="b"/>
            <a:pathLst>
              <a:path w="9191625" h="5704840" fill="norm" stroke="1" extrusionOk="0">
                <a:moveTo>
                  <a:pt x="4595622" y="0"/>
                </a:moveTo>
                <a:lnTo>
                  <a:pt x="4547182" y="249"/>
                </a:lnTo>
                <a:lnTo>
                  <a:pt x="4498861" y="997"/>
                </a:lnTo>
                <a:lnTo>
                  <a:pt x="4450663" y="2240"/>
                </a:lnTo>
                <a:lnTo>
                  <a:pt x="4402589" y="3977"/>
                </a:lnTo>
                <a:lnTo>
                  <a:pt x="4354642" y="6204"/>
                </a:lnTo>
                <a:lnTo>
                  <a:pt x="4306823" y="8919"/>
                </a:lnTo>
                <a:lnTo>
                  <a:pt x="4259137" y="12120"/>
                </a:lnTo>
                <a:lnTo>
                  <a:pt x="4211584" y="15804"/>
                </a:lnTo>
                <a:lnTo>
                  <a:pt x="4164169" y="19969"/>
                </a:lnTo>
                <a:lnTo>
                  <a:pt x="4116892" y="24613"/>
                </a:lnTo>
                <a:lnTo>
                  <a:pt x="4069756" y="29732"/>
                </a:lnTo>
                <a:lnTo>
                  <a:pt x="4022765" y="35325"/>
                </a:lnTo>
                <a:lnTo>
                  <a:pt x="3975919" y="41389"/>
                </a:lnTo>
                <a:lnTo>
                  <a:pt x="3929223" y="47922"/>
                </a:lnTo>
                <a:lnTo>
                  <a:pt x="3882677" y="54921"/>
                </a:lnTo>
                <a:lnTo>
                  <a:pt x="3836286" y="62384"/>
                </a:lnTo>
                <a:lnTo>
                  <a:pt x="3790050" y="70308"/>
                </a:lnTo>
                <a:lnTo>
                  <a:pt x="3743973" y="78691"/>
                </a:lnTo>
                <a:lnTo>
                  <a:pt x="3698057" y="87530"/>
                </a:lnTo>
                <a:lnTo>
                  <a:pt x="3652305" y="96824"/>
                </a:lnTo>
                <a:lnTo>
                  <a:pt x="3606718" y="106569"/>
                </a:lnTo>
                <a:lnTo>
                  <a:pt x="3561299" y="116763"/>
                </a:lnTo>
                <a:lnTo>
                  <a:pt x="3516052" y="127403"/>
                </a:lnTo>
                <a:lnTo>
                  <a:pt x="3470977" y="138488"/>
                </a:lnTo>
                <a:lnTo>
                  <a:pt x="3426079" y="150015"/>
                </a:lnTo>
                <a:lnTo>
                  <a:pt x="3381358" y="161981"/>
                </a:lnTo>
                <a:lnTo>
                  <a:pt x="3336818" y="174384"/>
                </a:lnTo>
                <a:lnTo>
                  <a:pt x="3292461" y="187221"/>
                </a:lnTo>
                <a:lnTo>
                  <a:pt x="3248289" y="200491"/>
                </a:lnTo>
                <a:lnTo>
                  <a:pt x="3204305" y="214190"/>
                </a:lnTo>
                <a:lnTo>
                  <a:pt x="3160512" y="228316"/>
                </a:lnTo>
                <a:lnTo>
                  <a:pt x="3116911" y="242867"/>
                </a:lnTo>
                <a:lnTo>
                  <a:pt x="3073506" y="257840"/>
                </a:lnTo>
                <a:lnTo>
                  <a:pt x="3030298" y="273233"/>
                </a:lnTo>
                <a:lnTo>
                  <a:pt x="2987290" y="289043"/>
                </a:lnTo>
                <a:lnTo>
                  <a:pt x="2944485" y="305268"/>
                </a:lnTo>
                <a:lnTo>
                  <a:pt x="2901885" y="321905"/>
                </a:lnTo>
                <a:lnTo>
                  <a:pt x="2859492" y="338953"/>
                </a:lnTo>
                <a:lnTo>
                  <a:pt x="2817309" y="356408"/>
                </a:lnTo>
                <a:lnTo>
                  <a:pt x="2775339" y="374268"/>
                </a:lnTo>
                <a:lnTo>
                  <a:pt x="2733583" y="392531"/>
                </a:lnTo>
                <a:lnTo>
                  <a:pt x="2692045" y="411195"/>
                </a:lnTo>
                <a:lnTo>
                  <a:pt x="2650726" y="430256"/>
                </a:lnTo>
                <a:lnTo>
                  <a:pt x="2609629" y="449712"/>
                </a:lnTo>
                <a:lnTo>
                  <a:pt x="2568757" y="469562"/>
                </a:lnTo>
                <a:lnTo>
                  <a:pt x="2528112" y="489801"/>
                </a:lnTo>
                <a:lnTo>
                  <a:pt x="2487696" y="510429"/>
                </a:lnTo>
                <a:lnTo>
                  <a:pt x="2447512" y="531443"/>
                </a:lnTo>
                <a:lnTo>
                  <a:pt x="2407563" y="552839"/>
                </a:lnTo>
                <a:lnTo>
                  <a:pt x="2367850" y="574617"/>
                </a:lnTo>
                <a:lnTo>
                  <a:pt x="2328377" y="596772"/>
                </a:lnTo>
                <a:lnTo>
                  <a:pt x="2289145" y="619304"/>
                </a:lnTo>
                <a:lnTo>
                  <a:pt x="2250157" y="642209"/>
                </a:lnTo>
                <a:lnTo>
                  <a:pt x="2211416" y="665484"/>
                </a:lnTo>
                <a:lnTo>
                  <a:pt x="2172924" y="689129"/>
                </a:lnTo>
                <a:lnTo>
                  <a:pt x="2134683" y="713139"/>
                </a:lnTo>
                <a:lnTo>
                  <a:pt x="2096697" y="737513"/>
                </a:lnTo>
                <a:lnTo>
                  <a:pt x="2058966" y="762248"/>
                </a:lnTo>
                <a:lnTo>
                  <a:pt x="2021494" y="787342"/>
                </a:lnTo>
                <a:lnTo>
                  <a:pt x="1984284" y="812792"/>
                </a:lnTo>
                <a:lnTo>
                  <a:pt x="1947337" y="838596"/>
                </a:lnTo>
                <a:lnTo>
                  <a:pt x="1910657" y="864751"/>
                </a:lnTo>
                <a:lnTo>
                  <a:pt x="1874245" y="891256"/>
                </a:lnTo>
                <a:lnTo>
                  <a:pt x="1838104" y="918107"/>
                </a:lnTo>
                <a:lnTo>
                  <a:pt x="1802236" y="945302"/>
                </a:lnTo>
                <a:lnTo>
                  <a:pt x="1766644" y="972838"/>
                </a:lnTo>
                <a:lnTo>
                  <a:pt x="1731331" y="1000714"/>
                </a:lnTo>
                <a:lnTo>
                  <a:pt x="1696299" y="1028926"/>
                </a:lnTo>
                <a:lnTo>
                  <a:pt x="1661549" y="1057473"/>
                </a:lnTo>
                <a:lnTo>
                  <a:pt x="1627086" y="1086352"/>
                </a:lnTo>
                <a:lnTo>
                  <a:pt x="1592910" y="1115560"/>
                </a:lnTo>
                <a:lnTo>
                  <a:pt x="1559025" y="1145095"/>
                </a:lnTo>
                <a:lnTo>
                  <a:pt x="1525433" y="1174954"/>
                </a:lnTo>
                <a:lnTo>
                  <a:pt x="1492137" y="1205136"/>
                </a:lnTo>
                <a:lnTo>
                  <a:pt x="1459138" y="1235637"/>
                </a:lnTo>
                <a:lnTo>
                  <a:pt x="1426440" y="1266456"/>
                </a:lnTo>
                <a:lnTo>
                  <a:pt x="1394045" y="1297589"/>
                </a:lnTo>
                <a:lnTo>
                  <a:pt x="1361955" y="1329035"/>
                </a:lnTo>
                <a:lnTo>
                  <a:pt x="1330172" y="1360790"/>
                </a:lnTo>
                <a:lnTo>
                  <a:pt x="1298700" y="1392853"/>
                </a:lnTo>
                <a:lnTo>
                  <a:pt x="1267540" y="1425221"/>
                </a:lnTo>
                <a:lnTo>
                  <a:pt x="1236695" y="1457891"/>
                </a:lnTo>
                <a:lnTo>
                  <a:pt x="1206168" y="1490862"/>
                </a:lnTo>
                <a:lnTo>
                  <a:pt x="1175961" y="1524130"/>
                </a:lnTo>
                <a:lnTo>
                  <a:pt x="1146076" y="1557694"/>
                </a:lnTo>
                <a:lnTo>
                  <a:pt x="1116516" y="1591550"/>
                </a:lnTo>
                <a:lnTo>
                  <a:pt x="1087283" y="1625696"/>
                </a:lnTo>
                <a:lnTo>
                  <a:pt x="1058379" y="1660131"/>
                </a:lnTo>
                <a:lnTo>
                  <a:pt x="1029808" y="1694851"/>
                </a:lnTo>
                <a:lnTo>
                  <a:pt x="1001572" y="1729853"/>
                </a:lnTo>
                <a:lnTo>
                  <a:pt x="973672" y="1765137"/>
                </a:lnTo>
                <a:lnTo>
                  <a:pt x="946112" y="1800698"/>
                </a:lnTo>
                <a:lnTo>
                  <a:pt x="918894" y="1836536"/>
                </a:lnTo>
                <a:lnTo>
                  <a:pt x="892020" y="1872646"/>
                </a:lnTo>
                <a:lnTo>
                  <a:pt x="865493" y="1909027"/>
                </a:lnTo>
                <a:lnTo>
                  <a:pt x="839316" y="1945677"/>
                </a:lnTo>
                <a:lnTo>
                  <a:pt x="813490" y="1982592"/>
                </a:lnTo>
                <a:lnTo>
                  <a:pt x="788018" y="2019771"/>
                </a:lnTo>
                <a:lnTo>
                  <a:pt x="762902" y="2057211"/>
                </a:lnTo>
                <a:lnTo>
                  <a:pt x="738146" y="2094910"/>
                </a:lnTo>
                <a:lnTo>
                  <a:pt x="713751" y="2132865"/>
                </a:lnTo>
                <a:lnTo>
                  <a:pt x="689721" y="2171073"/>
                </a:lnTo>
                <a:lnTo>
                  <a:pt x="666056" y="2209533"/>
                </a:lnTo>
                <a:lnTo>
                  <a:pt x="642760" y="2248241"/>
                </a:lnTo>
                <a:lnTo>
                  <a:pt x="619836" y="2287196"/>
                </a:lnTo>
                <a:lnTo>
                  <a:pt x="597285" y="2326395"/>
                </a:lnTo>
                <a:lnTo>
                  <a:pt x="575111" y="2365835"/>
                </a:lnTo>
                <a:lnTo>
                  <a:pt x="553315" y="2405514"/>
                </a:lnTo>
                <a:lnTo>
                  <a:pt x="531900" y="2445430"/>
                </a:lnTo>
                <a:lnTo>
                  <a:pt x="510868" y="2485580"/>
                </a:lnTo>
                <a:lnTo>
                  <a:pt x="490223" y="2525962"/>
                </a:lnTo>
                <a:lnTo>
                  <a:pt x="469965" y="2566573"/>
                </a:lnTo>
                <a:lnTo>
                  <a:pt x="450099" y="2607410"/>
                </a:lnTo>
                <a:lnTo>
                  <a:pt x="430626" y="2648473"/>
                </a:lnTo>
                <a:lnTo>
                  <a:pt x="411548" y="2689757"/>
                </a:lnTo>
                <a:lnTo>
                  <a:pt x="392869" y="2731260"/>
                </a:lnTo>
                <a:lnTo>
                  <a:pt x="374590" y="2772981"/>
                </a:lnTo>
                <a:lnTo>
                  <a:pt x="356715" y="2814916"/>
                </a:lnTo>
                <a:lnTo>
                  <a:pt x="339245" y="2857064"/>
                </a:lnTo>
                <a:lnTo>
                  <a:pt x="322182" y="2899421"/>
                </a:lnTo>
                <a:lnTo>
                  <a:pt x="305531" y="2941985"/>
                </a:lnTo>
                <a:lnTo>
                  <a:pt x="289292" y="2984755"/>
                </a:lnTo>
                <a:lnTo>
                  <a:pt x="273468" y="3027726"/>
                </a:lnTo>
                <a:lnTo>
                  <a:pt x="258062" y="3070898"/>
                </a:lnTo>
                <a:lnTo>
                  <a:pt x="243076" y="3114267"/>
                </a:lnTo>
                <a:lnTo>
                  <a:pt x="228513" y="3157831"/>
                </a:lnTo>
                <a:lnTo>
                  <a:pt x="214374" y="3201588"/>
                </a:lnTo>
                <a:lnTo>
                  <a:pt x="200664" y="3245535"/>
                </a:lnTo>
                <a:lnTo>
                  <a:pt x="187383" y="3289670"/>
                </a:lnTo>
                <a:lnTo>
                  <a:pt x="174534" y="3333990"/>
                </a:lnTo>
                <a:lnTo>
                  <a:pt x="162121" y="3378493"/>
                </a:lnTo>
                <a:lnTo>
                  <a:pt x="150144" y="3423176"/>
                </a:lnTo>
                <a:lnTo>
                  <a:pt x="138608" y="3468037"/>
                </a:lnTo>
                <a:lnTo>
                  <a:pt x="127513" y="3513074"/>
                </a:lnTo>
                <a:lnTo>
                  <a:pt x="116863" y="3558284"/>
                </a:lnTo>
                <a:lnTo>
                  <a:pt x="106661" y="3603665"/>
                </a:lnTo>
                <a:lnTo>
                  <a:pt x="96907" y="3649213"/>
                </a:lnTo>
                <a:lnTo>
                  <a:pt x="87606" y="3694928"/>
                </a:lnTo>
                <a:lnTo>
                  <a:pt x="78759" y="3740806"/>
                </a:lnTo>
                <a:lnTo>
                  <a:pt x="70369" y="3786844"/>
                </a:lnTo>
                <a:lnTo>
                  <a:pt x="62438" y="3833042"/>
                </a:lnTo>
                <a:lnTo>
                  <a:pt x="54969" y="3879395"/>
                </a:lnTo>
                <a:lnTo>
                  <a:pt x="47963" y="3925901"/>
                </a:lnTo>
                <a:lnTo>
                  <a:pt x="41425" y="3972559"/>
                </a:lnTo>
                <a:lnTo>
                  <a:pt x="35356" y="4019365"/>
                </a:lnTo>
                <a:lnTo>
                  <a:pt x="29758" y="4066318"/>
                </a:lnTo>
                <a:lnTo>
                  <a:pt x="24634" y="4113414"/>
                </a:lnTo>
                <a:lnTo>
                  <a:pt x="19986" y="4160652"/>
                </a:lnTo>
                <a:lnTo>
                  <a:pt x="15818" y="4208029"/>
                </a:lnTo>
                <a:lnTo>
                  <a:pt x="12130" y="4255542"/>
                </a:lnTo>
                <a:lnTo>
                  <a:pt x="8927" y="4303189"/>
                </a:lnTo>
                <a:lnTo>
                  <a:pt x="6209" y="4350967"/>
                </a:lnTo>
                <a:lnTo>
                  <a:pt x="3980" y="4398875"/>
                </a:lnTo>
                <a:lnTo>
                  <a:pt x="2242" y="4446909"/>
                </a:lnTo>
                <a:lnTo>
                  <a:pt x="998" y="4495068"/>
                </a:lnTo>
                <a:lnTo>
                  <a:pt x="250" y="4543348"/>
                </a:lnTo>
                <a:lnTo>
                  <a:pt x="0" y="4591748"/>
                </a:lnTo>
                <a:lnTo>
                  <a:pt x="0" y="5704332"/>
                </a:lnTo>
                <a:lnTo>
                  <a:pt x="9191244" y="5704332"/>
                </a:lnTo>
                <a:lnTo>
                  <a:pt x="9191244" y="4591748"/>
                </a:lnTo>
                <a:lnTo>
                  <a:pt x="9190993" y="4543348"/>
                </a:lnTo>
                <a:lnTo>
                  <a:pt x="9190245" y="4495068"/>
                </a:lnTo>
                <a:lnTo>
                  <a:pt x="9189001" y="4446909"/>
                </a:lnTo>
                <a:lnTo>
                  <a:pt x="9187263" y="4398875"/>
                </a:lnTo>
                <a:lnTo>
                  <a:pt x="9185034" y="4350967"/>
                </a:lnTo>
                <a:lnTo>
                  <a:pt x="9182316" y="4303189"/>
                </a:lnTo>
                <a:lnTo>
                  <a:pt x="9179113" y="4255542"/>
                </a:lnTo>
                <a:lnTo>
                  <a:pt x="9175425" y="4208029"/>
                </a:lnTo>
                <a:lnTo>
                  <a:pt x="9171257" y="4160652"/>
                </a:lnTo>
                <a:lnTo>
                  <a:pt x="9166609" y="4113414"/>
                </a:lnTo>
                <a:lnTo>
                  <a:pt x="9161485" y="4066318"/>
                </a:lnTo>
                <a:lnTo>
                  <a:pt x="9155887" y="4019365"/>
                </a:lnTo>
                <a:lnTo>
                  <a:pt x="9149818" y="3972559"/>
                </a:lnTo>
                <a:lnTo>
                  <a:pt x="9143280" y="3925901"/>
                </a:lnTo>
                <a:lnTo>
                  <a:pt x="9136274" y="3879395"/>
                </a:lnTo>
                <a:lnTo>
                  <a:pt x="9128805" y="3833042"/>
                </a:lnTo>
                <a:lnTo>
                  <a:pt x="9120874" y="3786844"/>
                </a:lnTo>
                <a:lnTo>
                  <a:pt x="9112484" y="3740806"/>
                </a:lnTo>
                <a:lnTo>
                  <a:pt x="9103637" y="3694928"/>
                </a:lnTo>
                <a:lnTo>
                  <a:pt x="9094336" y="3649213"/>
                </a:lnTo>
                <a:lnTo>
                  <a:pt x="9084582" y="3603665"/>
                </a:lnTo>
                <a:lnTo>
                  <a:pt x="9074380" y="3558284"/>
                </a:lnTo>
                <a:lnTo>
                  <a:pt x="9063730" y="3513074"/>
                </a:lnTo>
                <a:lnTo>
                  <a:pt x="9052635" y="3468037"/>
                </a:lnTo>
                <a:lnTo>
                  <a:pt x="9041099" y="3423176"/>
                </a:lnTo>
                <a:lnTo>
                  <a:pt x="9029122" y="3378493"/>
                </a:lnTo>
                <a:lnTo>
                  <a:pt x="9016709" y="3333990"/>
                </a:lnTo>
                <a:lnTo>
                  <a:pt x="9003860" y="3289670"/>
                </a:lnTo>
                <a:lnTo>
                  <a:pt x="8990579" y="3245535"/>
                </a:lnTo>
                <a:lnTo>
                  <a:pt x="8976869" y="3201588"/>
                </a:lnTo>
                <a:lnTo>
                  <a:pt x="8962730" y="3157831"/>
                </a:lnTo>
                <a:lnTo>
                  <a:pt x="8948167" y="3114267"/>
                </a:lnTo>
                <a:lnTo>
                  <a:pt x="8933181" y="3070898"/>
                </a:lnTo>
                <a:lnTo>
                  <a:pt x="8917775" y="3027726"/>
                </a:lnTo>
                <a:lnTo>
                  <a:pt x="8901951" y="2984755"/>
                </a:lnTo>
                <a:lnTo>
                  <a:pt x="8885712" y="2941985"/>
                </a:lnTo>
                <a:lnTo>
                  <a:pt x="8869061" y="2899421"/>
                </a:lnTo>
                <a:lnTo>
                  <a:pt x="8851998" y="2857064"/>
                </a:lnTo>
                <a:lnTo>
                  <a:pt x="8834528" y="2814916"/>
                </a:lnTo>
                <a:lnTo>
                  <a:pt x="8816653" y="2772981"/>
                </a:lnTo>
                <a:lnTo>
                  <a:pt x="8798374" y="2731260"/>
                </a:lnTo>
                <a:lnTo>
                  <a:pt x="8779695" y="2689757"/>
                </a:lnTo>
                <a:lnTo>
                  <a:pt x="8760617" y="2648473"/>
                </a:lnTo>
                <a:lnTo>
                  <a:pt x="8741144" y="2607410"/>
                </a:lnTo>
                <a:lnTo>
                  <a:pt x="8721278" y="2566573"/>
                </a:lnTo>
                <a:lnTo>
                  <a:pt x="8701020" y="2525962"/>
                </a:lnTo>
                <a:lnTo>
                  <a:pt x="8680375" y="2485580"/>
                </a:lnTo>
                <a:lnTo>
                  <a:pt x="8659343" y="2445430"/>
                </a:lnTo>
                <a:lnTo>
                  <a:pt x="8637928" y="2405514"/>
                </a:lnTo>
                <a:lnTo>
                  <a:pt x="8616132" y="2365835"/>
                </a:lnTo>
                <a:lnTo>
                  <a:pt x="8593958" y="2326395"/>
                </a:lnTo>
                <a:lnTo>
                  <a:pt x="8571407" y="2287196"/>
                </a:lnTo>
                <a:lnTo>
                  <a:pt x="8548483" y="2248241"/>
                </a:lnTo>
                <a:lnTo>
                  <a:pt x="8525187" y="2209533"/>
                </a:lnTo>
                <a:lnTo>
                  <a:pt x="8501522" y="2171073"/>
                </a:lnTo>
                <a:lnTo>
                  <a:pt x="8477492" y="2132865"/>
                </a:lnTo>
                <a:lnTo>
                  <a:pt x="8453097" y="2094910"/>
                </a:lnTo>
                <a:lnTo>
                  <a:pt x="8428341" y="2057211"/>
                </a:lnTo>
                <a:lnTo>
                  <a:pt x="8403225" y="2019771"/>
                </a:lnTo>
                <a:lnTo>
                  <a:pt x="8377753" y="1982592"/>
                </a:lnTo>
                <a:lnTo>
                  <a:pt x="8351927" y="1945677"/>
                </a:lnTo>
                <a:lnTo>
                  <a:pt x="8325750" y="1909027"/>
                </a:lnTo>
                <a:lnTo>
                  <a:pt x="8299223" y="1872646"/>
                </a:lnTo>
                <a:lnTo>
                  <a:pt x="8272349" y="1836536"/>
                </a:lnTo>
                <a:lnTo>
                  <a:pt x="8245131" y="1800698"/>
                </a:lnTo>
                <a:lnTo>
                  <a:pt x="8217571" y="1765137"/>
                </a:lnTo>
                <a:lnTo>
                  <a:pt x="8189671" y="1729853"/>
                </a:lnTo>
                <a:lnTo>
                  <a:pt x="8161435" y="1694851"/>
                </a:lnTo>
                <a:lnTo>
                  <a:pt x="8132864" y="1660131"/>
                </a:lnTo>
                <a:lnTo>
                  <a:pt x="8103960" y="1625696"/>
                </a:lnTo>
                <a:lnTo>
                  <a:pt x="8074727" y="1591550"/>
                </a:lnTo>
                <a:lnTo>
                  <a:pt x="8045167" y="1557694"/>
                </a:lnTo>
                <a:lnTo>
                  <a:pt x="8015282" y="1524130"/>
                </a:lnTo>
                <a:lnTo>
                  <a:pt x="7985075" y="1490862"/>
                </a:lnTo>
                <a:lnTo>
                  <a:pt x="7954548" y="1457891"/>
                </a:lnTo>
                <a:lnTo>
                  <a:pt x="7923703" y="1425221"/>
                </a:lnTo>
                <a:lnTo>
                  <a:pt x="7892543" y="1392853"/>
                </a:lnTo>
                <a:lnTo>
                  <a:pt x="7861071" y="1360790"/>
                </a:lnTo>
                <a:lnTo>
                  <a:pt x="7829288" y="1329035"/>
                </a:lnTo>
                <a:lnTo>
                  <a:pt x="7797198" y="1297589"/>
                </a:lnTo>
                <a:lnTo>
                  <a:pt x="7764803" y="1266456"/>
                </a:lnTo>
                <a:lnTo>
                  <a:pt x="7732105" y="1235637"/>
                </a:lnTo>
                <a:lnTo>
                  <a:pt x="7699106" y="1205136"/>
                </a:lnTo>
                <a:lnTo>
                  <a:pt x="7665810" y="1174954"/>
                </a:lnTo>
                <a:lnTo>
                  <a:pt x="7632218" y="1145095"/>
                </a:lnTo>
                <a:lnTo>
                  <a:pt x="7598333" y="1115560"/>
                </a:lnTo>
                <a:lnTo>
                  <a:pt x="7564157" y="1086352"/>
                </a:lnTo>
                <a:lnTo>
                  <a:pt x="7529694" y="1057473"/>
                </a:lnTo>
                <a:lnTo>
                  <a:pt x="7494944" y="1028926"/>
                </a:lnTo>
                <a:lnTo>
                  <a:pt x="7459912" y="1000714"/>
                </a:lnTo>
                <a:lnTo>
                  <a:pt x="7424599" y="972838"/>
                </a:lnTo>
                <a:lnTo>
                  <a:pt x="7389007" y="945302"/>
                </a:lnTo>
                <a:lnTo>
                  <a:pt x="7353139" y="918107"/>
                </a:lnTo>
                <a:lnTo>
                  <a:pt x="7316998" y="891256"/>
                </a:lnTo>
                <a:lnTo>
                  <a:pt x="7280586" y="864751"/>
                </a:lnTo>
                <a:lnTo>
                  <a:pt x="7243906" y="838596"/>
                </a:lnTo>
                <a:lnTo>
                  <a:pt x="7206959" y="812792"/>
                </a:lnTo>
                <a:lnTo>
                  <a:pt x="7169749" y="787342"/>
                </a:lnTo>
                <a:lnTo>
                  <a:pt x="7132277" y="762248"/>
                </a:lnTo>
                <a:lnTo>
                  <a:pt x="7094546" y="737513"/>
                </a:lnTo>
                <a:lnTo>
                  <a:pt x="7056560" y="713139"/>
                </a:lnTo>
                <a:lnTo>
                  <a:pt x="7018319" y="689129"/>
                </a:lnTo>
                <a:lnTo>
                  <a:pt x="6979827" y="665484"/>
                </a:lnTo>
                <a:lnTo>
                  <a:pt x="6941086" y="642209"/>
                </a:lnTo>
                <a:lnTo>
                  <a:pt x="6902098" y="619304"/>
                </a:lnTo>
                <a:lnTo>
                  <a:pt x="6862866" y="596772"/>
                </a:lnTo>
                <a:lnTo>
                  <a:pt x="6823393" y="574617"/>
                </a:lnTo>
                <a:lnTo>
                  <a:pt x="6783680" y="552839"/>
                </a:lnTo>
                <a:lnTo>
                  <a:pt x="6743731" y="531443"/>
                </a:lnTo>
                <a:lnTo>
                  <a:pt x="6703547" y="510429"/>
                </a:lnTo>
                <a:lnTo>
                  <a:pt x="6663131" y="489801"/>
                </a:lnTo>
                <a:lnTo>
                  <a:pt x="6622486" y="469562"/>
                </a:lnTo>
                <a:lnTo>
                  <a:pt x="6581614" y="449712"/>
                </a:lnTo>
                <a:lnTo>
                  <a:pt x="6540517" y="430256"/>
                </a:lnTo>
                <a:lnTo>
                  <a:pt x="6499198" y="411195"/>
                </a:lnTo>
                <a:lnTo>
                  <a:pt x="6457660" y="392531"/>
                </a:lnTo>
                <a:lnTo>
                  <a:pt x="6415904" y="374268"/>
                </a:lnTo>
                <a:lnTo>
                  <a:pt x="6373934" y="356408"/>
                </a:lnTo>
                <a:lnTo>
                  <a:pt x="6331751" y="338953"/>
                </a:lnTo>
                <a:lnTo>
                  <a:pt x="6289358" y="321905"/>
                </a:lnTo>
                <a:lnTo>
                  <a:pt x="6246758" y="305268"/>
                </a:lnTo>
                <a:lnTo>
                  <a:pt x="6203953" y="289043"/>
                </a:lnTo>
                <a:lnTo>
                  <a:pt x="6160945" y="273233"/>
                </a:lnTo>
                <a:lnTo>
                  <a:pt x="6117737" y="257840"/>
                </a:lnTo>
                <a:lnTo>
                  <a:pt x="6074332" y="242867"/>
                </a:lnTo>
                <a:lnTo>
                  <a:pt x="6030731" y="228316"/>
                </a:lnTo>
                <a:lnTo>
                  <a:pt x="5986938" y="214190"/>
                </a:lnTo>
                <a:lnTo>
                  <a:pt x="5942954" y="200491"/>
                </a:lnTo>
                <a:lnTo>
                  <a:pt x="5898782" y="187221"/>
                </a:lnTo>
                <a:lnTo>
                  <a:pt x="5854425" y="174384"/>
                </a:lnTo>
                <a:lnTo>
                  <a:pt x="5809885" y="161981"/>
                </a:lnTo>
                <a:lnTo>
                  <a:pt x="5765164" y="150015"/>
                </a:lnTo>
                <a:lnTo>
                  <a:pt x="5720266" y="138488"/>
                </a:lnTo>
                <a:lnTo>
                  <a:pt x="5675191" y="127403"/>
                </a:lnTo>
                <a:lnTo>
                  <a:pt x="5629944" y="116763"/>
                </a:lnTo>
                <a:lnTo>
                  <a:pt x="5584525" y="106569"/>
                </a:lnTo>
                <a:lnTo>
                  <a:pt x="5538938" y="96824"/>
                </a:lnTo>
                <a:lnTo>
                  <a:pt x="5493186" y="87530"/>
                </a:lnTo>
                <a:lnTo>
                  <a:pt x="5447270" y="78691"/>
                </a:lnTo>
                <a:lnTo>
                  <a:pt x="5401193" y="70308"/>
                </a:lnTo>
                <a:lnTo>
                  <a:pt x="5354957" y="62384"/>
                </a:lnTo>
                <a:lnTo>
                  <a:pt x="5308566" y="54921"/>
                </a:lnTo>
                <a:lnTo>
                  <a:pt x="5262020" y="47922"/>
                </a:lnTo>
                <a:lnTo>
                  <a:pt x="5215324" y="41389"/>
                </a:lnTo>
                <a:lnTo>
                  <a:pt x="5168478" y="35325"/>
                </a:lnTo>
                <a:lnTo>
                  <a:pt x="5121487" y="29732"/>
                </a:lnTo>
                <a:lnTo>
                  <a:pt x="5074351" y="24613"/>
                </a:lnTo>
                <a:lnTo>
                  <a:pt x="5027074" y="19969"/>
                </a:lnTo>
                <a:lnTo>
                  <a:pt x="4979659" y="15804"/>
                </a:lnTo>
                <a:lnTo>
                  <a:pt x="4932106" y="12120"/>
                </a:lnTo>
                <a:lnTo>
                  <a:pt x="4884420" y="8919"/>
                </a:lnTo>
                <a:lnTo>
                  <a:pt x="4836601" y="6204"/>
                </a:lnTo>
                <a:lnTo>
                  <a:pt x="4788654" y="3977"/>
                </a:lnTo>
                <a:lnTo>
                  <a:pt x="4740580" y="2240"/>
                </a:lnTo>
                <a:lnTo>
                  <a:pt x="4692382" y="997"/>
                </a:lnTo>
                <a:lnTo>
                  <a:pt x="4644061" y="249"/>
                </a:lnTo>
                <a:lnTo>
                  <a:pt x="4595622" y="0"/>
                </a:lnTo>
                <a:close/>
              </a:path>
            </a:pathLst>
          </a:custGeom>
          <a:solidFill>
            <a:srgbClr val="1F2C8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71587766" name="bg object 19"/>
          <p:cNvSpPr/>
          <p:nvPr/>
        </p:nvSpPr>
        <p:spPr bwMode="auto">
          <a:xfrm>
            <a:off x="2795016" y="0"/>
            <a:ext cx="6803390" cy="5396865"/>
          </a:xfrm>
          <a:custGeom>
            <a:avLst/>
            <a:gdLst/>
            <a:ahLst/>
            <a:cxnLst/>
            <a:rect l="l" t="t" r="r" b="b"/>
            <a:pathLst>
              <a:path w="6803390" h="5396865" fill="norm" stroke="1" extrusionOk="0">
                <a:moveTo>
                  <a:pt x="6803135" y="0"/>
                </a:moveTo>
                <a:lnTo>
                  <a:pt x="0" y="0"/>
                </a:lnTo>
                <a:lnTo>
                  <a:pt x="0" y="1997075"/>
                </a:lnTo>
                <a:lnTo>
                  <a:pt x="338" y="2045549"/>
                </a:lnTo>
                <a:lnTo>
                  <a:pt x="1352" y="2093861"/>
                </a:lnTo>
                <a:lnTo>
                  <a:pt x="3035" y="2142005"/>
                </a:lnTo>
                <a:lnTo>
                  <a:pt x="5384" y="2189977"/>
                </a:lnTo>
                <a:lnTo>
                  <a:pt x="8395" y="2237772"/>
                </a:lnTo>
                <a:lnTo>
                  <a:pt x="12062" y="2285387"/>
                </a:lnTo>
                <a:lnTo>
                  <a:pt x="16381" y="2332816"/>
                </a:lnTo>
                <a:lnTo>
                  <a:pt x="21348" y="2380056"/>
                </a:lnTo>
                <a:lnTo>
                  <a:pt x="26958" y="2427101"/>
                </a:lnTo>
                <a:lnTo>
                  <a:pt x="33206" y="2473947"/>
                </a:lnTo>
                <a:lnTo>
                  <a:pt x="40089" y="2520590"/>
                </a:lnTo>
                <a:lnTo>
                  <a:pt x="47602" y="2567025"/>
                </a:lnTo>
                <a:lnTo>
                  <a:pt x="55740" y="2613248"/>
                </a:lnTo>
                <a:lnTo>
                  <a:pt x="64499" y="2659254"/>
                </a:lnTo>
                <a:lnTo>
                  <a:pt x="73874" y="2705038"/>
                </a:lnTo>
                <a:lnTo>
                  <a:pt x="83860" y="2750597"/>
                </a:lnTo>
                <a:lnTo>
                  <a:pt x="94454" y="2795926"/>
                </a:lnTo>
                <a:lnTo>
                  <a:pt x="105651" y="2841020"/>
                </a:lnTo>
                <a:lnTo>
                  <a:pt x="117446" y="2885874"/>
                </a:lnTo>
                <a:lnTo>
                  <a:pt x="129835" y="2930485"/>
                </a:lnTo>
                <a:lnTo>
                  <a:pt x="142814" y="2974848"/>
                </a:lnTo>
                <a:lnTo>
                  <a:pt x="156377" y="3018958"/>
                </a:lnTo>
                <a:lnTo>
                  <a:pt x="170521" y="3062811"/>
                </a:lnTo>
                <a:lnTo>
                  <a:pt x="185240" y="3106402"/>
                </a:lnTo>
                <a:lnTo>
                  <a:pt x="200531" y="3149728"/>
                </a:lnTo>
                <a:lnTo>
                  <a:pt x="216389" y="3192782"/>
                </a:lnTo>
                <a:lnTo>
                  <a:pt x="232809" y="3235562"/>
                </a:lnTo>
                <a:lnTo>
                  <a:pt x="249787" y="3278062"/>
                </a:lnTo>
                <a:lnTo>
                  <a:pt x="267319" y="3320278"/>
                </a:lnTo>
                <a:lnTo>
                  <a:pt x="285399" y="3362205"/>
                </a:lnTo>
                <a:lnTo>
                  <a:pt x="304024" y="3403839"/>
                </a:lnTo>
                <a:lnTo>
                  <a:pt x="323189" y="3445176"/>
                </a:lnTo>
                <a:lnTo>
                  <a:pt x="342890" y="3486211"/>
                </a:lnTo>
                <a:lnTo>
                  <a:pt x="363121" y="3526939"/>
                </a:lnTo>
                <a:lnTo>
                  <a:pt x="383879" y="3567357"/>
                </a:lnTo>
                <a:lnTo>
                  <a:pt x="405159" y="3607459"/>
                </a:lnTo>
                <a:lnTo>
                  <a:pt x="426957" y="3647241"/>
                </a:lnTo>
                <a:lnTo>
                  <a:pt x="449268" y="3686698"/>
                </a:lnTo>
                <a:lnTo>
                  <a:pt x="472087" y="3725827"/>
                </a:lnTo>
                <a:lnTo>
                  <a:pt x="495410" y="3764622"/>
                </a:lnTo>
                <a:lnTo>
                  <a:pt x="519233" y="3803080"/>
                </a:lnTo>
                <a:lnTo>
                  <a:pt x="543551" y="3841195"/>
                </a:lnTo>
                <a:lnTo>
                  <a:pt x="568360" y="3878963"/>
                </a:lnTo>
                <a:lnTo>
                  <a:pt x="593655" y="3916380"/>
                </a:lnTo>
                <a:lnTo>
                  <a:pt x="619432" y="3953442"/>
                </a:lnTo>
                <a:lnTo>
                  <a:pt x="645685" y="3990142"/>
                </a:lnTo>
                <a:lnTo>
                  <a:pt x="672412" y="4026479"/>
                </a:lnTo>
                <a:lnTo>
                  <a:pt x="699606" y="4062446"/>
                </a:lnTo>
                <a:lnTo>
                  <a:pt x="727264" y="4098039"/>
                </a:lnTo>
                <a:lnTo>
                  <a:pt x="755382" y="4133254"/>
                </a:lnTo>
                <a:lnTo>
                  <a:pt x="783954" y="4168086"/>
                </a:lnTo>
                <a:lnTo>
                  <a:pt x="812976" y="4202531"/>
                </a:lnTo>
                <a:lnTo>
                  <a:pt x="842444" y="4236584"/>
                </a:lnTo>
                <a:lnTo>
                  <a:pt x="872354" y="4270242"/>
                </a:lnTo>
                <a:lnTo>
                  <a:pt x="902700" y="4303498"/>
                </a:lnTo>
                <a:lnTo>
                  <a:pt x="933479" y="4336350"/>
                </a:lnTo>
                <a:lnTo>
                  <a:pt x="964685" y="4368792"/>
                </a:lnTo>
                <a:lnTo>
                  <a:pt x="996315" y="4400819"/>
                </a:lnTo>
                <a:lnTo>
                  <a:pt x="1028363" y="4432429"/>
                </a:lnTo>
                <a:lnTo>
                  <a:pt x="1060826" y="4463615"/>
                </a:lnTo>
                <a:lnTo>
                  <a:pt x="1093698" y="4494373"/>
                </a:lnTo>
                <a:lnTo>
                  <a:pt x="1126976" y="4524700"/>
                </a:lnTo>
                <a:lnTo>
                  <a:pt x="1160655" y="4554590"/>
                </a:lnTo>
                <a:lnTo>
                  <a:pt x="1194731" y="4584039"/>
                </a:lnTo>
                <a:lnTo>
                  <a:pt x="1229198" y="4613043"/>
                </a:lnTo>
                <a:lnTo>
                  <a:pt x="1264052" y="4641596"/>
                </a:lnTo>
                <a:lnTo>
                  <a:pt x="1299290" y="4669696"/>
                </a:lnTo>
                <a:lnTo>
                  <a:pt x="1334906" y="4697336"/>
                </a:lnTo>
                <a:lnTo>
                  <a:pt x="1370896" y="4724513"/>
                </a:lnTo>
                <a:lnTo>
                  <a:pt x="1407255" y="4751222"/>
                </a:lnTo>
                <a:lnTo>
                  <a:pt x="1443979" y="4777458"/>
                </a:lnTo>
                <a:lnTo>
                  <a:pt x="1481064" y="4803218"/>
                </a:lnTo>
                <a:lnTo>
                  <a:pt x="1518505" y="4828496"/>
                </a:lnTo>
                <a:lnTo>
                  <a:pt x="1556298" y="4853289"/>
                </a:lnTo>
                <a:lnTo>
                  <a:pt x="1594437" y="4877591"/>
                </a:lnTo>
                <a:lnTo>
                  <a:pt x="1632919" y="4901399"/>
                </a:lnTo>
                <a:lnTo>
                  <a:pt x="1671739" y="4924707"/>
                </a:lnTo>
                <a:lnTo>
                  <a:pt x="1710893" y="4947511"/>
                </a:lnTo>
                <a:lnTo>
                  <a:pt x="1750375" y="4969807"/>
                </a:lnTo>
                <a:lnTo>
                  <a:pt x="1790182" y="4991591"/>
                </a:lnTo>
                <a:lnTo>
                  <a:pt x="1830310" y="5012857"/>
                </a:lnTo>
                <a:lnTo>
                  <a:pt x="1870753" y="5033601"/>
                </a:lnTo>
                <a:lnTo>
                  <a:pt x="1911507" y="5053819"/>
                </a:lnTo>
                <a:lnTo>
                  <a:pt x="1952568" y="5073507"/>
                </a:lnTo>
                <a:lnTo>
                  <a:pt x="1993931" y="5092660"/>
                </a:lnTo>
                <a:lnTo>
                  <a:pt x="2035591" y="5111272"/>
                </a:lnTo>
                <a:lnTo>
                  <a:pt x="2077545" y="5129341"/>
                </a:lnTo>
                <a:lnTo>
                  <a:pt x="2119787" y="5146861"/>
                </a:lnTo>
                <a:lnTo>
                  <a:pt x="2162314" y="5163828"/>
                </a:lnTo>
                <a:lnTo>
                  <a:pt x="2205120" y="5180237"/>
                </a:lnTo>
                <a:lnTo>
                  <a:pt x="2248202" y="5196085"/>
                </a:lnTo>
                <a:lnTo>
                  <a:pt x="2291554" y="5211366"/>
                </a:lnTo>
                <a:lnTo>
                  <a:pt x="2335173" y="5226075"/>
                </a:lnTo>
                <a:lnTo>
                  <a:pt x="2379053" y="5240210"/>
                </a:lnTo>
                <a:lnTo>
                  <a:pt x="2423191" y="5253764"/>
                </a:lnTo>
                <a:lnTo>
                  <a:pt x="2467582" y="5266734"/>
                </a:lnTo>
                <a:lnTo>
                  <a:pt x="2512220" y="5279114"/>
                </a:lnTo>
                <a:lnTo>
                  <a:pt x="2557103" y="5290902"/>
                </a:lnTo>
                <a:lnTo>
                  <a:pt x="2602225" y="5302091"/>
                </a:lnTo>
                <a:lnTo>
                  <a:pt x="2647582" y="5312678"/>
                </a:lnTo>
                <a:lnTo>
                  <a:pt x="2693169" y="5322658"/>
                </a:lnTo>
                <a:lnTo>
                  <a:pt x="2738982" y="5332027"/>
                </a:lnTo>
                <a:lnTo>
                  <a:pt x="2785016" y="5340780"/>
                </a:lnTo>
                <a:lnTo>
                  <a:pt x="2831267" y="5348913"/>
                </a:lnTo>
                <a:lnTo>
                  <a:pt x="2877731" y="5356420"/>
                </a:lnTo>
                <a:lnTo>
                  <a:pt x="2924403" y="5363299"/>
                </a:lnTo>
                <a:lnTo>
                  <a:pt x="2971278" y="5369543"/>
                </a:lnTo>
                <a:lnTo>
                  <a:pt x="3018352" y="5375150"/>
                </a:lnTo>
                <a:lnTo>
                  <a:pt x="3065620" y="5380113"/>
                </a:lnTo>
                <a:lnTo>
                  <a:pt x="3113079" y="5384429"/>
                </a:lnTo>
                <a:lnTo>
                  <a:pt x="3160723" y="5388094"/>
                </a:lnTo>
                <a:lnTo>
                  <a:pt x="3208548" y="5391102"/>
                </a:lnTo>
                <a:lnTo>
                  <a:pt x="3256549" y="5393450"/>
                </a:lnTo>
                <a:lnTo>
                  <a:pt x="3304722" y="5395132"/>
                </a:lnTo>
                <a:lnTo>
                  <a:pt x="3353063" y="5396145"/>
                </a:lnTo>
                <a:lnTo>
                  <a:pt x="3401568" y="5396484"/>
                </a:lnTo>
                <a:lnTo>
                  <a:pt x="3450075" y="5396145"/>
                </a:lnTo>
                <a:lnTo>
                  <a:pt x="3498419" y="5395132"/>
                </a:lnTo>
                <a:lnTo>
                  <a:pt x="3546595" y="5393450"/>
                </a:lnTo>
                <a:lnTo>
                  <a:pt x="3594600" y="5391102"/>
                </a:lnTo>
                <a:lnTo>
                  <a:pt x="3642427" y="5388094"/>
                </a:lnTo>
                <a:lnTo>
                  <a:pt x="3690074" y="5384429"/>
                </a:lnTo>
                <a:lnTo>
                  <a:pt x="3737535" y="5380113"/>
                </a:lnTo>
                <a:lnTo>
                  <a:pt x="3784806" y="5375150"/>
                </a:lnTo>
                <a:lnTo>
                  <a:pt x="3831882" y="5369543"/>
                </a:lnTo>
                <a:lnTo>
                  <a:pt x="3878760" y="5363299"/>
                </a:lnTo>
                <a:lnTo>
                  <a:pt x="3925433" y="5356420"/>
                </a:lnTo>
                <a:lnTo>
                  <a:pt x="3971899" y="5348913"/>
                </a:lnTo>
                <a:lnTo>
                  <a:pt x="4018153" y="5340780"/>
                </a:lnTo>
                <a:lnTo>
                  <a:pt x="4064189" y="5332027"/>
                </a:lnTo>
                <a:lnTo>
                  <a:pt x="4110004" y="5322658"/>
                </a:lnTo>
                <a:lnTo>
                  <a:pt x="4155592" y="5312678"/>
                </a:lnTo>
                <a:lnTo>
                  <a:pt x="4200951" y="5302091"/>
                </a:lnTo>
                <a:lnTo>
                  <a:pt x="4246074" y="5290902"/>
                </a:lnTo>
                <a:lnTo>
                  <a:pt x="4290958" y="5279114"/>
                </a:lnTo>
                <a:lnTo>
                  <a:pt x="4335598" y="5266734"/>
                </a:lnTo>
                <a:lnTo>
                  <a:pt x="4379990" y="5253764"/>
                </a:lnTo>
                <a:lnTo>
                  <a:pt x="4424129" y="5240210"/>
                </a:lnTo>
                <a:lnTo>
                  <a:pt x="4468011" y="5226075"/>
                </a:lnTo>
                <a:lnTo>
                  <a:pt x="4511630" y="5211366"/>
                </a:lnTo>
                <a:lnTo>
                  <a:pt x="4554984" y="5196085"/>
                </a:lnTo>
                <a:lnTo>
                  <a:pt x="4598066" y="5180237"/>
                </a:lnTo>
                <a:lnTo>
                  <a:pt x="4640873" y="5163828"/>
                </a:lnTo>
                <a:lnTo>
                  <a:pt x="4683401" y="5146861"/>
                </a:lnTo>
                <a:lnTo>
                  <a:pt x="4725644" y="5129341"/>
                </a:lnTo>
                <a:lnTo>
                  <a:pt x="4767598" y="5111272"/>
                </a:lnTo>
                <a:lnTo>
                  <a:pt x="4809259" y="5092660"/>
                </a:lnTo>
                <a:lnTo>
                  <a:pt x="4850622" y="5073507"/>
                </a:lnTo>
                <a:lnTo>
                  <a:pt x="4891684" y="5053819"/>
                </a:lnTo>
                <a:lnTo>
                  <a:pt x="4932438" y="5033601"/>
                </a:lnTo>
                <a:lnTo>
                  <a:pt x="4972881" y="5012857"/>
                </a:lnTo>
                <a:lnTo>
                  <a:pt x="5013009" y="4991591"/>
                </a:lnTo>
                <a:lnTo>
                  <a:pt x="5052816" y="4969807"/>
                </a:lnTo>
                <a:lnTo>
                  <a:pt x="5092299" y="4947511"/>
                </a:lnTo>
                <a:lnTo>
                  <a:pt x="5131453" y="4924707"/>
                </a:lnTo>
                <a:lnTo>
                  <a:pt x="5170272" y="4901399"/>
                </a:lnTo>
                <a:lnTo>
                  <a:pt x="5208754" y="4877591"/>
                </a:lnTo>
                <a:lnTo>
                  <a:pt x="5246894" y="4853289"/>
                </a:lnTo>
                <a:lnTo>
                  <a:pt x="5284686" y="4828496"/>
                </a:lnTo>
                <a:lnTo>
                  <a:pt x="5322126" y="4803218"/>
                </a:lnTo>
                <a:lnTo>
                  <a:pt x="5359211" y="4777458"/>
                </a:lnTo>
                <a:lnTo>
                  <a:pt x="5395935" y="4751222"/>
                </a:lnTo>
                <a:lnTo>
                  <a:pt x="5432294" y="4724513"/>
                </a:lnTo>
                <a:lnTo>
                  <a:pt x="5468283" y="4697336"/>
                </a:lnTo>
                <a:lnTo>
                  <a:pt x="5503899" y="4669696"/>
                </a:lnTo>
                <a:lnTo>
                  <a:pt x="5539136" y="4641596"/>
                </a:lnTo>
                <a:lnTo>
                  <a:pt x="5573990" y="4613043"/>
                </a:lnTo>
                <a:lnTo>
                  <a:pt x="5608456" y="4584039"/>
                </a:lnTo>
                <a:lnTo>
                  <a:pt x="5642531" y="4554590"/>
                </a:lnTo>
                <a:lnTo>
                  <a:pt x="5676209" y="4524700"/>
                </a:lnTo>
                <a:lnTo>
                  <a:pt x="5709487" y="4494373"/>
                </a:lnTo>
                <a:lnTo>
                  <a:pt x="5742358" y="4463615"/>
                </a:lnTo>
                <a:lnTo>
                  <a:pt x="5774820" y="4432429"/>
                </a:lnTo>
                <a:lnTo>
                  <a:pt x="5806868" y="4400819"/>
                </a:lnTo>
                <a:lnTo>
                  <a:pt x="5838497" y="4368792"/>
                </a:lnTo>
                <a:lnTo>
                  <a:pt x="5869702" y="4336350"/>
                </a:lnTo>
                <a:lnTo>
                  <a:pt x="5900480" y="4303498"/>
                </a:lnTo>
                <a:lnTo>
                  <a:pt x="5930825" y="4270242"/>
                </a:lnTo>
                <a:lnTo>
                  <a:pt x="5960734" y="4236584"/>
                </a:lnTo>
                <a:lnTo>
                  <a:pt x="5990201" y="4202531"/>
                </a:lnTo>
                <a:lnTo>
                  <a:pt x="6019222" y="4168086"/>
                </a:lnTo>
                <a:lnTo>
                  <a:pt x="6047794" y="4133254"/>
                </a:lnTo>
                <a:lnTo>
                  <a:pt x="6075910" y="4098039"/>
                </a:lnTo>
                <a:lnTo>
                  <a:pt x="6103567" y="4062446"/>
                </a:lnTo>
                <a:lnTo>
                  <a:pt x="6130761" y="4026479"/>
                </a:lnTo>
                <a:lnTo>
                  <a:pt x="6157486" y="3990142"/>
                </a:lnTo>
                <a:lnTo>
                  <a:pt x="6183739" y="3953442"/>
                </a:lnTo>
                <a:lnTo>
                  <a:pt x="6209514" y="3916380"/>
                </a:lnTo>
                <a:lnTo>
                  <a:pt x="6234808" y="3878963"/>
                </a:lnTo>
                <a:lnTo>
                  <a:pt x="6259615" y="3841195"/>
                </a:lnTo>
                <a:lnTo>
                  <a:pt x="6283932" y="3803080"/>
                </a:lnTo>
                <a:lnTo>
                  <a:pt x="6307754" y="3764622"/>
                </a:lnTo>
                <a:lnTo>
                  <a:pt x="6331077" y="3725827"/>
                </a:lnTo>
                <a:lnTo>
                  <a:pt x="6353895" y="3686698"/>
                </a:lnTo>
                <a:lnTo>
                  <a:pt x="6376204" y="3647241"/>
                </a:lnTo>
                <a:lnTo>
                  <a:pt x="6398001" y="3607459"/>
                </a:lnTo>
                <a:lnTo>
                  <a:pt x="6419280" y="3567357"/>
                </a:lnTo>
                <a:lnTo>
                  <a:pt x="6440037" y="3526939"/>
                </a:lnTo>
                <a:lnTo>
                  <a:pt x="6460267" y="3486211"/>
                </a:lnTo>
                <a:lnTo>
                  <a:pt x="6479967" y="3445176"/>
                </a:lnTo>
                <a:lnTo>
                  <a:pt x="6499131" y="3403839"/>
                </a:lnTo>
                <a:lnTo>
                  <a:pt x="6517755" y="3362205"/>
                </a:lnTo>
                <a:lnTo>
                  <a:pt x="6535834" y="3320278"/>
                </a:lnTo>
                <a:lnTo>
                  <a:pt x="6553365" y="3278062"/>
                </a:lnTo>
                <a:lnTo>
                  <a:pt x="6570342" y="3235562"/>
                </a:lnTo>
                <a:lnTo>
                  <a:pt x="6586761" y="3192782"/>
                </a:lnTo>
                <a:lnTo>
                  <a:pt x="6602618" y="3149728"/>
                </a:lnTo>
                <a:lnTo>
                  <a:pt x="6617908" y="3106402"/>
                </a:lnTo>
                <a:lnTo>
                  <a:pt x="6632626" y="3062811"/>
                </a:lnTo>
                <a:lnTo>
                  <a:pt x="6646769" y="3018958"/>
                </a:lnTo>
                <a:lnTo>
                  <a:pt x="6660331" y="2974848"/>
                </a:lnTo>
                <a:lnTo>
                  <a:pt x="6673309" y="2930485"/>
                </a:lnTo>
                <a:lnTo>
                  <a:pt x="6685697" y="2885874"/>
                </a:lnTo>
                <a:lnTo>
                  <a:pt x="6697492" y="2841020"/>
                </a:lnTo>
                <a:lnTo>
                  <a:pt x="6708688" y="2795926"/>
                </a:lnTo>
                <a:lnTo>
                  <a:pt x="6719281" y="2750597"/>
                </a:lnTo>
                <a:lnTo>
                  <a:pt x="6729267" y="2705038"/>
                </a:lnTo>
                <a:lnTo>
                  <a:pt x="6738641" y="2659254"/>
                </a:lnTo>
                <a:lnTo>
                  <a:pt x="6747399" y="2613248"/>
                </a:lnTo>
                <a:lnTo>
                  <a:pt x="6755537" y="2567025"/>
                </a:lnTo>
                <a:lnTo>
                  <a:pt x="6763049" y="2520590"/>
                </a:lnTo>
                <a:lnTo>
                  <a:pt x="6769931" y="2473947"/>
                </a:lnTo>
                <a:lnTo>
                  <a:pt x="6776179" y="2427101"/>
                </a:lnTo>
                <a:lnTo>
                  <a:pt x="6781789" y="2380056"/>
                </a:lnTo>
                <a:lnTo>
                  <a:pt x="6786756" y="2332816"/>
                </a:lnTo>
                <a:lnTo>
                  <a:pt x="6791074" y="2285387"/>
                </a:lnTo>
                <a:lnTo>
                  <a:pt x="6794741" y="2237772"/>
                </a:lnTo>
                <a:lnTo>
                  <a:pt x="6797751" y="2189977"/>
                </a:lnTo>
                <a:lnTo>
                  <a:pt x="6800100" y="2142005"/>
                </a:lnTo>
                <a:lnTo>
                  <a:pt x="6801783" y="2093861"/>
                </a:lnTo>
                <a:lnTo>
                  <a:pt x="6802797" y="2045549"/>
                </a:lnTo>
                <a:lnTo>
                  <a:pt x="6803135" y="1997075"/>
                </a:lnTo>
                <a:lnTo>
                  <a:pt x="6803135" y="0"/>
                </a:lnTo>
                <a:close/>
              </a:path>
            </a:pathLst>
          </a:custGeom>
          <a:solidFill>
            <a:srgbClr val="FCF9F6">
              <a:alpha val="98823"/>
            </a:srgbClr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79666792" name="Holder 2"/>
          <p:cNvSpPr>
            <a:spLocks noGrp="1"/>
          </p:cNvSpPr>
          <p:nvPr>
            <p:ph type="ctrTitle"/>
          </p:nvPr>
        </p:nvSpPr>
        <p:spPr bwMode="auto">
          <a:xfrm>
            <a:off x="3529964" y="1948942"/>
            <a:ext cx="517207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2C8F"/>
                </a:solidFill>
                <a:latin typeface="Arial Black"/>
                <a:cs typeface="Arial Black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6782666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0835428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008678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198494256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733883" name="bg object 16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63468879" name="bg object 17"/>
          <p:cNvSpPr/>
          <p:nvPr/>
        </p:nvSpPr>
        <p:spPr bwMode="auto">
          <a:xfrm>
            <a:off x="0" y="3427475"/>
            <a:ext cx="3430904" cy="3430904"/>
          </a:xfrm>
          <a:custGeom>
            <a:avLst/>
            <a:gdLst/>
            <a:ahLst/>
            <a:cxnLst/>
            <a:rect l="l" t="t" r="r" b="b"/>
            <a:pathLst>
              <a:path w="3430904" h="3430904" fill="norm" stroke="1" extrusionOk="0">
                <a:moveTo>
                  <a:pt x="3430524" y="0"/>
                </a:moveTo>
                <a:lnTo>
                  <a:pt x="0" y="0"/>
                </a:lnTo>
                <a:lnTo>
                  <a:pt x="0" y="3430524"/>
                </a:lnTo>
                <a:lnTo>
                  <a:pt x="3430524" y="3430524"/>
                </a:lnTo>
                <a:lnTo>
                  <a:pt x="3430524" y="0"/>
                </a:lnTo>
                <a:close/>
              </a:path>
            </a:pathLst>
          </a:custGeom>
          <a:solidFill>
            <a:srgbClr val="AAC3E8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47216806" name="bg object 18"/>
          <p:cNvSpPr/>
          <p:nvPr/>
        </p:nvSpPr>
        <p:spPr bwMode="auto">
          <a:xfrm>
            <a:off x="0" y="3427476"/>
            <a:ext cx="3430904" cy="3430904"/>
          </a:xfrm>
          <a:custGeom>
            <a:avLst/>
            <a:gdLst/>
            <a:ahLst/>
            <a:cxnLst/>
            <a:rect l="l" t="t" r="r" b="b"/>
            <a:pathLst>
              <a:path w="3430904" h="3430904" fill="norm" stroke="1" extrusionOk="0">
                <a:moveTo>
                  <a:pt x="3430524" y="0"/>
                </a:moveTo>
                <a:lnTo>
                  <a:pt x="0" y="3417389"/>
                </a:lnTo>
                <a:lnTo>
                  <a:pt x="0" y="3430523"/>
                </a:lnTo>
                <a:lnTo>
                  <a:pt x="3430524" y="3430523"/>
                </a:lnTo>
                <a:lnTo>
                  <a:pt x="3430524" y="0"/>
                </a:lnTo>
                <a:close/>
              </a:path>
            </a:pathLst>
          </a:custGeom>
          <a:solidFill>
            <a:srgbClr val="F5CDCE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24921274" name="bg object 19"/>
          <p:cNvSpPr/>
          <p:nvPr/>
        </p:nvSpPr>
        <p:spPr bwMode="auto">
          <a:xfrm>
            <a:off x="0" y="0"/>
            <a:ext cx="3424553" cy="3436620"/>
          </a:xfrm>
          <a:custGeom>
            <a:avLst/>
            <a:gdLst/>
            <a:ahLst/>
            <a:cxnLst/>
            <a:rect l="l" t="t" r="r" b="b"/>
            <a:pathLst>
              <a:path w="3424554" h="3436620" fill="norm" stroke="1" extrusionOk="0">
                <a:moveTo>
                  <a:pt x="3424428" y="0"/>
                </a:moveTo>
                <a:lnTo>
                  <a:pt x="0" y="0"/>
                </a:lnTo>
                <a:lnTo>
                  <a:pt x="0" y="3436620"/>
                </a:lnTo>
                <a:lnTo>
                  <a:pt x="3424428" y="3436620"/>
                </a:lnTo>
                <a:lnTo>
                  <a:pt x="3424428" y="0"/>
                </a:lnTo>
                <a:close/>
              </a:path>
            </a:pathLst>
          </a:custGeom>
          <a:solidFill>
            <a:srgbClr val="CCBD88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13069473" name="bg object 20"/>
          <p:cNvSpPr/>
          <p:nvPr/>
        </p:nvSpPr>
        <p:spPr bwMode="auto">
          <a:xfrm>
            <a:off x="0" y="1523"/>
            <a:ext cx="3424553" cy="3435350"/>
          </a:xfrm>
          <a:custGeom>
            <a:avLst/>
            <a:gdLst/>
            <a:ahLst/>
            <a:cxnLst/>
            <a:rect l="l" t="t" r="r" b="b"/>
            <a:pathLst>
              <a:path w="3424554" h="3435350" fill="norm" stroke="1" extrusionOk="0">
                <a:moveTo>
                  <a:pt x="0" y="0"/>
                </a:moveTo>
                <a:lnTo>
                  <a:pt x="0" y="3435096"/>
                </a:lnTo>
                <a:lnTo>
                  <a:pt x="3424428" y="3435096"/>
                </a:lnTo>
                <a:lnTo>
                  <a:pt x="0" y="0"/>
                </a:lnTo>
                <a:close/>
              </a:path>
            </a:pathLst>
          </a:custGeom>
          <a:solidFill>
            <a:srgbClr val="F5CDCE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39727153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000" b="1" i="0">
                <a:solidFill>
                  <a:srgbClr val="2B91AD"/>
                </a:solidFill>
                <a:latin typeface="Consolas"/>
                <a:cs typeface="Consola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1528417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1800" b="0" i="0">
                <a:solidFill>
                  <a:srgbClr val="1F2C8F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54341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364100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142498277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wo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237309" name="bg object 16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523842130" name="bg object 17"/>
          <p:cNvPicPr/>
          <p:nvPr/>
        </p:nvPicPr>
        <p:blipFill>
          <a:blip r:embed="rId2"/>
          <a:stretch/>
        </p:blipFill>
        <p:spPr bwMode="auto">
          <a:xfrm>
            <a:off x="0" y="7620"/>
            <a:ext cx="2243328" cy="2095500"/>
          </a:xfrm>
          <a:prstGeom prst="rect">
            <a:avLst/>
          </a:prstGeom>
        </p:spPr>
      </p:pic>
      <p:pic>
        <p:nvPicPr>
          <p:cNvPr id="2120342447" name="bg object 18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1048080838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000" b="1" i="0">
                <a:solidFill>
                  <a:srgbClr val="2B91AD"/>
                </a:solidFill>
                <a:latin typeface="Consolas"/>
                <a:cs typeface="Consola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1861691" name="Holder 3"/>
          <p:cNvSpPr>
            <a:spLocks noGrp="1"/>
          </p:cNvSpPr>
          <p:nvPr>
            <p:ph sz="half" idx="2"/>
          </p:nvPr>
        </p:nvSpPr>
        <p:spPr bwMode="auto"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02975782" name="Holder 4"/>
          <p:cNvSpPr>
            <a:spLocks noGrp="1"/>
          </p:cNvSpPr>
          <p:nvPr>
            <p:ph sz="half" idx="3"/>
          </p:nvPr>
        </p:nvSpPr>
        <p:spPr bwMode="auto"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109841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528736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197728960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880383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000" b="1" i="0">
                <a:solidFill>
                  <a:srgbClr val="2B91AD"/>
                </a:solidFill>
                <a:latin typeface="Consolas"/>
                <a:cs typeface="Consola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430526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190041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96972214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039953" name="bg object 16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228985385" name="bg object 17"/>
          <p:cNvPicPr/>
          <p:nvPr/>
        </p:nvPicPr>
        <p:blipFill>
          <a:blip r:embed="rId2"/>
          <a:stretch/>
        </p:blipFill>
        <p:spPr bwMode="auto">
          <a:xfrm>
            <a:off x="0" y="7620"/>
            <a:ext cx="2243328" cy="2095500"/>
          </a:xfrm>
          <a:prstGeom prst="rect">
            <a:avLst/>
          </a:prstGeom>
        </p:spPr>
      </p:pic>
      <p:sp>
        <p:nvSpPr>
          <p:cNvPr id="59152452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169906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168890182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089106" name="bg object 16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6018981" name="Holder 2"/>
          <p:cNvSpPr>
            <a:spLocks noGrp="1"/>
          </p:cNvSpPr>
          <p:nvPr>
            <p:ph type="title"/>
          </p:nvPr>
        </p:nvSpPr>
        <p:spPr bwMode="auto">
          <a:xfrm>
            <a:off x="169265" y="379221"/>
            <a:ext cx="2250440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B91AD"/>
                </a:solidFill>
                <a:latin typeface="Consolas"/>
                <a:cs typeface="Consola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6065604" name="Holder 3"/>
          <p:cNvSpPr>
            <a:spLocks noGrp="1"/>
          </p:cNvSpPr>
          <p:nvPr>
            <p:ph type="body" idx="1"/>
          </p:nvPr>
        </p:nvSpPr>
        <p:spPr bwMode="auto">
          <a:xfrm>
            <a:off x="620394" y="1388109"/>
            <a:ext cx="10951210" cy="2588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F2C8F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468779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01806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207952055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770216" name="object 2"/>
          <p:cNvSpPr/>
          <p:nvPr/>
        </p:nvSpPr>
        <p:spPr bwMode="auto">
          <a:xfrm>
            <a:off x="5295899" y="0"/>
            <a:ext cx="6896100" cy="6858000"/>
          </a:xfrm>
          <a:custGeom>
            <a:avLst/>
            <a:gdLst/>
            <a:ahLst/>
            <a:cxnLst/>
            <a:rect l="l" t="t" r="r" b="b"/>
            <a:pathLst>
              <a:path w="6896100" h="6858000" fill="norm" stroke="1" extrusionOk="0">
                <a:moveTo>
                  <a:pt x="0" y="6858000"/>
                </a:moveTo>
                <a:lnTo>
                  <a:pt x="6896100" y="6858000"/>
                </a:lnTo>
                <a:lnTo>
                  <a:pt x="6896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CDCE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pSp>
        <p:nvGrpSpPr>
          <p:cNvPr id="33973379" name="object 3"/>
          <p:cNvGrpSpPr/>
          <p:nvPr/>
        </p:nvGrpSpPr>
        <p:grpSpPr bwMode="auto">
          <a:xfrm>
            <a:off x="0" y="0"/>
            <a:ext cx="10791825" cy="6858000"/>
            <a:chOff x="0" y="0"/>
            <a:chExt cx="10791825" cy="685800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0"/>
              <a:ext cx="5295899" cy="6858000"/>
            </a:xfrm>
            <a:custGeom>
              <a:avLst/>
              <a:gdLst/>
              <a:ahLst/>
              <a:cxnLst/>
              <a:rect l="l" t="t" r="r" b="b"/>
              <a:pathLst>
                <a:path w="5295900" h="6858000" fill="norm" stroke="1" extrusionOk="0">
                  <a:moveTo>
                    <a:pt x="0" y="6857998"/>
                  </a:moveTo>
                  <a:lnTo>
                    <a:pt x="5295900" y="6857998"/>
                  </a:lnTo>
                  <a:lnTo>
                    <a:pt x="5295900" y="0"/>
                  </a:lnTo>
                  <a:lnTo>
                    <a:pt x="0" y="0"/>
                  </a:lnTo>
                  <a:lnTo>
                    <a:pt x="0" y="6857998"/>
                  </a:lnTo>
                  <a:close/>
                </a:path>
              </a:pathLst>
            </a:custGeom>
            <a:solidFill>
              <a:srgbClr val="AAC3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1600200" y="1153667"/>
              <a:ext cx="9191625" cy="5704840"/>
            </a:xfrm>
            <a:custGeom>
              <a:avLst/>
              <a:gdLst/>
              <a:ahLst/>
              <a:cxnLst/>
              <a:rect l="l" t="t" r="r" b="b"/>
              <a:pathLst>
                <a:path w="9191625" h="5704840" fill="norm" stroke="1" extrusionOk="0">
                  <a:moveTo>
                    <a:pt x="4595622" y="0"/>
                  </a:moveTo>
                  <a:lnTo>
                    <a:pt x="4547182" y="249"/>
                  </a:lnTo>
                  <a:lnTo>
                    <a:pt x="4498861" y="997"/>
                  </a:lnTo>
                  <a:lnTo>
                    <a:pt x="4450663" y="2240"/>
                  </a:lnTo>
                  <a:lnTo>
                    <a:pt x="4402589" y="3977"/>
                  </a:lnTo>
                  <a:lnTo>
                    <a:pt x="4354642" y="6204"/>
                  </a:lnTo>
                  <a:lnTo>
                    <a:pt x="4306823" y="8919"/>
                  </a:lnTo>
                  <a:lnTo>
                    <a:pt x="4259137" y="12120"/>
                  </a:lnTo>
                  <a:lnTo>
                    <a:pt x="4211584" y="15804"/>
                  </a:lnTo>
                  <a:lnTo>
                    <a:pt x="4164169" y="19969"/>
                  </a:lnTo>
                  <a:lnTo>
                    <a:pt x="4116892" y="24613"/>
                  </a:lnTo>
                  <a:lnTo>
                    <a:pt x="4069756" y="29732"/>
                  </a:lnTo>
                  <a:lnTo>
                    <a:pt x="4022765" y="35325"/>
                  </a:lnTo>
                  <a:lnTo>
                    <a:pt x="3975919" y="41389"/>
                  </a:lnTo>
                  <a:lnTo>
                    <a:pt x="3929223" y="47922"/>
                  </a:lnTo>
                  <a:lnTo>
                    <a:pt x="3882677" y="54921"/>
                  </a:lnTo>
                  <a:lnTo>
                    <a:pt x="3836286" y="62384"/>
                  </a:lnTo>
                  <a:lnTo>
                    <a:pt x="3790050" y="70308"/>
                  </a:lnTo>
                  <a:lnTo>
                    <a:pt x="3743973" y="78691"/>
                  </a:lnTo>
                  <a:lnTo>
                    <a:pt x="3698057" y="87530"/>
                  </a:lnTo>
                  <a:lnTo>
                    <a:pt x="3652305" y="96824"/>
                  </a:lnTo>
                  <a:lnTo>
                    <a:pt x="3606718" y="106569"/>
                  </a:lnTo>
                  <a:lnTo>
                    <a:pt x="3561299" y="116763"/>
                  </a:lnTo>
                  <a:lnTo>
                    <a:pt x="3516052" y="127403"/>
                  </a:lnTo>
                  <a:lnTo>
                    <a:pt x="3470977" y="138488"/>
                  </a:lnTo>
                  <a:lnTo>
                    <a:pt x="3426079" y="150015"/>
                  </a:lnTo>
                  <a:lnTo>
                    <a:pt x="3381358" y="161981"/>
                  </a:lnTo>
                  <a:lnTo>
                    <a:pt x="3336818" y="174384"/>
                  </a:lnTo>
                  <a:lnTo>
                    <a:pt x="3292461" y="187221"/>
                  </a:lnTo>
                  <a:lnTo>
                    <a:pt x="3248289" y="200491"/>
                  </a:lnTo>
                  <a:lnTo>
                    <a:pt x="3204305" y="214190"/>
                  </a:lnTo>
                  <a:lnTo>
                    <a:pt x="3160512" y="228316"/>
                  </a:lnTo>
                  <a:lnTo>
                    <a:pt x="3116911" y="242867"/>
                  </a:lnTo>
                  <a:lnTo>
                    <a:pt x="3073506" y="257840"/>
                  </a:lnTo>
                  <a:lnTo>
                    <a:pt x="3030298" y="273233"/>
                  </a:lnTo>
                  <a:lnTo>
                    <a:pt x="2987290" y="289043"/>
                  </a:lnTo>
                  <a:lnTo>
                    <a:pt x="2944485" y="305268"/>
                  </a:lnTo>
                  <a:lnTo>
                    <a:pt x="2901885" y="321905"/>
                  </a:lnTo>
                  <a:lnTo>
                    <a:pt x="2859492" y="338953"/>
                  </a:lnTo>
                  <a:lnTo>
                    <a:pt x="2817309" y="356408"/>
                  </a:lnTo>
                  <a:lnTo>
                    <a:pt x="2775339" y="374268"/>
                  </a:lnTo>
                  <a:lnTo>
                    <a:pt x="2733583" y="392531"/>
                  </a:lnTo>
                  <a:lnTo>
                    <a:pt x="2692045" y="411195"/>
                  </a:lnTo>
                  <a:lnTo>
                    <a:pt x="2650726" y="430256"/>
                  </a:lnTo>
                  <a:lnTo>
                    <a:pt x="2609629" y="449712"/>
                  </a:lnTo>
                  <a:lnTo>
                    <a:pt x="2568757" y="469562"/>
                  </a:lnTo>
                  <a:lnTo>
                    <a:pt x="2528112" y="489801"/>
                  </a:lnTo>
                  <a:lnTo>
                    <a:pt x="2487696" y="510429"/>
                  </a:lnTo>
                  <a:lnTo>
                    <a:pt x="2447512" y="531443"/>
                  </a:lnTo>
                  <a:lnTo>
                    <a:pt x="2407563" y="552839"/>
                  </a:lnTo>
                  <a:lnTo>
                    <a:pt x="2367850" y="574617"/>
                  </a:lnTo>
                  <a:lnTo>
                    <a:pt x="2328377" y="596772"/>
                  </a:lnTo>
                  <a:lnTo>
                    <a:pt x="2289145" y="619304"/>
                  </a:lnTo>
                  <a:lnTo>
                    <a:pt x="2250157" y="642209"/>
                  </a:lnTo>
                  <a:lnTo>
                    <a:pt x="2211416" y="665484"/>
                  </a:lnTo>
                  <a:lnTo>
                    <a:pt x="2172924" y="689129"/>
                  </a:lnTo>
                  <a:lnTo>
                    <a:pt x="2134683" y="713139"/>
                  </a:lnTo>
                  <a:lnTo>
                    <a:pt x="2096697" y="737513"/>
                  </a:lnTo>
                  <a:lnTo>
                    <a:pt x="2058966" y="762248"/>
                  </a:lnTo>
                  <a:lnTo>
                    <a:pt x="2021494" y="787342"/>
                  </a:lnTo>
                  <a:lnTo>
                    <a:pt x="1984284" y="812792"/>
                  </a:lnTo>
                  <a:lnTo>
                    <a:pt x="1947337" y="838596"/>
                  </a:lnTo>
                  <a:lnTo>
                    <a:pt x="1910657" y="864751"/>
                  </a:lnTo>
                  <a:lnTo>
                    <a:pt x="1874245" y="891256"/>
                  </a:lnTo>
                  <a:lnTo>
                    <a:pt x="1838104" y="918107"/>
                  </a:lnTo>
                  <a:lnTo>
                    <a:pt x="1802236" y="945302"/>
                  </a:lnTo>
                  <a:lnTo>
                    <a:pt x="1766644" y="972838"/>
                  </a:lnTo>
                  <a:lnTo>
                    <a:pt x="1731331" y="1000714"/>
                  </a:lnTo>
                  <a:lnTo>
                    <a:pt x="1696299" y="1028926"/>
                  </a:lnTo>
                  <a:lnTo>
                    <a:pt x="1661549" y="1057473"/>
                  </a:lnTo>
                  <a:lnTo>
                    <a:pt x="1627086" y="1086352"/>
                  </a:lnTo>
                  <a:lnTo>
                    <a:pt x="1592910" y="1115560"/>
                  </a:lnTo>
                  <a:lnTo>
                    <a:pt x="1559025" y="1145095"/>
                  </a:lnTo>
                  <a:lnTo>
                    <a:pt x="1525433" y="1174954"/>
                  </a:lnTo>
                  <a:lnTo>
                    <a:pt x="1492137" y="1205136"/>
                  </a:lnTo>
                  <a:lnTo>
                    <a:pt x="1459138" y="1235637"/>
                  </a:lnTo>
                  <a:lnTo>
                    <a:pt x="1426440" y="1266456"/>
                  </a:lnTo>
                  <a:lnTo>
                    <a:pt x="1394045" y="1297589"/>
                  </a:lnTo>
                  <a:lnTo>
                    <a:pt x="1361955" y="1329035"/>
                  </a:lnTo>
                  <a:lnTo>
                    <a:pt x="1330172" y="1360790"/>
                  </a:lnTo>
                  <a:lnTo>
                    <a:pt x="1298700" y="1392853"/>
                  </a:lnTo>
                  <a:lnTo>
                    <a:pt x="1267540" y="1425221"/>
                  </a:lnTo>
                  <a:lnTo>
                    <a:pt x="1236695" y="1457891"/>
                  </a:lnTo>
                  <a:lnTo>
                    <a:pt x="1206168" y="1490862"/>
                  </a:lnTo>
                  <a:lnTo>
                    <a:pt x="1175961" y="1524130"/>
                  </a:lnTo>
                  <a:lnTo>
                    <a:pt x="1146076" y="1557694"/>
                  </a:lnTo>
                  <a:lnTo>
                    <a:pt x="1116516" y="1591550"/>
                  </a:lnTo>
                  <a:lnTo>
                    <a:pt x="1087283" y="1625696"/>
                  </a:lnTo>
                  <a:lnTo>
                    <a:pt x="1058379" y="1660131"/>
                  </a:lnTo>
                  <a:lnTo>
                    <a:pt x="1029808" y="1694851"/>
                  </a:lnTo>
                  <a:lnTo>
                    <a:pt x="1001572" y="1729853"/>
                  </a:lnTo>
                  <a:lnTo>
                    <a:pt x="973672" y="1765137"/>
                  </a:lnTo>
                  <a:lnTo>
                    <a:pt x="946112" y="1800698"/>
                  </a:lnTo>
                  <a:lnTo>
                    <a:pt x="918894" y="1836536"/>
                  </a:lnTo>
                  <a:lnTo>
                    <a:pt x="892020" y="1872646"/>
                  </a:lnTo>
                  <a:lnTo>
                    <a:pt x="865493" y="1909027"/>
                  </a:lnTo>
                  <a:lnTo>
                    <a:pt x="839316" y="1945677"/>
                  </a:lnTo>
                  <a:lnTo>
                    <a:pt x="813490" y="1982592"/>
                  </a:lnTo>
                  <a:lnTo>
                    <a:pt x="788018" y="2019771"/>
                  </a:lnTo>
                  <a:lnTo>
                    <a:pt x="762902" y="2057211"/>
                  </a:lnTo>
                  <a:lnTo>
                    <a:pt x="738146" y="2094910"/>
                  </a:lnTo>
                  <a:lnTo>
                    <a:pt x="713751" y="2132865"/>
                  </a:lnTo>
                  <a:lnTo>
                    <a:pt x="689721" y="2171073"/>
                  </a:lnTo>
                  <a:lnTo>
                    <a:pt x="666056" y="2209533"/>
                  </a:lnTo>
                  <a:lnTo>
                    <a:pt x="642760" y="2248241"/>
                  </a:lnTo>
                  <a:lnTo>
                    <a:pt x="619836" y="2287196"/>
                  </a:lnTo>
                  <a:lnTo>
                    <a:pt x="597285" y="2326395"/>
                  </a:lnTo>
                  <a:lnTo>
                    <a:pt x="575111" y="2365835"/>
                  </a:lnTo>
                  <a:lnTo>
                    <a:pt x="553315" y="2405514"/>
                  </a:lnTo>
                  <a:lnTo>
                    <a:pt x="531900" y="2445430"/>
                  </a:lnTo>
                  <a:lnTo>
                    <a:pt x="510868" y="2485580"/>
                  </a:lnTo>
                  <a:lnTo>
                    <a:pt x="490223" y="2525962"/>
                  </a:lnTo>
                  <a:lnTo>
                    <a:pt x="469965" y="2566573"/>
                  </a:lnTo>
                  <a:lnTo>
                    <a:pt x="450099" y="2607410"/>
                  </a:lnTo>
                  <a:lnTo>
                    <a:pt x="430626" y="2648473"/>
                  </a:lnTo>
                  <a:lnTo>
                    <a:pt x="411548" y="2689757"/>
                  </a:lnTo>
                  <a:lnTo>
                    <a:pt x="392869" y="2731260"/>
                  </a:lnTo>
                  <a:lnTo>
                    <a:pt x="374590" y="2772981"/>
                  </a:lnTo>
                  <a:lnTo>
                    <a:pt x="356715" y="2814916"/>
                  </a:lnTo>
                  <a:lnTo>
                    <a:pt x="339245" y="2857064"/>
                  </a:lnTo>
                  <a:lnTo>
                    <a:pt x="322182" y="2899421"/>
                  </a:lnTo>
                  <a:lnTo>
                    <a:pt x="305531" y="2941985"/>
                  </a:lnTo>
                  <a:lnTo>
                    <a:pt x="289292" y="2984755"/>
                  </a:lnTo>
                  <a:lnTo>
                    <a:pt x="273468" y="3027726"/>
                  </a:lnTo>
                  <a:lnTo>
                    <a:pt x="258062" y="3070898"/>
                  </a:lnTo>
                  <a:lnTo>
                    <a:pt x="243076" y="3114267"/>
                  </a:lnTo>
                  <a:lnTo>
                    <a:pt x="228513" y="3157831"/>
                  </a:lnTo>
                  <a:lnTo>
                    <a:pt x="214374" y="3201588"/>
                  </a:lnTo>
                  <a:lnTo>
                    <a:pt x="200664" y="3245535"/>
                  </a:lnTo>
                  <a:lnTo>
                    <a:pt x="187383" y="3289670"/>
                  </a:lnTo>
                  <a:lnTo>
                    <a:pt x="174534" y="3333990"/>
                  </a:lnTo>
                  <a:lnTo>
                    <a:pt x="162121" y="3378493"/>
                  </a:lnTo>
                  <a:lnTo>
                    <a:pt x="150144" y="3423176"/>
                  </a:lnTo>
                  <a:lnTo>
                    <a:pt x="138608" y="3468037"/>
                  </a:lnTo>
                  <a:lnTo>
                    <a:pt x="127513" y="3513074"/>
                  </a:lnTo>
                  <a:lnTo>
                    <a:pt x="116863" y="3558284"/>
                  </a:lnTo>
                  <a:lnTo>
                    <a:pt x="106661" y="3603665"/>
                  </a:lnTo>
                  <a:lnTo>
                    <a:pt x="96907" y="3649213"/>
                  </a:lnTo>
                  <a:lnTo>
                    <a:pt x="87606" y="3694928"/>
                  </a:lnTo>
                  <a:lnTo>
                    <a:pt x="78759" y="3740806"/>
                  </a:lnTo>
                  <a:lnTo>
                    <a:pt x="70369" y="3786844"/>
                  </a:lnTo>
                  <a:lnTo>
                    <a:pt x="62438" y="3833042"/>
                  </a:lnTo>
                  <a:lnTo>
                    <a:pt x="54969" y="3879395"/>
                  </a:lnTo>
                  <a:lnTo>
                    <a:pt x="47963" y="3925901"/>
                  </a:lnTo>
                  <a:lnTo>
                    <a:pt x="41425" y="3972559"/>
                  </a:lnTo>
                  <a:lnTo>
                    <a:pt x="35356" y="4019365"/>
                  </a:lnTo>
                  <a:lnTo>
                    <a:pt x="29758" y="4066318"/>
                  </a:lnTo>
                  <a:lnTo>
                    <a:pt x="24634" y="4113414"/>
                  </a:lnTo>
                  <a:lnTo>
                    <a:pt x="19986" y="4160652"/>
                  </a:lnTo>
                  <a:lnTo>
                    <a:pt x="15818" y="4208029"/>
                  </a:lnTo>
                  <a:lnTo>
                    <a:pt x="12130" y="4255542"/>
                  </a:lnTo>
                  <a:lnTo>
                    <a:pt x="8927" y="4303189"/>
                  </a:lnTo>
                  <a:lnTo>
                    <a:pt x="6209" y="4350967"/>
                  </a:lnTo>
                  <a:lnTo>
                    <a:pt x="3980" y="4398875"/>
                  </a:lnTo>
                  <a:lnTo>
                    <a:pt x="2242" y="4446909"/>
                  </a:lnTo>
                  <a:lnTo>
                    <a:pt x="998" y="4495068"/>
                  </a:lnTo>
                  <a:lnTo>
                    <a:pt x="250" y="4543348"/>
                  </a:lnTo>
                  <a:lnTo>
                    <a:pt x="0" y="4591748"/>
                  </a:lnTo>
                  <a:lnTo>
                    <a:pt x="0" y="5704332"/>
                  </a:lnTo>
                  <a:lnTo>
                    <a:pt x="9191244" y="5704332"/>
                  </a:lnTo>
                  <a:lnTo>
                    <a:pt x="9191244" y="4591748"/>
                  </a:lnTo>
                  <a:lnTo>
                    <a:pt x="9190993" y="4543348"/>
                  </a:lnTo>
                  <a:lnTo>
                    <a:pt x="9190245" y="4495068"/>
                  </a:lnTo>
                  <a:lnTo>
                    <a:pt x="9189001" y="4446909"/>
                  </a:lnTo>
                  <a:lnTo>
                    <a:pt x="9187263" y="4398875"/>
                  </a:lnTo>
                  <a:lnTo>
                    <a:pt x="9185034" y="4350967"/>
                  </a:lnTo>
                  <a:lnTo>
                    <a:pt x="9182316" y="4303189"/>
                  </a:lnTo>
                  <a:lnTo>
                    <a:pt x="9179113" y="4255542"/>
                  </a:lnTo>
                  <a:lnTo>
                    <a:pt x="9175425" y="4208029"/>
                  </a:lnTo>
                  <a:lnTo>
                    <a:pt x="9171257" y="4160652"/>
                  </a:lnTo>
                  <a:lnTo>
                    <a:pt x="9166609" y="4113414"/>
                  </a:lnTo>
                  <a:lnTo>
                    <a:pt x="9161485" y="4066318"/>
                  </a:lnTo>
                  <a:lnTo>
                    <a:pt x="9155887" y="4019365"/>
                  </a:lnTo>
                  <a:lnTo>
                    <a:pt x="9149818" y="3972559"/>
                  </a:lnTo>
                  <a:lnTo>
                    <a:pt x="9143280" y="3925901"/>
                  </a:lnTo>
                  <a:lnTo>
                    <a:pt x="9136274" y="3879395"/>
                  </a:lnTo>
                  <a:lnTo>
                    <a:pt x="9128805" y="3833042"/>
                  </a:lnTo>
                  <a:lnTo>
                    <a:pt x="9120874" y="3786844"/>
                  </a:lnTo>
                  <a:lnTo>
                    <a:pt x="9112484" y="3740806"/>
                  </a:lnTo>
                  <a:lnTo>
                    <a:pt x="9103637" y="3694928"/>
                  </a:lnTo>
                  <a:lnTo>
                    <a:pt x="9094336" y="3649213"/>
                  </a:lnTo>
                  <a:lnTo>
                    <a:pt x="9084582" y="3603665"/>
                  </a:lnTo>
                  <a:lnTo>
                    <a:pt x="9074380" y="3558284"/>
                  </a:lnTo>
                  <a:lnTo>
                    <a:pt x="9063730" y="3513074"/>
                  </a:lnTo>
                  <a:lnTo>
                    <a:pt x="9052635" y="3468037"/>
                  </a:lnTo>
                  <a:lnTo>
                    <a:pt x="9041099" y="3423176"/>
                  </a:lnTo>
                  <a:lnTo>
                    <a:pt x="9029122" y="3378493"/>
                  </a:lnTo>
                  <a:lnTo>
                    <a:pt x="9016709" y="3333990"/>
                  </a:lnTo>
                  <a:lnTo>
                    <a:pt x="9003860" y="3289670"/>
                  </a:lnTo>
                  <a:lnTo>
                    <a:pt x="8990579" y="3245535"/>
                  </a:lnTo>
                  <a:lnTo>
                    <a:pt x="8976869" y="3201588"/>
                  </a:lnTo>
                  <a:lnTo>
                    <a:pt x="8962730" y="3157831"/>
                  </a:lnTo>
                  <a:lnTo>
                    <a:pt x="8948167" y="3114267"/>
                  </a:lnTo>
                  <a:lnTo>
                    <a:pt x="8933181" y="3070898"/>
                  </a:lnTo>
                  <a:lnTo>
                    <a:pt x="8917775" y="3027726"/>
                  </a:lnTo>
                  <a:lnTo>
                    <a:pt x="8901951" y="2984755"/>
                  </a:lnTo>
                  <a:lnTo>
                    <a:pt x="8885712" y="2941985"/>
                  </a:lnTo>
                  <a:lnTo>
                    <a:pt x="8869061" y="2899421"/>
                  </a:lnTo>
                  <a:lnTo>
                    <a:pt x="8851998" y="2857064"/>
                  </a:lnTo>
                  <a:lnTo>
                    <a:pt x="8834528" y="2814916"/>
                  </a:lnTo>
                  <a:lnTo>
                    <a:pt x="8816653" y="2772981"/>
                  </a:lnTo>
                  <a:lnTo>
                    <a:pt x="8798374" y="2731260"/>
                  </a:lnTo>
                  <a:lnTo>
                    <a:pt x="8779695" y="2689757"/>
                  </a:lnTo>
                  <a:lnTo>
                    <a:pt x="8760617" y="2648473"/>
                  </a:lnTo>
                  <a:lnTo>
                    <a:pt x="8741144" y="2607410"/>
                  </a:lnTo>
                  <a:lnTo>
                    <a:pt x="8721278" y="2566573"/>
                  </a:lnTo>
                  <a:lnTo>
                    <a:pt x="8701020" y="2525962"/>
                  </a:lnTo>
                  <a:lnTo>
                    <a:pt x="8680375" y="2485580"/>
                  </a:lnTo>
                  <a:lnTo>
                    <a:pt x="8659343" y="2445430"/>
                  </a:lnTo>
                  <a:lnTo>
                    <a:pt x="8637928" y="2405514"/>
                  </a:lnTo>
                  <a:lnTo>
                    <a:pt x="8616132" y="2365835"/>
                  </a:lnTo>
                  <a:lnTo>
                    <a:pt x="8593958" y="2326395"/>
                  </a:lnTo>
                  <a:lnTo>
                    <a:pt x="8571407" y="2287196"/>
                  </a:lnTo>
                  <a:lnTo>
                    <a:pt x="8548483" y="2248241"/>
                  </a:lnTo>
                  <a:lnTo>
                    <a:pt x="8525187" y="2209533"/>
                  </a:lnTo>
                  <a:lnTo>
                    <a:pt x="8501522" y="2171073"/>
                  </a:lnTo>
                  <a:lnTo>
                    <a:pt x="8477492" y="2132865"/>
                  </a:lnTo>
                  <a:lnTo>
                    <a:pt x="8453097" y="2094910"/>
                  </a:lnTo>
                  <a:lnTo>
                    <a:pt x="8428341" y="2057211"/>
                  </a:lnTo>
                  <a:lnTo>
                    <a:pt x="8403225" y="2019771"/>
                  </a:lnTo>
                  <a:lnTo>
                    <a:pt x="8377753" y="1982592"/>
                  </a:lnTo>
                  <a:lnTo>
                    <a:pt x="8351927" y="1945677"/>
                  </a:lnTo>
                  <a:lnTo>
                    <a:pt x="8325750" y="1909027"/>
                  </a:lnTo>
                  <a:lnTo>
                    <a:pt x="8299223" y="1872646"/>
                  </a:lnTo>
                  <a:lnTo>
                    <a:pt x="8272349" y="1836536"/>
                  </a:lnTo>
                  <a:lnTo>
                    <a:pt x="8245131" y="1800698"/>
                  </a:lnTo>
                  <a:lnTo>
                    <a:pt x="8217571" y="1765137"/>
                  </a:lnTo>
                  <a:lnTo>
                    <a:pt x="8189671" y="1729853"/>
                  </a:lnTo>
                  <a:lnTo>
                    <a:pt x="8161435" y="1694851"/>
                  </a:lnTo>
                  <a:lnTo>
                    <a:pt x="8132864" y="1660131"/>
                  </a:lnTo>
                  <a:lnTo>
                    <a:pt x="8103960" y="1625696"/>
                  </a:lnTo>
                  <a:lnTo>
                    <a:pt x="8074727" y="1591550"/>
                  </a:lnTo>
                  <a:lnTo>
                    <a:pt x="8045167" y="1557694"/>
                  </a:lnTo>
                  <a:lnTo>
                    <a:pt x="8015282" y="1524130"/>
                  </a:lnTo>
                  <a:lnTo>
                    <a:pt x="7985075" y="1490862"/>
                  </a:lnTo>
                  <a:lnTo>
                    <a:pt x="7954548" y="1457891"/>
                  </a:lnTo>
                  <a:lnTo>
                    <a:pt x="7923703" y="1425221"/>
                  </a:lnTo>
                  <a:lnTo>
                    <a:pt x="7892543" y="1392853"/>
                  </a:lnTo>
                  <a:lnTo>
                    <a:pt x="7861071" y="1360790"/>
                  </a:lnTo>
                  <a:lnTo>
                    <a:pt x="7829288" y="1329035"/>
                  </a:lnTo>
                  <a:lnTo>
                    <a:pt x="7797198" y="1297589"/>
                  </a:lnTo>
                  <a:lnTo>
                    <a:pt x="7764803" y="1266456"/>
                  </a:lnTo>
                  <a:lnTo>
                    <a:pt x="7732105" y="1235637"/>
                  </a:lnTo>
                  <a:lnTo>
                    <a:pt x="7699106" y="1205136"/>
                  </a:lnTo>
                  <a:lnTo>
                    <a:pt x="7665810" y="1174954"/>
                  </a:lnTo>
                  <a:lnTo>
                    <a:pt x="7632218" y="1145095"/>
                  </a:lnTo>
                  <a:lnTo>
                    <a:pt x="7598333" y="1115560"/>
                  </a:lnTo>
                  <a:lnTo>
                    <a:pt x="7564157" y="1086352"/>
                  </a:lnTo>
                  <a:lnTo>
                    <a:pt x="7529694" y="1057473"/>
                  </a:lnTo>
                  <a:lnTo>
                    <a:pt x="7494944" y="1028926"/>
                  </a:lnTo>
                  <a:lnTo>
                    <a:pt x="7459912" y="1000714"/>
                  </a:lnTo>
                  <a:lnTo>
                    <a:pt x="7424599" y="972838"/>
                  </a:lnTo>
                  <a:lnTo>
                    <a:pt x="7389007" y="945302"/>
                  </a:lnTo>
                  <a:lnTo>
                    <a:pt x="7353139" y="918107"/>
                  </a:lnTo>
                  <a:lnTo>
                    <a:pt x="7316998" y="891256"/>
                  </a:lnTo>
                  <a:lnTo>
                    <a:pt x="7280586" y="864751"/>
                  </a:lnTo>
                  <a:lnTo>
                    <a:pt x="7243906" y="838596"/>
                  </a:lnTo>
                  <a:lnTo>
                    <a:pt x="7206959" y="812792"/>
                  </a:lnTo>
                  <a:lnTo>
                    <a:pt x="7169749" y="787342"/>
                  </a:lnTo>
                  <a:lnTo>
                    <a:pt x="7132277" y="762248"/>
                  </a:lnTo>
                  <a:lnTo>
                    <a:pt x="7094546" y="737513"/>
                  </a:lnTo>
                  <a:lnTo>
                    <a:pt x="7056560" y="713139"/>
                  </a:lnTo>
                  <a:lnTo>
                    <a:pt x="7018319" y="689129"/>
                  </a:lnTo>
                  <a:lnTo>
                    <a:pt x="6979827" y="665484"/>
                  </a:lnTo>
                  <a:lnTo>
                    <a:pt x="6941086" y="642209"/>
                  </a:lnTo>
                  <a:lnTo>
                    <a:pt x="6902098" y="619304"/>
                  </a:lnTo>
                  <a:lnTo>
                    <a:pt x="6862866" y="596772"/>
                  </a:lnTo>
                  <a:lnTo>
                    <a:pt x="6823393" y="574617"/>
                  </a:lnTo>
                  <a:lnTo>
                    <a:pt x="6783680" y="552839"/>
                  </a:lnTo>
                  <a:lnTo>
                    <a:pt x="6743731" y="531443"/>
                  </a:lnTo>
                  <a:lnTo>
                    <a:pt x="6703547" y="510429"/>
                  </a:lnTo>
                  <a:lnTo>
                    <a:pt x="6663131" y="489801"/>
                  </a:lnTo>
                  <a:lnTo>
                    <a:pt x="6622486" y="469562"/>
                  </a:lnTo>
                  <a:lnTo>
                    <a:pt x="6581614" y="449712"/>
                  </a:lnTo>
                  <a:lnTo>
                    <a:pt x="6540517" y="430256"/>
                  </a:lnTo>
                  <a:lnTo>
                    <a:pt x="6499198" y="411195"/>
                  </a:lnTo>
                  <a:lnTo>
                    <a:pt x="6457660" y="392531"/>
                  </a:lnTo>
                  <a:lnTo>
                    <a:pt x="6415904" y="374268"/>
                  </a:lnTo>
                  <a:lnTo>
                    <a:pt x="6373934" y="356408"/>
                  </a:lnTo>
                  <a:lnTo>
                    <a:pt x="6331751" y="338953"/>
                  </a:lnTo>
                  <a:lnTo>
                    <a:pt x="6289358" y="321905"/>
                  </a:lnTo>
                  <a:lnTo>
                    <a:pt x="6246758" y="305268"/>
                  </a:lnTo>
                  <a:lnTo>
                    <a:pt x="6203953" y="289043"/>
                  </a:lnTo>
                  <a:lnTo>
                    <a:pt x="6160945" y="273233"/>
                  </a:lnTo>
                  <a:lnTo>
                    <a:pt x="6117737" y="257840"/>
                  </a:lnTo>
                  <a:lnTo>
                    <a:pt x="6074332" y="242867"/>
                  </a:lnTo>
                  <a:lnTo>
                    <a:pt x="6030731" y="228316"/>
                  </a:lnTo>
                  <a:lnTo>
                    <a:pt x="5986938" y="214190"/>
                  </a:lnTo>
                  <a:lnTo>
                    <a:pt x="5942954" y="200491"/>
                  </a:lnTo>
                  <a:lnTo>
                    <a:pt x="5898782" y="187221"/>
                  </a:lnTo>
                  <a:lnTo>
                    <a:pt x="5854425" y="174384"/>
                  </a:lnTo>
                  <a:lnTo>
                    <a:pt x="5809885" y="161981"/>
                  </a:lnTo>
                  <a:lnTo>
                    <a:pt x="5765164" y="150015"/>
                  </a:lnTo>
                  <a:lnTo>
                    <a:pt x="5720266" y="138488"/>
                  </a:lnTo>
                  <a:lnTo>
                    <a:pt x="5675191" y="127403"/>
                  </a:lnTo>
                  <a:lnTo>
                    <a:pt x="5629944" y="116763"/>
                  </a:lnTo>
                  <a:lnTo>
                    <a:pt x="5584525" y="106569"/>
                  </a:lnTo>
                  <a:lnTo>
                    <a:pt x="5538938" y="96824"/>
                  </a:lnTo>
                  <a:lnTo>
                    <a:pt x="5493186" y="87530"/>
                  </a:lnTo>
                  <a:lnTo>
                    <a:pt x="5447270" y="78691"/>
                  </a:lnTo>
                  <a:lnTo>
                    <a:pt x="5401193" y="70308"/>
                  </a:lnTo>
                  <a:lnTo>
                    <a:pt x="5354957" y="62384"/>
                  </a:lnTo>
                  <a:lnTo>
                    <a:pt x="5308566" y="54921"/>
                  </a:lnTo>
                  <a:lnTo>
                    <a:pt x="5262020" y="47922"/>
                  </a:lnTo>
                  <a:lnTo>
                    <a:pt x="5215324" y="41389"/>
                  </a:lnTo>
                  <a:lnTo>
                    <a:pt x="5168478" y="35325"/>
                  </a:lnTo>
                  <a:lnTo>
                    <a:pt x="5121487" y="29732"/>
                  </a:lnTo>
                  <a:lnTo>
                    <a:pt x="5074351" y="24613"/>
                  </a:lnTo>
                  <a:lnTo>
                    <a:pt x="5027074" y="19969"/>
                  </a:lnTo>
                  <a:lnTo>
                    <a:pt x="4979659" y="15804"/>
                  </a:lnTo>
                  <a:lnTo>
                    <a:pt x="4932106" y="12120"/>
                  </a:lnTo>
                  <a:lnTo>
                    <a:pt x="4884420" y="8919"/>
                  </a:lnTo>
                  <a:lnTo>
                    <a:pt x="4836601" y="6204"/>
                  </a:lnTo>
                  <a:lnTo>
                    <a:pt x="4788654" y="3977"/>
                  </a:lnTo>
                  <a:lnTo>
                    <a:pt x="4740580" y="2240"/>
                  </a:lnTo>
                  <a:lnTo>
                    <a:pt x="4692382" y="997"/>
                  </a:lnTo>
                  <a:lnTo>
                    <a:pt x="4644061" y="249"/>
                  </a:lnTo>
                  <a:lnTo>
                    <a:pt x="4595622" y="0"/>
                  </a:lnTo>
                  <a:close/>
                </a:path>
              </a:pathLst>
            </a:custGeom>
            <a:solidFill>
              <a:srgbClr val="1F2C8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2795016" y="0"/>
              <a:ext cx="6803390" cy="5396865"/>
            </a:xfrm>
            <a:custGeom>
              <a:avLst/>
              <a:gdLst/>
              <a:ahLst/>
              <a:cxnLst/>
              <a:rect l="l" t="t" r="r" b="b"/>
              <a:pathLst>
                <a:path w="6803390" h="5396865" fill="norm" stroke="1" extrusionOk="0">
                  <a:moveTo>
                    <a:pt x="6803135" y="0"/>
                  </a:moveTo>
                  <a:lnTo>
                    <a:pt x="0" y="0"/>
                  </a:lnTo>
                  <a:lnTo>
                    <a:pt x="0" y="1997075"/>
                  </a:lnTo>
                  <a:lnTo>
                    <a:pt x="338" y="2045549"/>
                  </a:lnTo>
                  <a:lnTo>
                    <a:pt x="1352" y="2093861"/>
                  </a:lnTo>
                  <a:lnTo>
                    <a:pt x="3035" y="2142005"/>
                  </a:lnTo>
                  <a:lnTo>
                    <a:pt x="5384" y="2189977"/>
                  </a:lnTo>
                  <a:lnTo>
                    <a:pt x="8395" y="2237772"/>
                  </a:lnTo>
                  <a:lnTo>
                    <a:pt x="12062" y="2285387"/>
                  </a:lnTo>
                  <a:lnTo>
                    <a:pt x="16381" y="2332816"/>
                  </a:lnTo>
                  <a:lnTo>
                    <a:pt x="21348" y="2380056"/>
                  </a:lnTo>
                  <a:lnTo>
                    <a:pt x="26958" y="2427101"/>
                  </a:lnTo>
                  <a:lnTo>
                    <a:pt x="33206" y="2473947"/>
                  </a:lnTo>
                  <a:lnTo>
                    <a:pt x="40089" y="2520590"/>
                  </a:lnTo>
                  <a:lnTo>
                    <a:pt x="47602" y="2567025"/>
                  </a:lnTo>
                  <a:lnTo>
                    <a:pt x="55740" y="2613248"/>
                  </a:lnTo>
                  <a:lnTo>
                    <a:pt x="64499" y="2659254"/>
                  </a:lnTo>
                  <a:lnTo>
                    <a:pt x="73874" y="2705038"/>
                  </a:lnTo>
                  <a:lnTo>
                    <a:pt x="83860" y="2750597"/>
                  </a:lnTo>
                  <a:lnTo>
                    <a:pt x="94454" y="2795926"/>
                  </a:lnTo>
                  <a:lnTo>
                    <a:pt x="105651" y="2841020"/>
                  </a:lnTo>
                  <a:lnTo>
                    <a:pt x="117446" y="2885874"/>
                  </a:lnTo>
                  <a:lnTo>
                    <a:pt x="129835" y="2930485"/>
                  </a:lnTo>
                  <a:lnTo>
                    <a:pt x="142814" y="2974848"/>
                  </a:lnTo>
                  <a:lnTo>
                    <a:pt x="156377" y="3018958"/>
                  </a:lnTo>
                  <a:lnTo>
                    <a:pt x="170521" y="3062811"/>
                  </a:lnTo>
                  <a:lnTo>
                    <a:pt x="185240" y="3106402"/>
                  </a:lnTo>
                  <a:lnTo>
                    <a:pt x="200531" y="3149728"/>
                  </a:lnTo>
                  <a:lnTo>
                    <a:pt x="216389" y="3192782"/>
                  </a:lnTo>
                  <a:lnTo>
                    <a:pt x="232809" y="3235562"/>
                  </a:lnTo>
                  <a:lnTo>
                    <a:pt x="249787" y="3278062"/>
                  </a:lnTo>
                  <a:lnTo>
                    <a:pt x="267319" y="3320278"/>
                  </a:lnTo>
                  <a:lnTo>
                    <a:pt x="285399" y="3362205"/>
                  </a:lnTo>
                  <a:lnTo>
                    <a:pt x="304024" y="3403839"/>
                  </a:lnTo>
                  <a:lnTo>
                    <a:pt x="323189" y="3445176"/>
                  </a:lnTo>
                  <a:lnTo>
                    <a:pt x="342890" y="3486211"/>
                  </a:lnTo>
                  <a:lnTo>
                    <a:pt x="363121" y="3526939"/>
                  </a:lnTo>
                  <a:lnTo>
                    <a:pt x="383879" y="3567357"/>
                  </a:lnTo>
                  <a:lnTo>
                    <a:pt x="405159" y="3607459"/>
                  </a:lnTo>
                  <a:lnTo>
                    <a:pt x="426957" y="3647241"/>
                  </a:lnTo>
                  <a:lnTo>
                    <a:pt x="449268" y="3686698"/>
                  </a:lnTo>
                  <a:lnTo>
                    <a:pt x="472087" y="3725827"/>
                  </a:lnTo>
                  <a:lnTo>
                    <a:pt x="495410" y="3764622"/>
                  </a:lnTo>
                  <a:lnTo>
                    <a:pt x="519233" y="3803080"/>
                  </a:lnTo>
                  <a:lnTo>
                    <a:pt x="543551" y="3841195"/>
                  </a:lnTo>
                  <a:lnTo>
                    <a:pt x="568360" y="3878963"/>
                  </a:lnTo>
                  <a:lnTo>
                    <a:pt x="593655" y="3916380"/>
                  </a:lnTo>
                  <a:lnTo>
                    <a:pt x="619432" y="3953442"/>
                  </a:lnTo>
                  <a:lnTo>
                    <a:pt x="645685" y="3990142"/>
                  </a:lnTo>
                  <a:lnTo>
                    <a:pt x="672412" y="4026479"/>
                  </a:lnTo>
                  <a:lnTo>
                    <a:pt x="699606" y="4062446"/>
                  </a:lnTo>
                  <a:lnTo>
                    <a:pt x="727264" y="4098039"/>
                  </a:lnTo>
                  <a:lnTo>
                    <a:pt x="755382" y="4133254"/>
                  </a:lnTo>
                  <a:lnTo>
                    <a:pt x="783954" y="4168086"/>
                  </a:lnTo>
                  <a:lnTo>
                    <a:pt x="812976" y="4202531"/>
                  </a:lnTo>
                  <a:lnTo>
                    <a:pt x="842444" y="4236584"/>
                  </a:lnTo>
                  <a:lnTo>
                    <a:pt x="872354" y="4270242"/>
                  </a:lnTo>
                  <a:lnTo>
                    <a:pt x="902700" y="4303498"/>
                  </a:lnTo>
                  <a:lnTo>
                    <a:pt x="933479" y="4336350"/>
                  </a:lnTo>
                  <a:lnTo>
                    <a:pt x="964685" y="4368792"/>
                  </a:lnTo>
                  <a:lnTo>
                    <a:pt x="996315" y="4400819"/>
                  </a:lnTo>
                  <a:lnTo>
                    <a:pt x="1028363" y="4432429"/>
                  </a:lnTo>
                  <a:lnTo>
                    <a:pt x="1060826" y="4463615"/>
                  </a:lnTo>
                  <a:lnTo>
                    <a:pt x="1093698" y="4494373"/>
                  </a:lnTo>
                  <a:lnTo>
                    <a:pt x="1126976" y="4524700"/>
                  </a:lnTo>
                  <a:lnTo>
                    <a:pt x="1160655" y="4554590"/>
                  </a:lnTo>
                  <a:lnTo>
                    <a:pt x="1194731" y="4584039"/>
                  </a:lnTo>
                  <a:lnTo>
                    <a:pt x="1229198" y="4613043"/>
                  </a:lnTo>
                  <a:lnTo>
                    <a:pt x="1264052" y="4641596"/>
                  </a:lnTo>
                  <a:lnTo>
                    <a:pt x="1299290" y="4669696"/>
                  </a:lnTo>
                  <a:lnTo>
                    <a:pt x="1334906" y="4697336"/>
                  </a:lnTo>
                  <a:lnTo>
                    <a:pt x="1370896" y="4724513"/>
                  </a:lnTo>
                  <a:lnTo>
                    <a:pt x="1407255" y="4751222"/>
                  </a:lnTo>
                  <a:lnTo>
                    <a:pt x="1443979" y="4777458"/>
                  </a:lnTo>
                  <a:lnTo>
                    <a:pt x="1481064" y="4803218"/>
                  </a:lnTo>
                  <a:lnTo>
                    <a:pt x="1518505" y="4828496"/>
                  </a:lnTo>
                  <a:lnTo>
                    <a:pt x="1556298" y="4853289"/>
                  </a:lnTo>
                  <a:lnTo>
                    <a:pt x="1594437" y="4877591"/>
                  </a:lnTo>
                  <a:lnTo>
                    <a:pt x="1632919" y="4901399"/>
                  </a:lnTo>
                  <a:lnTo>
                    <a:pt x="1671739" y="4924707"/>
                  </a:lnTo>
                  <a:lnTo>
                    <a:pt x="1710893" y="4947511"/>
                  </a:lnTo>
                  <a:lnTo>
                    <a:pt x="1750375" y="4969807"/>
                  </a:lnTo>
                  <a:lnTo>
                    <a:pt x="1790182" y="4991591"/>
                  </a:lnTo>
                  <a:lnTo>
                    <a:pt x="1830310" y="5012857"/>
                  </a:lnTo>
                  <a:lnTo>
                    <a:pt x="1870753" y="5033601"/>
                  </a:lnTo>
                  <a:lnTo>
                    <a:pt x="1911507" y="5053819"/>
                  </a:lnTo>
                  <a:lnTo>
                    <a:pt x="1952568" y="5073507"/>
                  </a:lnTo>
                  <a:lnTo>
                    <a:pt x="1993931" y="5092660"/>
                  </a:lnTo>
                  <a:lnTo>
                    <a:pt x="2035591" y="5111272"/>
                  </a:lnTo>
                  <a:lnTo>
                    <a:pt x="2077545" y="5129341"/>
                  </a:lnTo>
                  <a:lnTo>
                    <a:pt x="2119787" y="5146861"/>
                  </a:lnTo>
                  <a:lnTo>
                    <a:pt x="2162314" y="5163828"/>
                  </a:lnTo>
                  <a:lnTo>
                    <a:pt x="2205120" y="5180237"/>
                  </a:lnTo>
                  <a:lnTo>
                    <a:pt x="2248202" y="5196085"/>
                  </a:lnTo>
                  <a:lnTo>
                    <a:pt x="2291554" y="5211366"/>
                  </a:lnTo>
                  <a:lnTo>
                    <a:pt x="2335173" y="5226075"/>
                  </a:lnTo>
                  <a:lnTo>
                    <a:pt x="2379053" y="5240210"/>
                  </a:lnTo>
                  <a:lnTo>
                    <a:pt x="2423191" y="5253764"/>
                  </a:lnTo>
                  <a:lnTo>
                    <a:pt x="2467582" y="5266734"/>
                  </a:lnTo>
                  <a:lnTo>
                    <a:pt x="2512220" y="5279114"/>
                  </a:lnTo>
                  <a:lnTo>
                    <a:pt x="2557103" y="5290902"/>
                  </a:lnTo>
                  <a:lnTo>
                    <a:pt x="2602225" y="5302091"/>
                  </a:lnTo>
                  <a:lnTo>
                    <a:pt x="2647582" y="5312678"/>
                  </a:lnTo>
                  <a:lnTo>
                    <a:pt x="2693169" y="5322658"/>
                  </a:lnTo>
                  <a:lnTo>
                    <a:pt x="2738982" y="5332027"/>
                  </a:lnTo>
                  <a:lnTo>
                    <a:pt x="2785016" y="5340780"/>
                  </a:lnTo>
                  <a:lnTo>
                    <a:pt x="2831267" y="5348913"/>
                  </a:lnTo>
                  <a:lnTo>
                    <a:pt x="2877731" y="5356420"/>
                  </a:lnTo>
                  <a:lnTo>
                    <a:pt x="2924403" y="5363299"/>
                  </a:lnTo>
                  <a:lnTo>
                    <a:pt x="2971278" y="5369543"/>
                  </a:lnTo>
                  <a:lnTo>
                    <a:pt x="3018352" y="5375150"/>
                  </a:lnTo>
                  <a:lnTo>
                    <a:pt x="3065620" y="5380113"/>
                  </a:lnTo>
                  <a:lnTo>
                    <a:pt x="3113079" y="5384429"/>
                  </a:lnTo>
                  <a:lnTo>
                    <a:pt x="3160723" y="5388094"/>
                  </a:lnTo>
                  <a:lnTo>
                    <a:pt x="3208548" y="5391102"/>
                  </a:lnTo>
                  <a:lnTo>
                    <a:pt x="3256549" y="5393450"/>
                  </a:lnTo>
                  <a:lnTo>
                    <a:pt x="3304722" y="5395132"/>
                  </a:lnTo>
                  <a:lnTo>
                    <a:pt x="3353063" y="5396145"/>
                  </a:lnTo>
                  <a:lnTo>
                    <a:pt x="3401568" y="5396484"/>
                  </a:lnTo>
                  <a:lnTo>
                    <a:pt x="3450075" y="5396145"/>
                  </a:lnTo>
                  <a:lnTo>
                    <a:pt x="3498419" y="5395132"/>
                  </a:lnTo>
                  <a:lnTo>
                    <a:pt x="3546595" y="5393450"/>
                  </a:lnTo>
                  <a:lnTo>
                    <a:pt x="3594600" y="5391102"/>
                  </a:lnTo>
                  <a:lnTo>
                    <a:pt x="3642427" y="5388094"/>
                  </a:lnTo>
                  <a:lnTo>
                    <a:pt x="3690074" y="5384429"/>
                  </a:lnTo>
                  <a:lnTo>
                    <a:pt x="3737535" y="5380113"/>
                  </a:lnTo>
                  <a:lnTo>
                    <a:pt x="3784806" y="5375150"/>
                  </a:lnTo>
                  <a:lnTo>
                    <a:pt x="3831882" y="5369543"/>
                  </a:lnTo>
                  <a:lnTo>
                    <a:pt x="3878760" y="5363299"/>
                  </a:lnTo>
                  <a:lnTo>
                    <a:pt x="3925433" y="5356420"/>
                  </a:lnTo>
                  <a:lnTo>
                    <a:pt x="3971899" y="5348913"/>
                  </a:lnTo>
                  <a:lnTo>
                    <a:pt x="4018153" y="5340780"/>
                  </a:lnTo>
                  <a:lnTo>
                    <a:pt x="4064189" y="5332027"/>
                  </a:lnTo>
                  <a:lnTo>
                    <a:pt x="4110004" y="5322658"/>
                  </a:lnTo>
                  <a:lnTo>
                    <a:pt x="4155592" y="5312678"/>
                  </a:lnTo>
                  <a:lnTo>
                    <a:pt x="4200951" y="5302091"/>
                  </a:lnTo>
                  <a:lnTo>
                    <a:pt x="4246074" y="5290902"/>
                  </a:lnTo>
                  <a:lnTo>
                    <a:pt x="4290958" y="5279114"/>
                  </a:lnTo>
                  <a:lnTo>
                    <a:pt x="4335598" y="5266734"/>
                  </a:lnTo>
                  <a:lnTo>
                    <a:pt x="4379990" y="5253764"/>
                  </a:lnTo>
                  <a:lnTo>
                    <a:pt x="4424129" y="5240210"/>
                  </a:lnTo>
                  <a:lnTo>
                    <a:pt x="4468011" y="5226075"/>
                  </a:lnTo>
                  <a:lnTo>
                    <a:pt x="4511630" y="5211366"/>
                  </a:lnTo>
                  <a:lnTo>
                    <a:pt x="4554984" y="5196085"/>
                  </a:lnTo>
                  <a:lnTo>
                    <a:pt x="4598066" y="5180237"/>
                  </a:lnTo>
                  <a:lnTo>
                    <a:pt x="4640873" y="5163828"/>
                  </a:lnTo>
                  <a:lnTo>
                    <a:pt x="4683401" y="5146861"/>
                  </a:lnTo>
                  <a:lnTo>
                    <a:pt x="4725644" y="5129341"/>
                  </a:lnTo>
                  <a:lnTo>
                    <a:pt x="4767598" y="5111272"/>
                  </a:lnTo>
                  <a:lnTo>
                    <a:pt x="4809259" y="5092660"/>
                  </a:lnTo>
                  <a:lnTo>
                    <a:pt x="4850622" y="5073507"/>
                  </a:lnTo>
                  <a:lnTo>
                    <a:pt x="4891684" y="5053819"/>
                  </a:lnTo>
                  <a:lnTo>
                    <a:pt x="4932438" y="5033601"/>
                  </a:lnTo>
                  <a:lnTo>
                    <a:pt x="4972881" y="5012857"/>
                  </a:lnTo>
                  <a:lnTo>
                    <a:pt x="5013009" y="4991591"/>
                  </a:lnTo>
                  <a:lnTo>
                    <a:pt x="5052816" y="4969807"/>
                  </a:lnTo>
                  <a:lnTo>
                    <a:pt x="5092299" y="4947511"/>
                  </a:lnTo>
                  <a:lnTo>
                    <a:pt x="5131453" y="4924707"/>
                  </a:lnTo>
                  <a:lnTo>
                    <a:pt x="5170272" y="4901399"/>
                  </a:lnTo>
                  <a:lnTo>
                    <a:pt x="5208754" y="4877591"/>
                  </a:lnTo>
                  <a:lnTo>
                    <a:pt x="5246894" y="4853289"/>
                  </a:lnTo>
                  <a:lnTo>
                    <a:pt x="5284686" y="4828496"/>
                  </a:lnTo>
                  <a:lnTo>
                    <a:pt x="5322126" y="4803218"/>
                  </a:lnTo>
                  <a:lnTo>
                    <a:pt x="5359211" y="4777458"/>
                  </a:lnTo>
                  <a:lnTo>
                    <a:pt x="5395935" y="4751222"/>
                  </a:lnTo>
                  <a:lnTo>
                    <a:pt x="5432294" y="4724513"/>
                  </a:lnTo>
                  <a:lnTo>
                    <a:pt x="5468283" y="4697336"/>
                  </a:lnTo>
                  <a:lnTo>
                    <a:pt x="5503899" y="4669696"/>
                  </a:lnTo>
                  <a:lnTo>
                    <a:pt x="5539136" y="4641596"/>
                  </a:lnTo>
                  <a:lnTo>
                    <a:pt x="5573990" y="4613043"/>
                  </a:lnTo>
                  <a:lnTo>
                    <a:pt x="5608456" y="4584039"/>
                  </a:lnTo>
                  <a:lnTo>
                    <a:pt x="5642531" y="4554590"/>
                  </a:lnTo>
                  <a:lnTo>
                    <a:pt x="5676209" y="4524700"/>
                  </a:lnTo>
                  <a:lnTo>
                    <a:pt x="5709487" y="4494373"/>
                  </a:lnTo>
                  <a:lnTo>
                    <a:pt x="5742358" y="4463615"/>
                  </a:lnTo>
                  <a:lnTo>
                    <a:pt x="5774820" y="4432429"/>
                  </a:lnTo>
                  <a:lnTo>
                    <a:pt x="5806868" y="4400819"/>
                  </a:lnTo>
                  <a:lnTo>
                    <a:pt x="5838497" y="4368792"/>
                  </a:lnTo>
                  <a:lnTo>
                    <a:pt x="5869702" y="4336350"/>
                  </a:lnTo>
                  <a:lnTo>
                    <a:pt x="5900480" y="4303498"/>
                  </a:lnTo>
                  <a:lnTo>
                    <a:pt x="5930825" y="4270242"/>
                  </a:lnTo>
                  <a:lnTo>
                    <a:pt x="5960734" y="4236584"/>
                  </a:lnTo>
                  <a:lnTo>
                    <a:pt x="5990201" y="4202531"/>
                  </a:lnTo>
                  <a:lnTo>
                    <a:pt x="6019222" y="4168086"/>
                  </a:lnTo>
                  <a:lnTo>
                    <a:pt x="6047794" y="4133254"/>
                  </a:lnTo>
                  <a:lnTo>
                    <a:pt x="6075910" y="4098039"/>
                  </a:lnTo>
                  <a:lnTo>
                    <a:pt x="6103567" y="4062446"/>
                  </a:lnTo>
                  <a:lnTo>
                    <a:pt x="6130761" y="4026479"/>
                  </a:lnTo>
                  <a:lnTo>
                    <a:pt x="6157486" y="3990142"/>
                  </a:lnTo>
                  <a:lnTo>
                    <a:pt x="6183739" y="3953442"/>
                  </a:lnTo>
                  <a:lnTo>
                    <a:pt x="6209514" y="3916380"/>
                  </a:lnTo>
                  <a:lnTo>
                    <a:pt x="6234808" y="3878963"/>
                  </a:lnTo>
                  <a:lnTo>
                    <a:pt x="6259615" y="3841195"/>
                  </a:lnTo>
                  <a:lnTo>
                    <a:pt x="6283932" y="3803080"/>
                  </a:lnTo>
                  <a:lnTo>
                    <a:pt x="6307754" y="3764622"/>
                  </a:lnTo>
                  <a:lnTo>
                    <a:pt x="6331077" y="3725827"/>
                  </a:lnTo>
                  <a:lnTo>
                    <a:pt x="6353895" y="3686698"/>
                  </a:lnTo>
                  <a:lnTo>
                    <a:pt x="6376204" y="3647241"/>
                  </a:lnTo>
                  <a:lnTo>
                    <a:pt x="6398001" y="3607459"/>
                  </a:lnTo>
                  <a:lnTo>
                    <a:pt x="6419280" y="3567357"/>
                  </a:lnTo>
                  <a:lnTo>
                    <a:pt x="6440037" y="3526939"/>
                  </a:lnTo>
                  <a:lnTo>
                    <a:pt x="6460267" y="3486211"/>
                  </a:lnTo>
                  <a:lnTo>
                    <a:pt x="6479967" y="3445176"/>
                  </a:lnTo>
                  <a:lnTo>
                    <a:pt x="6499131" y="3403839"/>
                  </a:lnTo>
                  <a:lnTo>
                    <a:pt x="6517755" y="3362205"/>
                  </a:lnTo>
                  <a:lnTo>
                    <a:pt x="6535834" y="3320278"/>
                  </a:lnTo>
                  <a:lnTo>
                    <a:pt x="6553365" y="3278062"/>
                  </a:lnTo>
                  <a:lnTo>
                    <a:pt x="6570342" y="3235562"/>
                  </a:lnTo>
                  <a:lnTo>
                    <a:pt x="6586761" y="3192782"/>
                  </a:lnTo>
                  <a:lnTo>
                    <a:pt x="6602618" y="3149728"/>
                  </a:lnTo>
                  <a:lnTo>
                    <a:pt x="6617908" y="3106402"/>
                  </a:lnTo>
                  <a:lnTo>
                    <a:pt x="6632626" y="3062811"/>
                  </a:lnTo>
                  <a:lnTo>
                    <a:pt x="6646769" y="3018958"/>
                  </a:lnTo>
                  <a:lnTo>
                    <a:pt x="6660331" y="2974848"/>
                  </a:lnTo>
                  <a:lnTo>
                    <a:pt x="6673309" y="2930485"/>
                  </a:lnTo>
                  <a:lnTo>
                    <a:pt x="6685697" y="2885874"/>
                  </a:lnTo>
                  <a:lnTo>
                    <a:pt x="6697492" y="2841020"/>
                  </a:lnTo>
                  <a:lnTo>
                    <a:pt x="6708688" y="2795926"/>
                  </a:lnTo>
                  <a:lnTo>
                    <a:pt x="6719281" y="2750597"/>
                  </a:lnTo>
                  <a:lnTo>
                    <a:pt x="6729267" y="2705038"/>
                  </a:lnTo>
                  <a:lnTo>
                    <a:pt x="6738641" y="2659254"/>
                  </a:lnTo>
                  <a:lnTo>
                    <a:pt x="6747399" y="2613248"/>
                  </a:lnTo>
                  <a:lnTo>
                    <a:pt x="6755537" y="2567025"/>
                  </a:lnTo>
                  <a:lnTo>
                    <a:pt x="6763049" y="2520590"/>
                  </a:lnTo>
                  <a:lnTo>
                    <a:pt x="6769931" y="2473947"/>
                  </a:lnTo>
                  <a:lnTo>
                    <a:pt x="6776179" y="2427101"/>
                  </a:lnTo>
                  <a:lnTo>
                    <a:pt x="6781789" y="2380056"/>
                  </a:lnTo>
                  <a:lnTo>
                    <a:pt x="6786756" y="2332816"/>
                  </a:lnTo>
                  <a:lnTo>
                    <a:pt x="6791074" y="2285387"/>
                  </a:lnTo>
                  <a:lnTo>
                    <a:pt x="6794741" y="2237772"/>
                  </a:lnTo>
                  <a:lnTo>
                    <a:pt x="6797751" y="2189977"/>
                  </a:lnTo>
                  <a:lnTo>
                    <a:pt x="6800100" y="2142005"/>
                  </a:lnTo>
                  <a:lnTo>
                    <a:pt x="6801783" y="2093861"/>
                  </a:lnTo>
                  <a:lnTo>
                    <a:pt x="6802797" y="2045549"/>
                  </a:lnTo>
                  <a:lnTo>
                    <a:pt x="6803135" y="1997075"/>
                  </a:lnTo>
                  <a:lnTo>
                    <a:pt x="6803135" y="0"/>
                  </a:lnTo>
                  <a:close/>
                </a:path>
              </a:pathLst>
            </a:custGeom>
            <a:solidFill>
              <a:srgbClr val="FCF9F6">
                <a:alpha val="98823"/>
              </a:srgbClr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57802158" name="object 7"/>
          <p:cNvSpPr txBox="1">
            <a:spLocks noGrp="1"/>
          </p:cNvSpPr>
          <p:nvPr>
            <p:ph type="title"/>
          </p:nvPr>
        </p:nvSpPr>
        <p:spPr bwMode="auto">
          <a:xfrm>
            <a:off x="4762627" y="1518869"/>
            <a:ext cx="295592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800" b="0" spc="-50">
                <a:solidFill>
                  <a:srgbClr val="1F2C8F"/>
                </a:solidFill>
                <a:latin typeface="Arial Black"/>
                <a:cs typeface="Arial Black"/>
              </a:rPr>
              <a:t>OPERATOR</a:t>
            </a:r>
            <a:endParaRPr sz="3800">
              <a:latin typeface="Arial Black"/>
              <a:cs typeface="Arial Black"/>
            </a:endParaRPr>
          </a:p>
        </p:txBody>
      </p:sp>
      <p:sp>
        <p:nvSpPr>
          <p:cNvPr id="1219213806" name="object 8"/>
          <p:cNvSpPr txBox="1"/>
          <p:nvPr/>
        </p:nvSpPr>
        <p:spPr bwMode="auto">
          <a:xfrm>
            <a:off x="4265803" y="2142870"/>
            <a:ext cx="395097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800" spc="-35">
                <a:solidFill>
                  <a:srgbClr val="1F2C8F"/>
                </a:solidFill>
                <a:latin typeface="Arial Black"/>
                <a:cs typeface="Arial Black"/>
              </a:rPr>
              <a:t>OVERLOADING</a:t>
            </a:r>
            <a:endParaRPr sz="38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916295" name="object 2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7579" marR="52069" indent="-285115">
              <a:lnSpc>
                <a:spcPct val="100000"/>
              </a:lnSpc>
              <a:spcBef>
                <a:spcPts val="100"/>
              </a:spcBef>
              <a:buSzPct val="108333"/>
              <a:buChar char="•"/>
              <a:tabLst>
                <a:tab pos="3497579" algn="l"/>
                <a:tab pos="3498215" algn="l"/>
              </a:tabLst>
              <a:defRPr/>
            </a:pPr>
            <a:r>
              <a:rPr/>
              <a:t>C++</a:t>
            </a:r>
            <a:r>
              <a:rPr spc="-5"/>
              <a:t> </a:t>
            </a:r>
            <a:r>
              <a:rPr spc="-15"/>
              <a:t>allows</a:t>
            </a:r>
            <a:r>
              <a:rPr spc="55"/>
              <a:t> </a:t>
            </a:r>
            <a:r>
              <a:rPr spc="-10"/>
              <a:t>you</a:t>
            </a:r>
            <a:r>
              <a:rPr spc="30"/>
              <a:t> </a:t>
            </a:r>
            <a:r>
              <a:rPr/>
              <a:t>to</a:t>
            </a:r>
            <a:r>
              <a:rPr spc="-5"/>
              <a:t> specify</a:t>
            </a:r>
            <a:r>
              <a:rPr spc="15"/>
              <a:t> </a:t>
            </a:r>
            <a:r>
              <a:rPr spc="-5"/>
              <a:t>more</a:t>
            </a:r>
            <a:r>
              <a:rPr/>
              <a:t> </a:t>
            </a:r>
            <a:r>
              <a:rPr spc="-5"/>
              <a:t>than</a:t>
            </a:r>
            <a:r>
              <a:rPr spc="5"/>
              <a:t> </a:t>
            </a:r>
            <a:r>
              <a:rPr spc="-5"/>
              <a:t>one</a:t>
            </a:r>
            <a:r>
              <a:rPr spc="10"/>
              <a:t> </a:t>
            </a:r>
            <a:r>
              <a:rPr spc="-5"/>
              <a:t>definition</a:t>
            </a:r>
            <a:r>
              <a:rPr spc="35"/>
              <a:t> </a:t>
            </a:r>
            <a:r>
              <a:rPr/>
              <a:t>for</a:t>
            </a:r>
            <a:r>
              <a:rPr spc="-5"/>
              <a:t> a</a:t>
            </a:r>
            <a:r>
              <a:rPr spc="5"/>
              <a:t> </a:t>
            </a:r>
            <a:r>
              <a:rPr spc="-5"/>
              <a:t>function</a:t>
            </a:r>
            <a:r>
              <a:rPr spc="15"/>
              <a:t> </a:t>
            </a:r>
            <a:r>
              <a:rPr spc="-5"/>
              <a:t>name</a:t>
            </a:r>
            <a:r>
              <a:rPr spc="10"/>
              <a:t> </a:t>
            </a:r>
            <a:r>
              <a:rPr spc="-5"/>
              <a:t>or </a:t>
            </a:r>
            <a:r>
              <a:rPr spc="-483"/>
              <a:t> </a:t>
            </a:r>
            <a:r>
              <a:rPr spc="-5"/>
              <a:t>an</a:t>
            </a:r>
            <a:r>
              <a:rPr spc="-10"/>
              <a:t> </a:t>
            </a:r>
            <a:r>
              <a:rPr spc="-5"/>
              <a:t>operator</a:t>
            </a:r>
            <a:r>
              <a:rPr spc="15"/>
              <a:t> </a:t>
            </a:r>
            <a:r>
              <a:rPr spc="-5"/>
              <a:t>in</a:t>
            </a:r>
            <a:r>
              <a:rPr spc="10"/>
              <a:t> </a:t>
            </a:r>
            <a:r>
              <a:rPr/>
              <a:t>the</a:t>
            </a:r>
            <a:r>
              <a:rPr spc="-5"/>
              <a:t> same scope,</a:t>
            </a:r>
            <a:r>
              <a:rPr spc="5"/>
              <a:t> </a:t>
            </a:r>
            <a:r>
              <a:rPr spc="-15"/>
              <a:t>which</a:t>
            </a:r>
            <a:r>
              <a:rPr spc="60"/>
              <a:t> </a:t>
            </a:r>
            <a:r>
              <a:rPr spc="-5"/>
              <a:t>is</a:t>
            </a:r>
            <a:r>
              <a:rPr spc="5"/>
              <a:t> </a:t>
            </a:r>
            <a:r>
              <a:rPr spc="-5"/>
              <a:t>called</a:t>
            </a:r>
            <a:r>
              <a:rPr spc="20"/>
              <a:t> </a:t>
            </a:r>
            <a:r>
              <a:rPr spc="-5"/>
              <a:t>function overloading</a:t>
            </a:r>
            <a:r>
              <a:rPr spc="35"/>
              <a:t> </a:t>
            </a:r>
            <a:r>
              <a:rPr spc="-5"/>
              <a:t>and </a:t>
            </a:r>
            <a:r>
              <a:rPr/>
              <a:t> </a:t>
            </a:r>
            <a:r>
              <a:rPr spc="-5"/>
              <a:t>operator</a:t>
            </a:r>
            <a:r>
              <a:rPr spc="5"/>
              <a:t> </a:t>
            </a:r>
            <a:r>
              <a:rPr spc="-10"/>
              <a:t>overloading,</a:t>
            </a:r>
            <a:r>
              <a:rPr spc="25"/>
              <a:t> </a:t>
            </a:r>
            <a:r>
              <a:rPr spc="-15"/>
              <a:t>respectively.</a:t>
            </a:r>
            <a:endParaRPr/>
          </a:p>
          <a:p>
            <a:pPr marL="3200400">
              <a:lnSpc>
                <a:spcPct val="100000"/>
              </a:lnSpc>
              <a:spcBef>
                <a:spcPts val="45"/>
              </a:spcBef>
              <a:buClr>
                <a:srgbClr val="1F2C8F"/>
              </a:buClr>
              <a:buFont typeface="Arial MT"/>
              <a:buChar char="•"/>
              <a:defRPr/>
            </a:pPr>
            <a:endParaRPr sz="2850"/>
          </a:p>
          <a:p>
            <a:pPr marL="3497579" marR="5080" indent="-285115">
              <a:lnSpc>
                <a:spcPct val="120000"/>
              </a:lnSpc>
              <a:spcBef>
                <a:spcPts val="5"/>
              </a:spcBef>
              <a:buSzPct val="108333"/>
              <a:buChar char="•"/>
              <a:tabLst>
                <a:tab pos="3497579" algn="l"/>
                <a:tab pos="3498215" algn="l"/>
              </a:tabLst>
              <a:defRPr/>
            </a:pPr>
            <a:r>
              <a:rPr spc="-5"/>
              <a:t>An</a:t>
            </a:r>
            <a:r>
              <a:rPr spc="-10"/>
              <a:t> </a:t>
            </a:r>
            <a:r>
              <a:rPr spc="-5"/>
              <a:t>overloaded</a:t>
            </a:r>
            <a:r>
              <a:rPr spc="25"/>
              <a:t> </a:t>
            </a:r>
            <a:r>
              <a:rPr spc="-5"/>
              <a:t>declaration</a:t>
            </a:r>
            <a:r>
              <a:rPr spc="25"/>
              <a:t> </a:t>
            </a:r>
            <a:r>
              <a:rPr spc="-5"/>
              <a:t>is</a:t>
            </a:r>
            <a:r>
              <a:rPr spc="5"/>
              <a:t> </a:t>
            </a:r>
            <a:r>
              <a:rPr spc="-5"/>
              <a:t>a</a:t>
            </a:r>
            <a:r>
              <a:rPr spc="5"/>
              <a:t> </a:t>
            </a:r>
            <a:r>
              <a:rPr spc="-5"/>
              <a:t>declaration</a:t>
            </a:r>
            <a:r>
              <a:rPr spc="20"/>
              <a:t> </a:t>
            </a:r>
            <a:r>
              <a:rPr spc="-5"/>
              <a:t>that</a:t>
            </a:r>
            <a:r>
              <a:rPr spc="10"/>
              <a:t> </a:t>
            </a:r>
            <a:r>
              <a:rPr spc="-5"/>
              <a:t>is</a:t>
            </a:r>
            <a:r>
              <a:rPr spc="5"/>
              <a:t> </a:t>
            </a:r>
            <a:r>
              <a:rPr spc="-5"/>
              <a:t>declared</a:t>
            </a:r>
            <a:r>
              <a:rPr spc="20"/>
              <a:t> </a:t>
            </a:r>
            <a:r>
              <a:rPr spc="-15"/>
              <a:t>with</a:t>
            </a:r>
            <a:r>
              <a:rPr spc="35"/>
              <a:t> </a:t>
            </a:r>
            <a:r>
              <a:rPr/>
              <a:t>the</a:t>
            </a:r>
            <a:r>
              <a:rPr spc="-5"/>
              <a:t> same </a:t>
            </a:r>
            <a:r>
              <a:rPr/>
              <a:t> </a:t>
            </a:r>
            <a:r>
              <a:rPr spc="-5"/>
              <a:t>name</a:t>
            </a:r>
            <a:r>
              <a:rPr spc="5"/>
              <a:t> </a:t>
            </a:r>
            <a:r>
              <a:rPr spc="-5"/>
              <a:t>as</a:t>
            </a:r>
            <a:r>
              <a:rPr spc="5"/>
              <a:t> </a:t>
            </a:r>
            <a:r>
              <a:rPr spc="-5"/>
              <a:t>a previously</a:t>
            </a:r>
            <a:r>
              <a:rPr spc="15"/>
              <a:t> </a:t>
            </a:r>
            <a:r>
              <a:rPr spc="-5"/>
              <a:t>declared</a:t>
            </a:r>
            <a:r>
              <a:rPr spc="20"/>
              <a:t> </a:t>
            </a:r>
            <a:r>
              <a:rPr spc="-5"/>
              <a:t>declaration</a:t>
            </a:r>
            <a:r>
              <a:rPr spc="25"/>
              <a:t> </a:t>
            </a:r>
            <a:r>
              <a:rPr spc="-5"/>
              <a:t>in </a:t>
            </a:r>
            <a:r>
              <a:rPr/>
              <a:t>the</a:t>
            </a:r>
            <a:r>
              <a:rPr spc="-5"/>
              <a:t> same</a:t>
            </a:r>
            <a:r>
              <a:rPr spc="10"/>
              <a:t> </a:t>
            </a:r>
            <a:r>
              <a:rPr spc="-5"/>
              <a:t>scope,</a:t>
            </a:r>
            <a:r>
              <a:rPr spc="5"/>
              <a:t> </a:t>
            </a:r>
            <a:r>
              <a:rPr spc="-5"/>
              <a:t>except</a:t>
            </a:r>
            <a:r>
              <a:rPr spc="20"/>
              <a:t> </a:t>
            </a:r>
            <a:r>
              <a:rPr spc="-5"/>
              <a:t>that </a:t>
            </a:r>
            <a:r>
              <a:rPr spc="-483"/>
              <a:t> </a:t>
            </a:r>
            <a:r>
              <a:rPr spc="-5"/>
              <a:t>both</a:t>
            </a:r>
            <a:r>
              <a:rPr/>
              <a:t> </a:t>
            </a:r>
            <a:r>
              <a:rPr spc="-5"/>
              <a:t>declarations</a:t>
            </a:r>
            <a:r>
              <a:rPr spc="20"/>
              <a:t> </a:t>
            </a:r>
            <a:r>
              <a:rPr spc="-5"/>
              <a:t>have</a:t>
            </a:r>
            <a:r>
              <a:rPr spc="5"/>
              <a:t> </a:t>
            </a:r>
            <a:r>
              <a:rPr spc="-10"/>
              <a:t>different</a:t>
            </a:r>
            <a:r>
              <a:rPr spc="15"/>
              <a:t> </a:t>
            </a:r>
            <a:r>
              <a:rPr spc="-5"/>
              <a:t>arguments</a:t>
            </a:r>
            <a:r>
              <a:rPr spc="15"/>
              <a:t> </a:t>
            </a:r>
            <a:r>
              <a:rPr spc="-10"/>
              <a:t>and</a:t>
            </a:r>
            <a:r>
              <a:rPr spc="-5"/>
              <a:t> obviously</a:t>
            </a:r>
            <a:r>
              <a:rPr spc="15"/>
              <a:t> </a:t>
            </a:r>
            <a:r>
              <a:rPr spc="-10"/>
              <a:t>different </a:t>
            </a:r>
            <a:r>
              <a:rPr spc="-5"/>
              <a:t> definition</a:t>
            </a:r>
            <a:r>
              <a:rPr spc="10"/>
              <a:t> </a:t>
            </a:r>
            <a:r>
              <a:rPr spc="-5"/>
              <a:t>(implementation).</a:t>
            </a:r>
            <a:endParaRPr/>
          </a:p>
        </p:txBody>
      </p:sp>
      <p:sp>
        <p:nvSpPr>
          <p:cNvPr id="842236888" name="object 3"/>
          <p:cNvSpPr txBox="1">
            <a:spLocks noGrp="1"/>
          </p:cNvSpPr>
          <p:nvPr>
            <p:ph type="title"/>
          </p:nvPr>
        </p:nvSpPr>
        <p:spPr bwMode="auto">
          <a:xfrm>
            <a:off x="3742690" y="260045"/>
            <a:ext cx="45700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4400" b="0" spc="-40">
                <a:solidFill>
                  <a:srgbClr val="1F2C8F"/>
                </a:solidFill>
                <a:latin typeface="Arial Black"/>
                <a:cs typeface="Arial Black"/>
              </a:rPr>
              <a:t>OVERLOADING</a:t>
            </a:r>
            <a:endParaRPr sz="44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10837" name="object 2"/>
          <p:cNvSpPr txBox="1">
            <a:spLocks noGrp="1"/>
          </p:cNvSpPr>
          <p:nvPr>
            <p:ph type="title"/>
          </p:nvPr>
        </p:nvSpPr>
        <p:spPr bwMode="auto">
          <a:xfrm>
            <a:off x="4303903" y="485978"/>
            <a:ext cx="38201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4400" b="0">
                <a:solidFill>
                  <a:srgbClr val="1F2C8F"/>
                </a:solidFill>
                <a:latin typeface="Arial Black"/>
                <a:cs typeface="Arial Black"/>
              </a:rPr>
              <a:t>OPER</a:t>
            </a:r>
            <a:r>
              <a:rPr sz="4400" b="0" spc="-315">
                <a:solidFill>
                  <a:srgbClr val="1F2C8F"/>
                </a:solidFill>
                <a:latin typeface="Arial Black"/>
                <a:cs typeface="Arial Black"/>
              </a:rPr>
              <a:t>A</a:t>
            </a:r>
            <a:r>
              <a:rPr sz="4400" b="0" spc="-160">
                <a:solidFill>
                  <a:srgbClr val="1F2C8F"/>
                </a:solidFill>
                <a:latin typeface="Arial Black"/>
                <a:cs typeface="Arial Black"/>
              </a:rPr>
              <a:t>T</a:t>
            </a:r>
            <a:r>
              <a:rPr sz="4400" b="0" spc="5">
                <a:solidFill>
                  <a:srgbClr val="1F2C8F"/>
                </a:solidFill>
                <a:latin typeface="Arial Black"/>
                <a:cs typeface="Arial Black"/>
              </a:rPr>
              <a:t>ORS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1099161437" name="object 3"/>
          <p:cNvSpPr txBox="1"/>
          <p:nvPr/>
        </p:nvSpPr>
        <p:spPr bwMode="auto">
          <a:xfrm>
            <a:off x="4407789" y="1556384"/>
            <a:ext cx="4004945" cy="175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  <a:tab pos="299720" algn="l"/>
              </a:tabLst>
              <a:defRPr/>
            </a:pP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Binary</a:t>
            </a:r>
            <a:r>
              <a:rPr sz="2000" spc="-5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 spc="-5">
                <a:solidFill>
                  <a:srgbClr val="1F2C8F"/>
                </a:solidFill>
                <a:latin typeface="Arial MT"/>
                <a:cs typeface="Arial MT"/>
              </a:rPr>
              <a:t>(+,-,*,/,%,&gt;,&lt;,+=,-=,*=</a:t>
            </a:r>
            <a:r>
              <a:rPr sz="2000" spc="-8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etc)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1F2C8F"/>
              </a:buClr>
              <a:buFont typeface="Arial MT"/>
              <a:buChar char="•"/>
              <a:defRPr/>
            </a:pPr>
            <a:endParaRPr sz="275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  <a:defRPr/>
            </a:pP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Unary</a:t>
            </a:r>
            <a:r>
              <a:rPr sz="2000" spc="-4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(++,</a:t>
            </a:r>
            <a:r>
              <a:rPr sz="2000" spc="-6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--,</a:t>
            </a:r>
            <a:r>
              <a:rPr sz="2000" spc="-5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-)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F2C8F"/>
              </a:buClr>
              <a:buFont typeface="Arial MT"/>
              <a:buChar char="•"/>
              <a:defRPr/>
            </a:pPr>
            <a:endParaRPr sz="275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  <a:defRPr/>
            </a:pPr>
            <a:r>
              <a:rPr sz="2000" spc="-30">
                <a:solidFill>
                  <a:srgbClr val="1F2C8F"/>
                </a:solidFill>
                <a:latin typeface="Arial MT"/>
                <a:cs typeface="Arial MT"/>
              </a:rPr>
              <a:t>Ternary</a:t>
            </a:r>
            <a:r>
              <a:rPr sz="2000" spc="-6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 spc="-5">
                <a:solidFill>
                  <a:srgbClr val="1F2C8F"/>
                </a:solidFill>
                <a:latin typeface="Arial MT"/>
                <a:cs typeface="Arial MT"/>
              </a:rPr>
              <a:t>(?,:,::</a:t>
            </a:r>
            <a:r>
              <a:rPr sz="2000" spc="-5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11748149" name="object 4"/>
          <p:cNvSpPr txBox="1"/>
          <p:nvPr/>
        </p:nvSpPr>
        <p:spPr bwMode="auto">
          <a:xfrm>
            <a:off x="11384406" y="48590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 spc="-5">
                <a:solidFill>
                  <a:srgbClr val="1F2C8F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3639584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pic>
        <p:nvPicPr>
          <p:cNvPr id="1091143954" name="object 3"/>
          <p:cNvPicPr/>
          <p:nvPr/>
        </p:nvPicPr>
        <p:blipFill>
          <a:blip r:embed="rId4"/>
          <a:stretch/>
        </p:blipFill>
        <p:spPr bwMode="auto">
          <a:xfrm>
            <a:off x="1778507" y="495300"/>
            <a:ext cx="8759952" cy="3802379"/>
          </a:xfrm>
          <a:prstGeom prst="rect">
            <a:avLst/>
          </a:prstGeom>
        </p:spPr>
      </p:pic>
      <p:pic>
        <p:nvPicPr>
          <p:cNvPr id="1219692772" name="object 4"/>
          <p:cNvPicPr/>
          <p:nvPr/>
        </p:nvPicPr>
        <p:blipFill>
          <a:blip r:embed="rId5"/>
          <a:stretch/>
        </p:blipFill>
        <p:spPr bwMode="auto">
          <a:xfrm>
            <a:off x="961644" y="5265420"/>
            <a:ext cx="10268712" cy="1083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780691" name="object 2"/>
          <p:cNvSpPr txBox="1"/>
          <p:nvPr/>
        </p:nvSpPr>
        <p:spPr bwMode="auto">
          <a:xfrm>
            <a:off x="4224654" y="2340098"/>
            <a:ext cx="6485890" cy="30403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42265" marR="5080" indent="-342265" algn="r">
              <a:lnSpc>
                <a:spcPct val="100000"/>
              </a:lnSpc>
              <a:spcBef>
                <a:spcPts val="530"/>
              </a:spcBef>
              <a:buSzPct val="108333"/>
              <a:buChar char="•"/>
              <a:tabLst>
                <a:tab pos="342265" algn="l"/>
                <a:tab pos="342900" algn="l"/>
                <a:tab pos="916940" algn="l"/>
                <a:tab pos="1921510" algn="l"/>
                <a:tab pos="2291715" algn="l"/>
                <a:tab pos="3323590" algn="l"/>
                <a:tab pos="4686300" algn="l"/>
                <a:tab pos="5032375" algn="l"/>
                <a:tab pos="5404485" algn="l"/>
                <a:tab pos="6332220" algn="l"/>
              </a:tabLst>
              <a:defRPr/>
            </a:pP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T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he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p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u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rp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se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f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p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r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at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r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ov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rloa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d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i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ng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i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s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to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pr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vi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d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 marR="66675" algn="r">
              <a:lnSpc>
                <a:spcPct val="100000"/>
              </a:lnSpc>
              <a:spcBef>
                <a:spcPts val="430"/>
              </a:spcBef>
              <a:defRPr/>
            </a:pP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special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meaning</a:t>
            </a:r>
            <a:r>
              <a:rPr sz="1800" spc="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of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an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operator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for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user-defined</a:t>
            </a:r>
            <a:r>
              <a:rPr sz="1800" spc="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data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type.</a:t>
            </a:r>
            <a:endParaRPr sz="1800">
              <a:latin typeface="Arial MT"/>
              <a:cs typeface="Arial MT"/>
            </a:endParaRPr>
          </a:p>
          <a:p>
            <a:pPr marL="355600" marR="8890" indent="-342900">
              <a:lnSpc>
                <a:spcPct val="120000"/>
              </a:lnSpc>
              <a:spcBef>
                <a:spcPts val="1000"/>
              </a:spcBef>
              <a:buSzPct val="108333"/>
              <a:buChar char="•"/>
              <a:tabLst>
                <a:tab pos="354965" algn="l"/>
                <a:tab pos="355600" algn="l"/>
                <a:tab pos="944880" algn="l"/>
                <a:tab pos="1394460" algn="l"/>
                <a:tab pos="1958339" algn="l"/>
                <a:tab pos="2281555" algn="l"/>
                <a:tab pos="3264535" algn="l"/>
                <a:tab pos="4642485" algn="l"/>
                <a:tab pos="5140960" algn="l"/>
                <a:tab pos="5641340" algn="l"/>
              </a:tabLst>
              <a:defRPr/>
            </a:pP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With	the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h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lp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f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p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er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tor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ov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rloa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d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i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g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,	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y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ou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can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redef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i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ne 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most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of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the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C++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operators.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SzPct val="108333"/>
              <a:buChar char="•"/>
              <a:tabLst>
                <a:tab pos="354965" algn="l"/>
                <a:tab pos="355600" algn="l"/>
              </a:tabLst>
              <a:defRPr/>
            </a:pPr>
            <a:r>
              <a:rPr sz="1800" spc="-60">
                <a:solidFill>
                  <a:srgbClr val="1F2C8F"/>
                </a:solidFill>
                <a:latin typeface="Arial MT"/>
                <a:cs typeface="Arial MT"/>
              </a:rPr>
              <a:t>You</a:t>
            </a:r>
            <a:r>
              <a:rPr sz="1800" spc="2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can</a:t>
            </a:r>
            <a:r>
              <a:rPr sz="1800" spc="23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also</a:t>
            </a:r>
            <a:r>
              <a:rPr sz="1800" spc="229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use</a:t>
            </a:r>
            <a:r>
              <a:rPr sz="1800" spc="22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operator</a:t>
            </a:r>
            <a:r>
              <a:rPr sz="1800" spc="229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overloading</a:t>
            </a:r>
            <a:r>
              <a:rPr sz="1800" spc="229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to</a:t>
            </a:r>
            <a:r>
              <a:rPr sz="1800" spc="22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perform</a:t>
            </a:r>
            <a:r>
              <a:rPr sz="1800" spc="2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different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  <a:defRPr/>
            </a:pP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operations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using one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 operator.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25"/>
              </a:spcBef>
              <a:buSzPct val="108333"/>
              <a:buChar char="•"/>
              <a:tabLst>
                <a:tab pos="354965" algn="l"/>
                <a:tab pos="355600" algn="l"/>
                <a:tab pos="977265" algn="l"/>
                <a:tab pos="1659889" algn="l"/>
                <a:tab pos="2546985" algn="l"/>
                <a:tab pos="3077210" algn="l"/>
                <a:tab pos="3609340" algn="l"/>
                <a:tab pos="4089400" algn="l"/>
                <a:tab pos="4620895" algn="l"/>
                <a:tab pos="5750560" algn="l"/>
              </a:tabLst>
              <a:defRPr/>
            </a:pP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With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cl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ss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b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j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cts	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y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ou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can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no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use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p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er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tors	</a:t>
            </a:r>
            <a:r>
              <a:rPr sz="1800" spc="-35">
                <a:solidFill>
                  <a:srgbClr val="1F2C8F"/>
                </a:solidFill>
                <a:latin typeface="Arial MT"/>
                <a:cs typeface="Arial MT"/>
              </a:rPr>
              <a:t>w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ithout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  <a:defRPr/>
            </a:pP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overloading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them.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1015732" name="object 3"/>
          <p:cNvSpPr txBox="1">
            <a:spLocks noGrp="1"/>
          </p:cNvSpPr>
          <p:nvPr>
            <p:ph type="title"/>
          </p:nvPr>
        </p:nvSpPr>
        <p:spPr bwMode="auto">
          <a:xfrm>
            <a:off x="4303903" y="381965"/>
            <a:ext cx="5244465" cy="136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defRPr/>
            </a:pPr>
            <a:r>
              <a:rPr sz="4400" b="0" spc="5">
                <a:solidFill>
                  <a:srgbClr val="1F2C8F"/>
                </a:solidFill>
                <a:latin typeface="Arial Black"/>
                <a:cs typeface="Arial Black"/>
              </a:rPr>
              <a:t>WHY </a:t>
            </a:r>
            <a:r>
              <a:rPr sz="4400" b="0" spc="-60">
                <a:solidFill>
                  <a:srgbClr val="1F2C8F"/>
                </a:solidFill>
                <a:latin typeface="Arial Black"/>
                <a:cs typeface="Arial Black"/>
              </a:rPr>
              <a:t>OPERATOR </a:t>
            </a:r>
            <a:r>
              <a:rPr sz="4400" b="0" spc="-1455">
                <a:solidFill>
                  <a:srgbClr val="1F2C8F"/>
                </a:solidFill>
                <a:latin typeface="Arial Black"/>
                <a:cs typeface="Arial Black"/>
              </a:rPr>
              <a:t> </a:t>
            </a:r>
            <a:r>
              <a:rPr sz="4400" b="0" spc="-30">
                <a:solidFill>
                  <a:srgbClr val="1F2C8F"/>
                </a:solidFill>
                <a:latin typeface="Arial Black"/>
                <a:cs typeface="Arial Black"/>
              </a:rPr>
              <a:t>LOADING</a:t>
            </a:r>
            <a:r>
              <a:rPr sz="4400" b="0" spc="-75">
                <a:solidFill>
                  <a:srgbClr val="1F2C8F"/>
                </a:solidFill>
                <a:latin typeface="Arial Black"/>
                <a:cs typeface="Arial Black"/>
              </a:rPr>
              <a:t> </a:t>
            </a:r>
            <a:r>
              <a:rPr sz="4400" b="0" spc="-5">
                <a:solidFill>
                  <a:srgbClr val="1F2C8F"/>
                </a:solidFill>
                <a:latin typeface="Arial Black"/>
                <a:cs typeface="Arial Black"/>
              </a:rPr>
              <a:t>IN</a:t>
            </a:r>
            <a:r>
              <a:rPr sz="4400" b="0" spc="-45">
                <a:solidFill>
                  <a:srgbClr val="1F2C8F"/>
                </a:solidFill>
                <a:latin typeface="Arial Black"/>
                <a:cs typeface="Arial Black"/>
              </a:rPr>
              <a:t> </a:t>
            </a:r>
            <a:r>
              <a:rPr sz="4400" b="0">
                <a:solidFill>
                  <a:srgbClr val="1F2C8F"/>
                </a:solidFill>
                <a:latin typeface="Arial Black"/>
                <a:cs typeface="Arial Black"/>
              </a:rPr>
              <a:t>OOP</a:t>
            </a:r>
            <a:endParaRPr sz="44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3465821" name="object 2"/>
          <p:cNvPicPr/>
          <p:nvPr/>
        </p:nvPicPr>
        <p:blipFill>
          <a:blip r:embed="rId3"/>
          <a:stretch/>
        </p:blipFill>
        <p:spPr bwMode="auto">
          <a:xfrm>
            <a:off x="4297679" y="2977895"/>
            <a:ext cx="6714744" cy="2700528"/>
          </a:xfrm>
          <a:prstGeom prst="rect">
            <a:avLst/>
          </a:prstGeom>
        </p:spPr>
      </p:pic>
      <p:sp>
        <p:nvSpPr>
          <p:cNvPr id="1361184078" name="object 3"/>
          <p:cNvSpPr txBox="1"/>
          <p:nvPr/>
        </p:nvSpPr>
        <p:spPr bwMode="auto">
          <a:xfrm>
            <a:off x="4298060" y="1386078"/>
            <a:ext cx="68726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  <a:defRPr/>
            </a:pP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returnType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is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 the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return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type</a:t>
            </a:r>
            <a:r>
              <a:rPr sz="1800" spc="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of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the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function.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  <a:defRPr/>
            </a:pP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operator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is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keyword.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  <a:defRPr/>
            </a:pP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symbol</a:t>
            </a:r>
            <a:r>
              <a:rPr sz="1800" spc="3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is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the operator</a:t>
            </a:r>
            <a:r>
              <a:rPr sz="1800" spc="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25">
                <a:solidFill>
                  <a:srgbClr val="1F2C8F"/>
                </a:solidFill>
                <a:latin typeface="Arial MT"/>
                <a:cs typeface="Arial MT"/>
              </a:rPr>
              <a:t>we</a:t>
            </a:r>
            <a:r>
              <a:rPr sz="1800" spc="3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20">
                <a:solidFill>
                  <a:srgbClr val="1F2C8F"/>
                </a:solidFill>
                <a:latin typeface="Arial MT"/>
                <a:cs typeface="Arial MT"/>
              </a:rPr>
              <a:t>want</a:t>
            </a:r>
            <a:r>
              <a:rPr sz="1800" spc="4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to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overload.</a:t>
            </a:r>
            <a:r>
              <a:rPr sz="1800" spc="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Like:</a:t>
            </a:r>
            <a:r>
              <a:rPr sz="1800" spc="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+, &lt;,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-,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++,</a:t>
            </a:r>
            <a:r>
              <a:rPr sz="1800" spc="-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  <a:defRPr/>
            </a:pP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arguments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is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the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arguments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passed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to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the function.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81683209" name="object 4"/>
          <p:cNvSpPr txBox="1">
            <a:spLocks noGrp="1"/>
          </p:cNvSpPr>
          <p:nvPr>
            <p:ph type="title"/>
          </p:nvPr>
        </p:nvSpPr>
        <p:spPr bwMode="auto">
          <a:xfrm>
            <a:off x="4303903" y="316814"/>
            <a:ext cx="2566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4400" b="0">
                <a:solidFill>
                  <a:srgbClr val="1F2C8F"/>
                </a:solidFill>
                <a:latin typeface="Arial Black"/>
                <a:cs typeface="Arial Black"/>
              </a:rPr>
              <a:t>SYN</a:t>
            </a:r>
            <a:r>
              <a:rPr sz="4400" b="0" spc="-310">
                <a:solidFill>
                  <a:srgbClr val="1F2C8F"/>
                </a:solidFill>
                <a:latin typeface="Arial Black"/>
                <a:cs typeface="Arial Black"/>
              </a:rPr>
              <a:t>T</a:t>
            </a:r>
            <a:r>
              <a:rPr sz="4400" b="0" spc="5">
                <a:solidFill>
                  <a:srgbClr val="1F2C8F"/>
                </a:solidFill>
                <a:latin typeface="Arial Black"/>
                <a:cs typeface="Arial Black"/>
              </a:rPr>
              <a:t>AX</a:t>
            </a:r>
            <a:endParaRPr sz="44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910303" name="object 2"/>
          <p:cNvSpPr/>
          <p:nvPr/>
        </p:nvSpPr>
        <p:spPr bwMode="auto">
          <a:xfrm>
            <a:off x="722376" y="2025396"/>
            <a:ext cx="3670300" cy="2624455"/>
          </a:xfrm>
          <a:custGeom>
            <a:avLst/>
            <a:gdLst/>
            <a:ahLst/>
            <a:cxnLst/>
            <a:rect l="l" t="t" r="r" b="b"/>
            <a:pathLst>
              <a:path w="3670300" h="2624454" fill="norm" stroke="1" extrusionOk="0">
                <a:moveTo>
                  <a:pt x="3669791" y="0"/>
                </a:moveTo>
                <a:lnTo>
                  <a:pt x="0" y="0"/>
                </a:lnTo>
                <a:lnTo>
                  <a:pt x="0" y="2624328"/>
                </a:lnTo>
                <a:lnTo>
                  <a:pt x="3669791" y="2624328"/>
                </a:lnTo>
                <a:lnTo>
                  <a:pt x="3669791" y="0"/>
                </a:lnTo>
                <a:close/>
              </a:path>
            </a:pathLst>
          </a:custGeom>
          <a:solidFill>
            <a:srgbClr val="1F2C8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486133074" name="object 3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756298314" name="object 4"/>
          <p:cNvSpPr txBox="1"/>
          <p:nvPr/>
        </p:nvSpPr>
        <p:spPr bwMode="auto">
          <a:xfrm>
            <a:off x="1079398" y="2686253"/>
            <a:ext cx="2960370" cy="115633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41630" marR="5080" indent="-329565">
              <a:lnSpc>
                <a:spcPts val="4110"/>
              </a:lnSpc>
              <a:spcBef>
                <a:spcPts val="810"/>
              </a:spcBef>
              <a:defRPr/>
            </a:pP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U</a:t>
            </a:r>
            <a:r>
              <a:rPr sz="4000" spc="-155">
                <a:solidFill>
                  <a:srgbClr val="FFFCFF"/>
                </a:solidFill>
                <a:latin typeface="Calibri Light"/>
                <a:cs typeface="Calibri Light"/>
              </a:rPr>
              <a:t>n</a:t>
            </a: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a</a:t>
            </a:r>
            <a:r>
              <a:rPr sz="4000" spc="-125">
                <a:solidFill>
                  <a:srgbClr val="FFFCFF"/>
                </a:solidFill>
                <a:latin typeface="Calibri Light"/>
                <a:cs typeface="Calibri Light"/>
              </a:rPr>
              <a:t>r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y</a:t>
            </a:r>
            <a:r>
              <a:rPr sz="4000" spc="-445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155">
                <a:solidFill>
                  <a:srgbClr val="FFFCFF"/>
                </a:solidFill>
                <a:latin typeface="Calibri Light"/>
                <a:cs typeface="Calibri Light"/>
              </a:rPr>
              <a:t>Op</a:t>
            </a: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e</a:t>
            </a:r>
            <a:r>
              <a:rPr sz="4000" spc="-220">
                <a:solidFill>
                  <a:srgbClr val="FFFCFF"/>
                </a:solidFill>
                <a:latin typeface="Calibri Light"/>
                <a:cs typeface="Calibri Light"/>
              </a:rPr>
              <a:t>r</a:t>
            </a:r>
            <a:r>
              <a:rPr sz="4000" spc="-185">
                <a:solidFill>
                  <a:srgbClr val="FFFCFF"/>
                </a:solidFill>
                <a:latin typeface="Calibri Light"/>
                <a:cs typeface="Calibri Light"/>
              </a:rPr>
              <a:t>a</a:t>
            </a:r>
            <a:r>
              <a:rPr sz="4000" spc="-195">
                <a:solidFill>
                  <a:srgbClr val="FFFCFF"/>
                </a:solidFill>
                <a:latin typeface="Calibri Light"/>
                <a:cs typeface="Calibri Light"/>
              </a:rPr>
              <a:t>t</a:t>
            </a: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o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r  </a:t>
            </a:r>
            <a:r>
              <a:rPr sz="4000" spc="-60">
                <a:solidFill>
                  <a:srgbClr val="FFFCFF"/>
                </a:solidFill>
                <a:latin typeface="Calibri Light"/>
                <a:cs typeface="Calibri Light"/>
              </a:rPr>
              <a:t>Overloading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2086234027" name="object 5"/>
          <p:cNvSpPr txBox="1"/>
          <p:nvPr/>
        </p:nvSpPr>
        <p:spPr bwMode="auto">
          <a:xfrm>
            <a:off x="8595486" y="2883789"/>
            <a:ext cx="2720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4675" algn="l"/>
                <a:tab pos="1878964" algn="l"/>
                <a:tab pos="2382520" algn="l"/>
              </a:tabLst>
              <a:defRPr/>
            </a:pP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a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n</a:t>
            </a:r>
            <a:r>
              <a:rPr sz="1800" spc="125">
                <a:solidFill>
                  <a:srgbClr val="1F2C8F"/>
                </a:solidFill>
                <a:latin typeface="Cambria"/>
                <a:cs typeface="Cambria"/>
              </a:rPr>
              <a:t>d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	</a:t>
            </a:r>
            <a:r>
              <a:rPr sz="1800" spc="114">
                <a:solidFill>
                  <a:srgbClr val="1F2C8F"/>
                </a:solidFill>
                <a:latin typeface="Cambria"/>
                <a:cs typeface="Cambria"/>
              </a:rPr>
              <a:t>d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 spc="125">
                <a:solidFill>
                  <a:srgbClr val="1F2C8F"/>
                </a:solidFill>
                <a:latin typeface="Cambria"/>
                <a:cs typeface="Cambria"/>
              </a:rPr>
              <a:t>c</a:t>
            </a:r>
            <a:r>
              <a:rPr sz="1800" spc="-85">
                <a:solidFill>
                  <a:srgbClr val="1F2C8F"/>
                </a:solidFill>
                <a:latin typeface="Cambria"/>
                <a:cs typeface="Cambria"/>
              </a:rPr>
              <a:t>r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 spc="45">
                <a:solidFill>
                  <a:srgbClr val="1F2C8F"/>
                </a:solidFill>
                <a:latin typeface="Cambria"/>
                <a:cs typeface="Cambria"/>
              </a:rPr>
              <a:t>m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 spc="10">
                <a:solidFill>
                  <a:srgbClr val="1F2C8F"/>
                </a:solidFill>
                <a:latin typeface="Cambria"/>
                <a:cs typeface="Cambria"/>
              </a:rPr>
              <a:t>n</a:t>
            </a:r>
            <a:r>
              <a:rPr sz="1800" spc="-70">
                <a:solidFill>
                  <a:srgbClr val="1F2C8F"/>
                </a:solidFill>
                <a:latin typeface="Cambria"/>
                <a:cs typeface="Cambria"/>
              </a:rPr>
              <a:t>t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	</a:t>
            </a: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a</a:t>
            </a:r>
            <a:r>
              <a:rPr sz="1800" spc="-100">
                <a:solidFill>
                  <a:srgbClr val="1F2C8F"/>
                </a:solidFill>
                <a:latin typeface="Cambria"/>
                <a:cs typeface="Cambria"/>
              </a:rPr>
              <a:t>r</a:t>
            </a:r>
            <a:r>
              <a:rPr sz="1800" spc="150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	</a:t>
            </a:r>
            <a:r>
              <a:rPr sz="1800" spc="-100">
                <a:solidFill>
                  <a:srgbClr val="1F2C8F"/>
                </a:solidFill>
                <a:latin typeface="Cambria"/>
                <a:cs typeface="Cambria"/>
              </a:rPr>
              <a:t>t</a:t>
            </a:r>
            <a:r>
              <a:rPr sz="1800" spc="10">
                <a:solidFill>
                  <a:srgbClr val="1F2C8F"/>
                </a:solidFill>
                <a:latin typeface="Cambria"/>
                <a:cs typeface="Cambria"/>
              </a:rPr>
              <a:t>h</a:t>
            </a:r>
            <a:r>
              <a:rPr sz="1800" spc="150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68757822" name="object 6"/>
          <p:cNvSpPr txBox="1"/>
          <p:nvPr/>
        </p:nvSpPr>
        <p:spPr bwMode="auto">
          <a:xfrm>
            <a:off x="4946396" y="2276635"/>
            <a:ext cx="5165090" cy="2143760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290"/>
              </a:spcBef>
              <a:buSzPct val="108333"/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Unary</a:t>
            </a:r>
            <a:r>
              <a:rPr sz="1800" spc="-2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50">
                <a:solidFill>
                  <a:srgbClr val="1F2C8F"/>
                </a:solidFill>
                <a:latin typeface="Cambria"/>
                <a:cs typeface="Cambria"/>
              </a:rPr>
              <a:t>operators</a:t>
            </a:r>
            <a:r>
              <a:rPr sz="1800" spc="1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65">
                <a:solidFill>
                  <a:srgbClr val="1F2C8F"/>
                </a:solidFill>
                <a:latin typeface="Cambria"/>
                <a:cs typeface="Cambria"/>
              </a:rPr>
              <a:t>operate</a:t>
            </a:r>
            <a:r>
              <a:rPr sz="1800" spc="1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50">
                <a:solidFill>
                  <a:srgbClr val="1F2C8F"/>
                </a:solidFill>
                <a:latin typeface="Cambria"/>
                <a:cs typeface="Cambria"/>
              </a:rPr>
              <a:t>on only</a:t>
            </a:r>
            <a:r>
              <a:rPr sz="1800" spc="3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85">
                <a:solidFill>
                  <a:srgbClr val="1F2C8F"/>
                </a:solidFill>
                <a:latin typeface="Cambria"/>
                <a:cs typeface="Cambria"/>
              </a:rPr>
              <a:t>one</a:t>
            </a:r>
            <a:r>
              <a:rPr sz="1800" spc="5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75">
                <a:solidFill>
                  <a:srgbClr val="1F2C8F"/>
                </a:solidFill>
                <a:latin typeface="Cambria"/>
                <a:cs typeface="Cambria"/>
              </a:rPr>
              <a:t>operand.</a:t>
            </a:r>
            <a:endParaRPr sz="1800">
              <a:latin typeface="Cambria"/>
              <a:cs typeface="Cambria"/>
            </a:endParaRPr>
          </a:p>
          <a:p>
            <a:pPr marL="241300" marR="1671955" indent="-228600">
              <a:lnSpc>
                <a:spcPct val="119900"/>
              </a:lnSpc>
              <a:spcBef>
                <a:spcPts val="1000"/>
              </a:spcBef>
              <a:buClr>
                <a:srgbClr val="1F2C8F"/>
              </a:buClr>
              <a:buSzPct val="108333"/>
              <a:buFont typeface="Arial MT"/>
              <a:buChar char="•"/>
              <a:tabLst>
                <a:tab pos="299085" algn="l"/>
                <a:tab pos="299720" algn="l"/>
                <a:tab pos="1577975" algn="l"/>
                <a:tab pos="2433955" algn="l"/>
              </a:tabLst>
              <a:defRPr/>
            </a:pPr>
            <a:r>
              <a:rPr/>
              <a:t>	</a:t>
            </a:r>
            <a:r>
              <a:rPr sz="1800" spc="-10">
                <a:solidFill>
                  <a:srgbClr val="1F2C8F"/>
                </a:solidFill>
                <a:latin typeface="Cambria"/>
                <a:cs typeface="Cambria"/>
              </a:rPr>
              <a:t>P</a:t>
            </a:r>
            <a:r>
              <a:rPr sz="1800" spc="-85">
                <a:solidFill>
                  <a:srgbClr val="1F2C8F"/>
                </a:solidFill>
                <a:latin typeface="Cambria"/>
                <a:cs typeface="Cambria"/>
              </a:rPr>
              <a:t>r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f</a:t>
            </a:r>
            <a:r>
              <a:rPr sz="1800" spc="-10">
                <a:solidFill>
                  <a:srgbClr val="1F2C8F"/>
                </a:solidFill>
                <a:latin typeface="Cambria"/>
                <a:cs typeface="Cambria"/>
              </a:rPr>
              <a:t>i</a:t>
            </a:r>
            <a:r>
              <a:rPr sz="1800" spc="120">
                <a:solidFill>
                  <a:srgbClr val="1F2C8F"/>
                </a:solidFill>
                <a:latin typeface="Cambria"/>
                <a:cs typeface="Cambria"/>
              </a:rPr>
              <a:t>x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1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a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n</a:t>
            </a:r>
            <a:r>
              <a:rPr sz="1800" spc="125">
                <a:solidFill>
                  <a:srgbClr val="1F2C8F"/>
                </a:solidFill>
                <a:latin typeface="Cambria"/>
                <a:cs typeface="Cambria"/>
              </a:rPr>
              <a:t>d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	</a:t>
            </a:r>
            <a:r>
              <a:rPr sz="1800" spc="-55">
                <a:solidFill>
                  <a:srgbClr val="1F2C8F"/>
                </a:solidFill>
                <a:latin typeface="Cambria"/>
                <a:cs typeface="Cambria"/>
              </a:rPr>
              <a:t>P</a:t>
            </a:r>
            <a:r>
              <a:rPr sz="1800" spc="60">
                <a:solidFill>
                  <a:srgbClr val="1F2C8F"/>
                </a:solidFill>
                <a:latin typeface="Cambria"/>
                <a:cs typeface="Cambria"/>
              </a:rPr>
              <a:t>o</a:t>
            </a:r>
            <a:r>
              <a:rPr sz="1800" spc="40">
                <a:solidFill>
                  <a:srgbClr val="1F2C8F"/>
                </a:solidFill>
                <a:latin typeface="Cambria"/>
                <a:cs typeface="Cambria"/>
              </a:rPr>
              <a:t>s</a:t>
            </a:r>
            <a:r>
              <a:rPr sz="1800" spc="-90">
                <a:solidFill>
                  <a:srgbClr val="1F2C8F"/>
                </a:solidFill>
                <a:latin typeface="Cambria"/>
                <a:cs typeface="Cambria"/>
              </a:rPr>
              <a:t>t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f</a:t>
            </a:r>
            <a:r>
              <a:rPr sz="1800" spc="-10">
                <a:solidFill>
                  <a:srgbClr val="1F2C8F"/>
                </a:solidFill>
                <a:latin typeface="Cambria"/>
                <a:cs typeface="Cambria"/>
              </a:rPr>
              <a:t>i</a:t>
            </a:r>
            <a:r>
              <a:rPr sz="1800" spc="120">
                <a:solidFill>
                  <a:srgbClr val="1F2C8F"/>
                </a:solidFill>
                <a:latin typeface="Cambria"/>
                <a:cs typeface="Cambria"/>
              </a:rPr>
              <a:t>x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	</a:t>
            </a:r>
            <a:r>
              <a:rPr sz="1800" spc="15">
                <a:solidFill>
                  <a:srgbClr val="1F2C8F"/>
                </a:solidFill>
                <a:latin typeface="Cambria"/>
                <a:cs typeface="Cambria"/>
              </a:rPr>
              <a:t>i</a:t>
            </a:r>
            <a:r>
              <a:rPr sz="1800" spc="10">
                <a:solidFill>
                  <a:srgbClr val="1F2C8F"/>
                </a:solidFill>
                <a:latin typeface="Cambria"/>
                <a:cs typeface="Cambria"/>
              </a:rPr>
              <a:t>n</a:t>
            </a:r>
            <a:r>
              <a:rPr sz="1800" spc="125">
                <a:solidFill>
                  <a:srgbClr val="1F2C8F"/>
                </a:solidFill>
                <a:latin typeface="Cambria"/>
                <a:cs typeface="Cambria"/>
              </a:rPr>
              <a:t>c</a:t>
            </a:r>
            <a:r>
              <a:rPr sz="1800" spc="-85">
                <a:solidFill>
                  <a:srgbClr val="1F2C8F"/>
                </a:solidFill>
                <a:latin typeface="Cambria"/>
                <a:cs typeface="Cambria"/>
              </a:rPr>
              <a:t>r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 spc="45">
                <a:solidFill>
                  <a:srgbClr val="1F2C8F"/>
                </a:solidFill>
                <a:latin typeface="Cambria"/>
                <a:cs typeface="Cambria"/>
              </a:rPr>
              <a:t>m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 spc="10">
                <a:solidFill>
                  <a:srgbClr val="1F2C8F"/>
                </a:solidFill>
                <a:latin typeface="Cambria"/>
                <a:cs typeface="Cambria"/>
              </a:rPr>
              <a:t>n</a:t>
            </a:r>
            <a:r>
              <a:rPr sz="1800" spc="-55">
                <a:solidFill>
                  <a:srgbClr val="1F2C8F"/>
                </a:solidFill>
                <a:latin typeface="Cambria"/>
                <a:cs typeface="Cambria"/>
              </a:rPr>
              <a:t>t  </a:t>
            </a:r>
            <a:r>
              <a:rPr sz="1800" spc="95">
                <a:solidFill>
                  <a:srgbClr val="1F2C8F"/>
                </a:solidFill>
                <a:latin typeface="Cambria"/>
                <a:cs typeface="Cambria"/>
              </a:rPr>
              <a:t>examples</a:t>
            </a:r>
            <a:r>
              <a:rPr sz="1800" spc="3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25">
                <a:solidFill>
                  <a:srgbClr val="1F2C8F"/>
                </a:solidFill>
                <a:latin typeface="Cambria"/>
                <a:cs typeface="Cambria"/>
              </a:rPr>
              <a:t>of</a:t>
            </a: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45">
                <a:solidFill>
                  <a:srgbClr val="1F2C8F"/>
                </a:solidFill>
                <a:latin typeface="Cambria"/>
                <a:cs typeface="Cambria"/>
              </a:rPr>
              <a:t>unary</a:t>
            </a:r>
            <a:r>
              <a:rPr sz="1800" spc="4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35">
                <a:solidFill>
                  <a:srgbClr val="1F2C8F"/>
                </a:solidFill>
                <a:latin typeface="Cambria"/>
                <a:cs typeface="Cambria"/>
              </a:rPr>
              <a:t>operator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spcBef>
                <a:spcPts val="1405"/>
              </a:spcBef>
              <a:buSzPct val="108333"/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sz="1800" spc="50">
                <a:solidFill>
                  <a:srgbClr val="1F2C8F"/>
                </a:solidFill>
                <a:latin typeface="Cambria"/>
                <a:cs typeface="Cambria"/>
              </a:rPr>
              <a:t>--obj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spcBef>
                <a:spcPts val="1390"/>
              </a:spcBef>
              <a:buSzPct val="108333"/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sz="1800" spc="130">
                <a:solidFill>
                  <a:srgbClr val="1F2C8F"/>
                </a:solidFill>
                <a:latin typeface="Cambria"/>
                <a:cs typeface="Cambria"/>
              </a:rPr>
              <a:t>obj++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712040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1001513432" name="object 3"/>
          <p:cNvSpPr txBox="1"/>
          <p:nvPr/>
        </p:nvSpPr>
        <p:spPr bwMode="auto">
          <a:xfrm>
            <a:off x="544169" y="381127"/>
            <a:ext cx="18903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10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542925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10">
                <a:latin typeface="Consolas"/>
                <a:cs typeface="Consolas"/>
              </a:rPr>
              <a:t>i;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pu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b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l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c</a:t>
            </a:r>
            <a:r>
              <a:rPr sz="180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1030030" name="object 4"/>
          <p:cNvSpPr/>
          <p:nvPr/>
        </p:nvSpPr>
        <p:spPr bwMode="auto">
          <a:xfrm>
            <a:off x="7220204" y="2341130"/>
            <a:ext cx="3108325" cy="1172210"/>
          </a:xfrm>
          <a:custGeom>
            <a:avLst/>
            <a:gdLst/>
            <a:ahLst/>
            <a:cxnLst/>
            <a:rect l="l" t="t" r="r" b="b"/>
            <a:pathLst>
              <a:path w="3108325" h="1172210" fill="norm" stroke="1" extrusionOk="0">
                <a:moveTo>
                  <a:pt x="3108325" y="0"/>
                </a:moveTo>
                <a:lnTo>
                  <a:pt x="0" y="0"/>
                </a:lnTo>
                <a:lnTo>
                  <a:pt x="0" y="570852"/>
                </a:lnTo>
                <a:lnTo>
                  <a:pt x="0" y="1172197"/>
                </a:lnTo>
                <a:lnTo>
                  <a:pt x="3108325" y="1172197"/>
                </a:lnTo>
                <a:lnTo>
                  <a:pt x="3108325" y="570852"/>
                </a:lnTo>
                <a:lnTo>
                  <a:pt x="31083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aphicFrame>
        <p:nvGraphicFramePr>
          <p:cNvPr id="1865632587" name="object 5"/>
          <p:cNvGraphicFramePr>
            <a:graphicFrameLocks xmlns:a="http://schemas.openxmlformats.org/drawingml/2006/main" noGrp="1"/>
          </p:cNvGraphicFramePr>
          <p:nvPr/>
        </p:nvGraphicFramePr>
        <p:xfrm>
          <a:off x="1440180" y="1555800"/>
          <a:ext cx="7022465" cy="188541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717675"/>
                <a:gridCol w="2671445"/>
                <a:gridCol w="2633345"/>
              </a:tblGrid>
              <a:tr h="798294">
                <a:tc>
                  <a:txBody>
                    <a:bodyPr/>
                    <a:p>
                      <a:pPr marL="31750">
                        <a:lnSpc>
                          <a:spcPts val="1680"/>
                        </a:lnSpc>
                        <a:defRPr/>
                      </a:pPr>
                      <a:r>
                        <a:rPr sz="1800" spc="-15">
                          <a:latin typeface="Consolas"/>
                          <a:cs typeface="Consolas"/>
                        </a:rPr>
                        <a:t>Increment(</a:t>
                      </a:r>
                      <a:r>
                        <a:rPr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ts val="2145"/>
                        </a:lnSpc>
                        <a:defRPr/>
                      </a:pPr>
                      <a:r>
                        <a:rPr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1800" spc="-1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68580">
                        <a:lnSpc>
                          <a:spcPts val="1680"/>
                        </a:lnSpc>
                        <a:defRPr/>
                      </a:pPr>
                      <a:r>
                        <a:rPr sz="1800" spc="-1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):i(</a:t>
                      </a:r>
                      <a:r>
                        <a:rPr sz="1800" spc="-1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){}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67310">
                        <a:lnSpc>
                          <a:spcPts val="2145"/>
                        </a:lnSpc>
                        <a:defRPr/>
                      </a:pPr>
                      <a:r>
                        <a:rPr sz="1800" spc="-30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++</a:t>
                      </a:r>
                      <a:r>
                        <a:rPr sz="1800" spc="-30">
                          <a:latin typeface="Consolas"/>
                          <a:cs typeface="Consolas"/>
                        </a:rPr>
                        <a:t>()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549733">
                <a:tc>
                  <a:txBody>
                    <a:bodyPr/>
                    <a:p>
                      <a:pPr marL="495300">
                        <a:lnSpc>
                          <a:spcPts val="189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++i;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1483360">
                        <a:lnSpc>
                          <a:spcPts val="2000"/>
                        </a:lnSpc>
                        <a:defRPr/>
                      </a:pPr>
                      <a:r>
                        <a:rPr sz="1800" spc="-1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Output: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  <a:tr h="537386">
                <a:tc>
                  <a:txBody>
                    <a:bodyPr/>
                    <a:p>
                      <a:pPr marL="31750">
                        <a:lnSpc>
                          <a:spcPts val="1870"/>
                        </a:lnSpc>
                        <a:defRPr/>
                      </a:pPr>
                      <a:r>
                        <a:rPr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1800" spc="-7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67310">
                        <a:lnSpc>
                          <a:spcPts val="1870"/>
                        </a:lnSpc>
                        <a:defRPr/>
                      </a:pP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++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1483360">
                        <a:lnSpc>
                          <a:spcPts val="1964"/>
                        </a:lnSpc>
                        <a:defRPr/>
                      </a:pPr>
                      <a:r>
                        <a:rPr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Value:</a:t>
                      </a:r>
                      <a:r>
                        <a:rPr sz="1800" spc="-1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483360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Value:</a:t>
                      </a:r>
                      <a:r>
                        <a:rPr sz="1800" spc="-1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93025310" name="object 6"/>
          <p:cNvSpPr txBox="1"/>
          <p:nvPr/>
        </p:nvSpPr>
        <p:spPr bwMode="auto">
          <a:xfrm>
            <a:off x="1916429" y="3416300"/>
            <a:ext cx="1016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i</a:t>
            </a:r>
            <a:r>
              <a:rPr sz="1800" spc="-70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=</a:t>
            </a:r>
            <a:r>
              <a:rPr sz="1800" spc="-70"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i++;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790833421" name="object 7"/>
          <p:cNvSpPr txBox="1"/>
          <p:nvPr/>
        </p:nvSpPr>
        <p:spPr bwMode="auto">
          <a:xfrm>
            <a:off x="544779" y="5104257"/>
            <a:ext cx="26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3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28567646" name="object 8"/>
          <p:cNvSpPr txBox="1"/>
          <p:nvPr/>
        </p:nvSpPr>
        <p:spPr bwMode="auto">
          <a:xfrm>
            <a:off x="1459230" y="3677539"/>
            <a:ext cx="23507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800" spc="-7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display()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0">
                <a:latin typeface="Consolas"/>
                <a:cs typeface="Consolas"/>
              </a:rPr>
              <a:t>cout</a:t>
            </a:r>
            <a:r>
              <a:rPr sz="1800" spc="-55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5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A11515"/>
                </a:solidFill>
                <a:latin typeface="Consolas"/>
                <a:cs typeface="Consolas"/>
              </a:rPr>
              <a:t>"Value: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64567435" name="object 9"/>
          <p:cNvSpPr txBox="1"/>
          <p:nvPr/>
        </p:nvSpPr>
        <p:spPr bwMode="auto">
          <a:xfrm>
            <a:off x="3919854" y="4525136"/>
            <a:ext cx="189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2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25">
                <a:latin typeface="Consolas"/>
                <a:cs typeface="Consolas"/>
              </a:rPr>
              <a:t>endl;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19695118" name="object 10"/>
          <p:cNvSpPr txBox="1"/>
          <p:nvPr/>
        </p:nvSpPr>
        <p:spPr bwMode="auto">
          <a:xfrm>
            <a:off x="7299706" y="3812540"/>
            <a:ext cx="127190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18377525" name="object 11"/>
          <p:cNvSpPr txBox="1"/>
          <p:nvPr/>
        </p:nvSpPr>
        <p:spPr bwMode="auto">
          <a:xfrm>
            <a:off x="7756906" y="4368800"/>
            <a:ext cx="22707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r>
              <a:rPr sz="1800" spc="-135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1800" spc="-10">
                <a:latin typeface="Consolas"/>
                <a:cs typeface="Consolas"/>
              </a:rPr>
              <a:t>obj(10);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obj</a:t>
            </a:r>
            <a:r>
              <a:rPr sz="1800" spc="-15">
                <a:solidFill>
                  <a:srgbClr val="008080"/>
                </a:solidFill>
                <a:latin typeface="Consolas"/>
                <a:cs typeface="Consolas"/>
              </a:rPr>
              <a:t>++</a:t>
            </a:r>
            <a:r>
              <a:rPr sz="1800" spc="-15">
                <a:latin typeface="Consolas"/>
                <a:cs typeface="Consolas"/>
              </a:rPr>
              <a:t>; </a:t>
            </a:r>
            <a:r>
              <a:rPr sz="1800" spc="-10"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obj.display();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44276483" name="object 12"/>
          <p:cNvSpPr txBox="1"/>
          <p:nvPr/>
        </p:nvSpPr>
        <p:spPr bwMode="auto">
          <a:xfrm>
            <a:off x="7299706" y="5460593"/>
            <a:ext cx="22212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5">
                <a:solidFill>
                  <a:srgbClr val="008080"/>
                </a:solidFill>
                <a:latin typeface="Consolas"/>
                <a:cs typeface="Consolas"/>
              </a:rPr>
              <a:t>++</a:t>
            </a:r>
            <a:r>
              <a:rPr sz="1800" spc="-15">
                <a:latin typeface="Consolas"/>
                <a:cs typeface="Consolas"/>
              </a:rPr>
              <a:t>obj; </a:t>
            </a:r>
            <a:r>
              <a:rPr sz="1800" spc="-10"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ob</a:t>
            </a:r>
            <a:r>
              <a:rPr sz="1800" spc="-5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.</a:t>
            </a:r>
            <a:r>
              <a:rPr sz="1800" spc="-5">
                <a:latin typeface="Consolas"/>
                <a:cs typeface="Consolas"/>
              </a:rPr>
              <a:t>d</a:t>
            </a:r>
            <a:r>
              <a:rPr sz="1800" spc="-20">
                <a:latin typeface="Consolas"/>
                <a:cs typeface="Consolas"/>
              </a:rPr>
              <a:t>i</a:t>
            </a:r>
            <a:r>
              <a:rPr sz="1800" spc="-5">
                <a:latin typeface="Consolas"/>
                <a:cs typeface="Consolas"/>
              </a:rPr>
              <a:t>s</a:t>
            </a:r>
            <a:r>
              <a:rPr sz="1800" spc="-20">
                <a:latin typeface="Consolas"/>
                <a:cs typeface="Consolas"/>
              </a:rPr>
              <a:t>p</a:t>
            </a:r>
            <a:r>
              <a:rPr sz="1800" spc="-5">
                <a:latin typeface="Consolas"/>
                <a:cs typeface="Consolas"/>
              </a:rPr>
              <a:t>l</a:t>
            </a:r>
            <a:r>
              <a:rPr sz="1800" spc="-20">
                <a:latin typeface="Consolas"/>
                <a:cs typeface="Consolas"/>
              </a:rPr>
              <a:t>ay</a:t>
            </a:r>
            <a:r>
              <a:rPr sz="1800" spc="-5">
                <a:latin typeface="Consolas"/>
                <a:cs typeface="Consolas"/>
              </a:rPr>
              <a:t>(</a:t>
            </a:r>
            <a:r>
              <a:rPr sz="1800" spc="-20">
                <a:latin typeface="Consolas"/>
                <a:cs typeface="Consolas"/>
              </a:rPr>
              <a:t>)</a:t>
            </a:r>
            <a:r>
              <a:rPr sz="180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0869705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659594729" name="object 3"/>
          <p:cNvSpPr txBox="1"/>
          <p:nvPr/>
        </p:nvSpPr>
        <p:spPr bwMode="auto">
          <a:xfrm>
            <a:off x="544169" y="381127"/>
            <a:ext cx="38061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245872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10">
                <a:latin typeface="Consolas"/>
                <a:cs typeface="Consolas"/>
              </a:rPr>
              <a:t>i;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pu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b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l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c</a:t>
            </a:r>
            <a:r>
              <a:rPr sz="180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800" spc="-5">
                <a:latin typeface="Consolas"/>
                <a:cs typeface="Consolas"/>
              </a:rPr>
              <a:t>Increment(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):i(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110397952" name="object 4"/>
          <p:cNvSpPr txBox="1"/>
          <p:nvPr/>
        </p:nvSpPr>
        <p:spPr bwMode="auto">
          <a:xfrm>
            <a:off x="1458849" y="5320741"/>
            <a:ext cx="151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94369636" name="object 5"/>
          <p:cNvSpPr txBox="1"/>
          <p:nvPr/>
        </p:nvSpPr>
        <p:spPr bwMode="auto">
          <a:xfrm>
            <a:off x="544169" y="5597753"/>
            <a:ext cx="26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3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1495469748" name="object 6"/>
          <p:cNvGraphicFramePr>
            <a:graphicFrameLocks xmlns:a="http://schemas.openxmlformats.org/drawingml/2006/main" noGrp="1"/>
          </p:cNvGraphicFramePr>
          <p:nvPr/>
        </p:nvGraphicFramePr>
        <p:xfrm>
          <a:off x="1345438" y="1830982"/>
          <a:ext cx="8986518" cy="357544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479675"/>
                <a:gridCol w="297814"/>
                <a:gridCol w="373380"/>
                <a:gridCol w="271780"/>
                <a:gridCol w="354964"/>
                <a:gridCol w="2603500"/>
                <a:gridCol w="2605404"/>
              </a:tblGrid>
              <a:tr h="510516">
                <a:tc>
                  <a:txBody>
                    <a:bodyPr/>
                    <a:p>
                      <a:pPr marL="127000">
                        <a:lnSpc>
                          <a:spcPts val="1680"/>
                        </a:lnSpc>
                        <a:defRPr/>
                      </a:pPr>
                      <a:r>
                        <a:rPr sz="1800" spc="-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Increment</a:t>
                      </a:r>
                      <a:r>
                        <a:rPr sz="1800" spc="-9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7000">
                        <a:lnSpc>
                          <a:spcPts val="214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gridSpan="2">
                  <a:txBody>
                    <a:bodyPr/>
                    <a:p>
                      <a:pPr marL="27305">
                        <a:lnSpc>
                          <a:spcPts val="1695"/>
                        </a:lnSpc>
                        <a:defRPr/>
                      </a:pPr>
                      <a:r>
                        <a:rPr sz="1800" spc="-30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++</a:t>
                      </a:r>
                      <a:r>
                        <a:rPr sz="1800" spc="-30">
                          <a:latin typeface="Consolas"/>
                          <a:cs typeface="Consolas"/>
                        </a:rPr>
                        <a:t>()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562990">
                <a:tc>
                  <a:txBody>
                    <a:bodyPr/>
                    <a:p>
                      <a:pPr marL="584200">
                        <a:lnSpc>
                          <a:spcPts val="199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++i;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  <a:defRPr/>
                      </a:pPr>
                      <a:r>
                        <a:rPr sz="1800" spc="-10">
                          <a:latin typeface="Consolas"/>
                          <a:cs typeface="Consolas"/>
                        </a:rPr>
                        <a:t>return</a:t>
                      </a:r>
                      <a:r>
                        <a:rPr sz="1800" spc="-10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i;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gridSpan="2">
                  <a:txBody>
                    <a:bodyPr/>
                    <a:p>
                      <a:pPr marL="44450" algn="ctr">
                        <a:lnSpc>
                          <a:spcPts val="2100"/>
                        </a:lnSpc>
                        <a:defRPr/>
                      </a:pPr>
                      <a:r>
                        <a:rPr sz="1800" spc="-1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Output: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72032">
                <a:tc>
                  <a:txBody>
                    <a:bodyPr/>
                    <a:p>
                      <a:pPr marL="127000">
                        <a:lnSpc>
                          <a:spcPts val="187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Increment</a:t>
                      </a:r>
                      <a:r>
                        <a:rPr sz="1800" spc="-9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gridSpan="3"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  <a:defRPr/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  <a:defRPr/>
                      </a:pP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++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905" marB="0">
                    <a:solidFill>
                      <a:srgbClr val="FCF9F6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gridSpan="2">
                  <a:txBody>
                    <a:bodyPr/>
                    <a:p>
                      <a:pPr marL="292100" algn="ctr">
                        <a:lnSpc>
                          <a:spcPts val="1964"/>
                        </a:lnSpc>
                        <a:defRPr/>
                      </a:pPr>
                      <a:r>
                        <a:rPr sz="1800" spc="-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Value:</a:t>
                      </a:r>
                      <a:r>
                        <a:rPr sz="1800" spc="-1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292100" algn="ctr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Value:</a:t>
                      </a:r>
                      <a:r>
                        <a:rPr sz="1800" spc="-1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51460">
                <a:tc>
                  <a:txBody>
                    <a:bodyPr/>
                    <a:p>
                      <a:pPr marL="127000">
                        <a:lnSpc>
                          <a:spcPts val="169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916445">
                <a:tc rowSpan="2">
                  <a:txBody>
                    <a:bodyPr/>
                    <a:p>
                      <a:pPr marL="584200">
                        <a:lnSpc>
                          <a:spcPts val="187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i++;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  <a:defRPr/>
                      </a:pPr>
                      <a:r>
                        <a:rPr sz="1800" spc="-10">
                          <a:latin typeface="Consolas"/>
                          <a:cs typeface="Consolas"/>
                        </a:rPr>
                        <a:t>return</a:t>
                      </a:r>
                      <a:r>
                        <a:rPr sz="1800" spc="-10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i;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defRPr/>
                      </a:pPr>
                      <a:r>
                        <a:rPr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1800" spc="-7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display()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  <a:defRPr/>
                      </a:pPr>
                      <a:r>
                        <a:rPr sz="1800" spc="-10">
                          <a:latin typeface="Consolas"/>
                          <a:cs typeface="Consolas"/>
                        </a:rPr>
                        <a:t>cout</a:t>
                      </a:r>
                      <a:r>
                        <a:rPr sz="1800" spc="-5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&lt;&lt;</a:t>
                      </a:r>
                      <a:r>
                        <a:rPr sz="1800" spc="-50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A11515"/>
                          </a:solidFill>
                          <a:latin typeface="Consolas"/>
                          <a:cs typeface="Consolas"/>
                        </a:rPr>
                        <a:t>"Value: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2190750">
                        <a:lnSpc>
                          <a:spcPct val="100000"/>
                        </a:lnSpc>
                        <a:spcBef>
                          <a:spcPts val="765"/>
                        </a:spcBef>
                        <a:defRPr/>
                      </a:pPr>
                      <a:r>
                        <a:rPr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2191385">
                        <a:lnSpc>
                          <a:spcPct val="100000"/>
                        </a:lnSpc>
                        <a:spcBef>
                          <a:spcPts val="10"/>
                        </a:spcBef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97155" marB="0">
                    <a:solidFill>
                      <a:srgbClr val="FCF9F6"/>
                    </a:solidFill>
                  </a:tcPr>
                </a:tc>
                <a:tc rowSpan="2">
                  <a:txBody>
                    <a:bodyPr/>
                    <a:p>
                      <a:pPr marL="88265">
                        <a:lnSpc>
                          <a:spcPct val="100000"/>
                        </a:lnSpc>
                        <a:spcBef>
                          <a:spcPts val="765"/>
                        </a:spcBef>
                        <a:defRPr/>
                      </a:pPr>
                      <a:r>
                        <a:rPr sz="1800" spc="-15">
                          <a:latin typeface="Consolas"/>
                          <a:cs typeface="Consolas"/>
                        </a:rPr>
                        <a:t>main()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  <a:defRPr/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45085" marR="307975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Increment</a:t>
                      </a:r>
                      <a:r>
                        <a:rPr sz="1800" spc="-120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obj(10); </a:t>
                      </a:r>
                      <a:r>
                        <a:rPr sz="1800" spc="-97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obj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++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; </a:t>
                      </a:r>
                      <a:r>
                        <a:rPr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obj.display();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97155" marB="0">
                    <a:solidFill>
                      <a:srgbClr val="FCF9F6"/>
                    </a:solidFill>
                  </a:tcPr>
                </a:tc>
              </a:tr>
              <a:tr h="760413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7949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800">
                          <a:solidFill>
                            <a:srgbClr val="A1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800" spc="-3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&lt;&lt;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800" spc="-3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&lt;&lt;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040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800" spc="-15">
                          <a:latin typeface="Consolas"/>
                          <a:cs typeface="Consolas"/>
                        </a:rPr>
                        <a:t>endl;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97155" marB="0">
                    <a:solidFill>
                      <a:srgbClr val="FCF9F6"/>
                    </a:solidFill>
                  </a:tcPr>
                </a:tc>
              </a:tr>
            </a:tbl>
          </a:graphicData>
        </a:graphic>
      </p:graphicFrame>
      <p:sp>
        <p:nvSpPr>
          <p:cNvPr id="2055724399" name="object 8"/>
          <p:cNvSpPr txBox="1"/>
          <p:nvPr/>
        </p:nvSpPr>
        <p:spPr bwMode="auto">
          <a:xfrm>
            <a:off x="7757286" y="5460593"/>
            <a:ext cx="1764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5">
                <a:solidFill>
                  <a:srgbClr val="008080"/>
                </a:solidFill>
                <a:latin typeface="Consolas"/>
                <a:cs typeface="Consolas"/>
              </a:rPr>
              <a:t>++</a:t>
            </a:r>
            <a:r>
              <a:rPr sz="1800" spc="-15">
                <a:latin typeface="Consolas"/>
                <a:cs typeface="Consolas"/>
              </a:rPr>
              <a:t>obj; </a:t>
            </a:r>
            <a:r>
              <a:rPr sz="1800" spc="-10"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ob</a:t>
            </a:r>
            <a:r>
              <a:rPr sz="1800" spc="-5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.</a:t>
            </a:r>
            <a:r>
              <a:rPr sz="1800" spc="-5">
                <a:latin typeface="Consolas"/>
                <a:cs typeface="Consolas"/>
              </a:rPr>
              <a:t>d</a:t>
            </a:r>
            <a:r>
              <a:rPr sz="1800" spc="-20">
                <a:latin typeface="Consolas"/>
                <a:cs typeface="Consolas"/>
              </a:rPr>
              <a:t>i</a:t>
            </a:r>
            <a:r>
              <a:rPr sz="1800" spc="-5">
                <a:latin typeface="Consolas"/>
                <a:cs typeface="Consolas"/>
              </a:rPr>
              <a:t>s</a:t>
            </a:r>
            <a:r>
              <a:rPr sz="1800" spc="-20">
                <a:latin typeface="Consolas"/>
                <a:cs typeface="Consolas"/>
              </a:rPr>
              <a:t>p</a:t>
            </a:r>
            <a:r>
              <a:rPr sz="1800" spc="-5">
                <a:latin typeface="Consolas"/>
                <a:cs typeface="Consolas"/>
              </a:rPr>
              <a:t>l</a:t>
            </a:r>
            <a:r>
              <a:rPr sz="1800" spc="-20">
                <a:latin typeface="Consolas"/>
                <a:cs typeface="Consolas"/>
              </a:rPr>
              <a:t>ay</a:t>
            </a:r>
            <a:r>
              <a:rPr sz="1800" spc="-5">
                <a:latin typeface="Consolas"/>
                <a:cs typeface="Consolas"/>
              </a:rPr>
              <a:t>(</a:t>
            </a:r>
            <a:r>
              <a:rPr sz="1800" spc="-20">
                <a:latin typeface="Consolas"/>
                <a:cs typeface="Consolas"/>
              </a:rPr>
              <a:t>)</a:t>
            </a:r>
            <a:r>
              <a:rPr sz="180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72677032" name="object 9"/>
          <p:cNvSpPr txBox="1"/>
          <p:nvPr/>
        </p:nvSpPr>
        <p:spPr bwMode="auto">
          <a:xfrm>
            <a:off x="7299706" y="6009538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2398629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1667161121" name="object 3"/>
          <p:cNvSpPr/>
          <p:nvPr/>
        </p:nvSpPr>
        <p:spPr bwMode="auto">
          <a:xfrm>
            <a:off x="806195" y="2275332"/>
            <a:ext cx="3668395" cy="2624455"/>
          </a:xfrm>
          <a:custGeom>
            <a:avLst/>
            <a:gdLst/>
            <a:ahLst/>
            <a:cxnLst/>
            <a:rect l="l" t="t" r="r" b="b"/>
            <a:pathLst>
              <a:path w="3668395" h="2624454" fill="norm" stroke="1" extrusionOk="0">
                <a:moveTo>
                  <a:pt x="3668267" y="0"/>
                </a:moveTo>
                <a:lnTo>
                  <a:pt x="0" y="0"/>
                </a:lnTo>
                <a:lnTo>
                  <a:pt x="0" y="2624328"/>
                </a:lnTo>
                <a:lnTo>
                  <a:pt x="3668267" y="2624328"/>
                </a:lnTo>
                <a:lnTo>
                  <a:pt x="3668267" y="0"/>
                </a:lnTo>
                <a:close/>
              </a:path>
            </a:pathLst>
          </a:custGeom>
          <a:solidFill>
            <a:srgbClr val="1F2C8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16280946" name="object 4"/>
          <p:cNvSpPr txBox="1"/>
          <p:nvPr/>
        </p:nvSpPr>
        <p:spPr bwMode="auto">
          <a:xfrm>
            <a:off x="1808733" y="3184016"/>
            <a:ext cx="1660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4000" spc="-145">
                <a:solidFill>
                  <a:srgbClr val="FFFCFF"/>
                </a:solidFill>
                <a:latin typeface="Calibri Light"/>
                <a:cs typeface="Calibri Light"/>
              </a:rPr>
              <a:t>U</a:t>
            </a:r>
            <a:r>
              <a:rPr sz="4000" spc="-155">
                <a:solidFill>
                  <a:srgbClr val="FFFCFF"/>
                </a:solidFill>
                <a:latin typeface="Calibri Light"/>
                <a:cs typeface="Calibri Light"/>
              </a:rPr>
              <a:t>n</a:t>
            </a: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a</a:t>
            </a:r>
            <a:r>
              <a:rPr sz="4000" spc="-125">
                <a:solidFill>
                  <a:srgbClr val="FFFCFF"/>
                </a:solidFill>
                <a:latin typeface="Calibri Light"/>
                <a:cs typeface="Calibri Light"/>
              </a:rPr>
              <a:t>r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y</a:t>
            </a:r>
            <a:r>
              <a:rPr sz="4000" spc="-433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160">
                <a:solidFill>
                  <a:srgbClr val="FFFCFF"/>
                </a:solidFill>
                <a:latin typeface="Calibri Light"/>
                <a:cs typeface="Calibri Light"/>
              </a:rPr>
              <a:t>(</a:t>
            </a:r>
            <a:r>
              <a:rPr sz="4000" spc="-165">
                <a:solidFill>
                  <a:srgbClr val="FFFCFF"/>
                </a:solidFill>
                <a:latin typeface="Calibri Light"/>
                <a:cs typeface="Calibri Light"/>
              </a:rPr>
              <a:t>-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)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1640594770" name="object 5"/>
          <p:cNvSpPr txBox="1"/>
          <p:nvPr/>
        </p:nvSpPr>
        <p:spPr bwMode="auto">
          <a:xfrm>
            <a:off x="4734559" y="339293"/>
            <a:ext cx="44170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Converts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 the</a:t>
            </a:r>
            <a:r>
              <a:rPr sz="1800" spc="-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number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into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negative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value.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99149089" name="object 6"/>
          <p:cNvSpPr txBox="1"/>
          <p:nvPr/>
        </p:nvSpPr>
        <p:spPr bwMode="auto">
          <a:xfrm flipH="0" flipV="0">
            <a:off x="4834890" y="639648"/>
            <a:ext cx="6423283" cy="521116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0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5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1800" spc="-15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469900" marR="2562225">
              <a:lnSpc>
                <a:spcPct val="100000"/>
              </a:lnSpc>
              <a:defRPr/>
            </a:pPr>
            <a:r>
              <a:rPr sz="1800" spc="-5">
                <a:latin typeface="Consolas"/>
                <a:cs typeface="Consolas"/>
              </a:rPr>
              <a:t>Increment(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):i(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){}</a:t>
            </a:r>
            <a:endParaRPr sz="1800" spc="-14">
              <a:latin typeface="Consolas"/>
              <a:cs typeface="Consolas"/>
            </a:endParaRPr>
          </a:p>
          <a:p>
            <a:pPr marL="469899" marR="2562224">
              <a:lnSpc>
                <a:spcPct val="100000"/>
              </a:lnSpc>
              <a:defRPr/>
            </a:pPr>
            <a:r>
              <a:rPr sz="1800" spc="-974">
                <a:latin typeface="Consolas"/>
                <a:cs typeface="Consolas"/>
              </a:rPr>
              <a:t> </a:t>
            </a:r>
            <a:r>
              <a:rPr sz="1800" spc="-4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r>
              <a:rPr sz="1800" spc="-74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1800" spc="-4">
                <a:solidFill>
                  <a:srgbClr val="008080"/>
                </a:solidFill>
                <a:latin typeface="Consolas"/>
                <a:cs typeface="Consolas"/>
              </a:rPr>
              <a:t>operator</a:t>
            </a:r>
            <a:r>
              <a:rPr sz="1800" spc="-69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9">
                <a:solidFill>
                  <a:srgbClr val="008080"/>
                </a:solidFill>
                <a:latin typeface="Consolas"/>
                <a:cs typeface="Consolas"/>
              </a:rPr>
              <a:t>- </a:t>
            </a:r>
            <a:r>
              <a:rPr sz="1800" spc="-19">
                <a:latin typeface="Consolas"/>
                <a:cs typeface="Consolas"/>
              </a:rPr>
              <a:t>()</a:t>
            </a: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i</a:t>
            </a:r>
            <a:r>
              <a:rPr sz="1800" spc="-60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=</a:t>
            </a:r>
            <a:r>
              <a:rPr sz="1800" spc="-55">
                <a:latin typeface="Consolas"/>
                <a:cs typeface="Consolas"/>
              </a:rPr>
              <a:t> </a:t>
            </a:r>
            <a:r>
              <a:rPr sz="1800" spc="-25">
                <a:latin typeface="Consolas"/>
                <a:cs typeface="Consolas"/>
              </a:rPr>
              <a:t>-i;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800" spc="-114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800" spc="-7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display()</a:t>
            </a: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800" spc="-10">
                <a:latin typeface="Consolas"/>
                <a:cs typeface="Consolas"/>
              </a:rPr>
              <a:t>cout</a:t>
            </a:r>
            <a:r>
              <a:rPr sz="1800" spc="-3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2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A11515"/>
                </a:solidFill>
                <a:latin typeface="Consolas"/>
                <a:cs typeface="Consolas"/>
              </a:rPr>
              <a:t>"Value:</a:t>
            </a:r>
            <a:r>
              <a:rPr sz="1800" spc="-4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2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2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4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endl;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ts val="213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100"/>
              </a:lnSpc>
              <a:defRPr/>
            </a:pPr>
            <a:r>
              <a:rPr sz="1800" spc="-3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3193415" algn="l">
              <a:lnSpc>
                <a:spcPts val="213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3193415" algn="l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650615" algn="l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r>
              <a:rPr sz="1800" spc="-105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obj(10);</a:t>
            </a:r>
            <a:endParaRPr sz="1800">
              <a:latin typeface="Consolas"/>
              <a:cs typeface="Consolas"/>
            </a:endParaRPr>
          </a:p>
          <a:p>
            <a:pPr marL="3650615" marR="509270" algn="l">
              <a:lnSpc>
                <a:spcPct val="100000"/>
              </a:lnSpc>
              <a:defRPr/>
            </a:pPr>
            <a:r>
              <a:rPr sz="1800" spc="-20">
                <a:solidFill>
                  <a:srgbClr val="008080"/>
                </a:solidFill>
                <a:latin typeface="Consolas"/>
                <a:cs typeface="Consolas"/>
              </a:rPr>
              <a:t>-</a:t>
            </a:r>
            <a:r>
              <a:rPr sz="1800" spc="-20">
                <a:latin typeface="Consolas"/>
                <a:cs typeface="Consolas"/>
              </a:rPr>
              <a:t>obj; </a:t>
            </a:r>
            <a:r>
              <a:rPr sz="1800" spc="-15"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ob</a:t>
            </a:r>
            <a:r>
              <a:rPr sz="1800" spc="-5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.</a:t>
            </a:r>
            <a:r>
              <a:rPr sz="1800" spc="-5">
                <a:latin typeface="Consolas"/>
                <a:cs typeface="Consolas"/>
              </a:rPr>
              <a:t>d</a:t>
            </a:r>
            <a:r>
              <a:rPr sz="1800" spc="-20">
                <a:latin typeface="Consolas"/>
                <a:cs typeface="Consolas"/>
              </a:rPr>
              <a:t>i</a:t>
            </a:r>
            <a:r>
              <a:rPr sz="1800" spc="-5">
                <a:latin typeface="Consolas"/>
                <a:cs typeface="Consolas"/>
              </a:rPr>
              <a:t>s</a:t>
            </a:r>
            <a:r>
              <a:rPr sz="1800" spc="-20">
                <a:latin typeface="Consolas"/>
                <a:cs typeface="Consolas"/>
              </a:rPr>
              <a:t>p</a:t>
            </a:r>
            <a:r>
              <a:rPr sz="1800" spc="-5">
                <a:latin typeface="Consolas"/>
                <a:cs typeface="Consolas"/>
              </a:rPr>
              <a:t>l</a:t>
            </a:r>
            <a:r>
              <a:rPr sz="1800" spc="-20">
                <a:latin typeface="Consolas"/>
                <a:cs typeface="Consolas"/>
              </a:rPr>
              <a:t>ay</a:t>
            </a:r>
            <a:r>
              <a:rPr sz="1800" spc="-5">
                <a:latin typeface="Consolas"/>
                <a:cs typeface="Consolas"/>
              </a:rPr>
              <a:t>(</a:t>
            </a:r>
            <a:r>
              <a:rPr sz="1800" spc="-20">
                <a:latin typeface="Consolas"/>
                <a:cs typeface="Consolas"/>
              </a:rPr>
              <a:t>)</a:t>
            </a:r>
            <a:r>
              <a:rPr sz="180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193415" algn="l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0668500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841420417" name="object 3"/>
          <p:cNvSpPr/>
          <p:nvPr/>
        </p:nvSpPr>
        <p:spPr bwMode="auto">
          <a:xfrm>
            <a:off x="806195" y="2275332"/>
            <a:ext cx="3668395" cy="2624455"/>
          </a:xfrm>
          <a:custGeom>
            <a:avLst/>
            <a:gdLst/>
            <a:ahLst/>
            <a:cxnLst/>
            <a:rect l="l" t="t" r="r" b="b"/>
            <a:pathLst>
              <a:path w="3668395" h="2624454" fill="norm" stroke="1" extrusionOk="0">
                <a:moveTo>
                  <a:pt x="3668267" y="0"/>
                </a:moveTo>
                <a:lnTo>
                  <a:pt x="0" y="0"/>
                </a:lnTo>
                <a:lnTo>
                  <a:pt x="0" y="2624328"/>
                </a:lnTo>
                <a:lnTo>
                  <a:pt x="3668267" y="2624328"/>
                </a:lnTo>
                <a:lnTo>
                  <a:pt x="3668267" y="0"/>
                </a:lnTo>
                <a:close/>
              </a:path>
            </a:pathLst>
          </a:custGeom>
          <a:solidFill>
            <a:srgbClr val="1F2C8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23676891" name="object 4"/>
          <p:cNvSpPr txBox="1"/>
          <p:nvPr/>
        </p:nvSpPr>
        <p:spPr bwMode="auto">
          <a:xfrm>
            <a:off x="1691385" y="2935681"/>
            <a:ext cx="1889760" cy="115633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 marR="5080" indent="344170">
              <a:lnSpc>
                <a:spcPts val="4110"/>
              </a:lnSpc>
              <a:spcBef>
                <a:spcPts val="810"/>
              </a:spcBef>
              <a:defRPr/>
            </a:pPr>
            <a:r>
              <a:rPr sz="4000" spc="-10">
                <a:solidFill>
                  <a:srgbClr val="FFFCFF"/>
                </a:solidFill>
                <a:latin typeface="Calibri Light"/>
                <a:cs typeface="Calibri Light"/>
              </a:rPr>
              <a:t>Binary 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170">
                <a:solidFill>
                  <a:srgbClr val="FFFCFF"/>
                </a:solidFill>
                <a:latin typeface="Calibri Light"/>
                <a:cs typeface="Calibri Light"/>
              </a:rPr>
              <a:t>O</a:t>
            </a:r>
            <a:r>
              <a:rPr sz="4000" spc="-175">
                <a:solidFill>
                  <a:srgbClr val="FFFCFF"/>
                </a:solidFill>
                <a:latin typeface="Calibri Light"/>
                <a:cs typeface="Calibri Light"/>
              </a:rPr>
              <a:t>p</a:t>
            </a:r>
            <a:r>
              <a:rPr sz="4000" spc="-170">
                <a:solidFill>
                  <a:srgbClr val="FFFCFF"/>
                </a:solidFill>
                <a:latin typeface="Calibri Light"/>
                <a:cs typeface="Calibri Light"/>
              </a:rPr>
              <a:t>e</a:t>
            </a:r>
            <a:r>
              <a:rPr sz="4000" spc="-245">
                <a:solidFill>
                  <a:srgbClr val="FFFCFF"/>
                </a:solidFill>
                <a:latin typeface="Calibri Light"/>
                <a:cs typeface="Calibri Light"/>
              </a:rPr>
              <a:t>r</a:t>
            </a:r>
            <a:r>
              <a:rPr sz="4000" spc="-210">
                <a:solidFill>
                  <a:srgbClr val="FFFCFF"/>
                </a:solidFill>
                <a:latin typeface="Calibri Light"/>
                <a:cs typeface="Calibri Light"/>
              </a:rPr>
              <a:t>a</a:t>
            </a:r>
            <a:r>
              <a:rPr sz="4000" spc="-220">
                <a:solidFill>
                  <a:srgbClr val="FFFCFF"/>
                </a:solidFill>
                <a:latin typeface="Calibri Light"/>
                <a:cs typeface="Calibri Light"/>
              </a:rPr>
              <a:t>t</a:t>
            </a:r>
            <a:r>
              <a:rPr sz="4000" spc="-175">
                <a:solidFill>
                  <a:srgbClr val="FFFCFF"/>
                </a:solidFill>
                <a:latin typeface="Calibri Light"/>
                <a:cs typeface="Calibri Light"/>
              </a:rPr>
              <a:t>o</a:t>
            </a:r>
            <a:r>
              <a:rPr sz="4000" spc="-260">
                <a:solidFill>
                  <a:srgbClr val="FFFCFF"/>
                </a:solidFill>
                <a:latin typeface="Calibri Light"/>
                <a:cs typeface="Calibri Light"/>
              </a:rPr>
              <a:t>r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932023686" name="object 5"/>
          <p:cNvSpPr txBox="1"/>
          <p:nvPr/>
        </p:nvSpPr>
        <p:spPr bwMode="auto">
          <a:xfrm>
            <a:off x="4776978" y="2510646"/>
            <a:ext cx="6311900" cy="1783714"/>
          </a:xfrm>
          <a:prstGeom prst="rect">
            <a:avLst/>
          </a:prstGeom>
        </p:spPr>
        <p:txBody>
          <a:bodyPr vert="horz" wrap="square" lIns="0" tIns="158114" rIns="0" bIns="0" rtlCol="0">
            <a:spAutoFit/>
          </a:bodyPr>
          <a:lstStyle/>
          <a:p>
            <a:pPr marL="297180" indent="-285115">
              <a:lnSpc>
                <a:spcPct val="100000"/>
              </a:lnSpc>
              <a:spcBef>
                <a:spcPts val="1245"/>
              </a:spcBef>
              <a:buSzPct val="107500"/>
              <a:buChar char="•"/>
              <a:tabLst>
                <a:tab pos="297180" algn="l"/>
                <a:tab pos="297815" algn="l"/>
              </a:tabLst>
              <a:defRPr/>
            </a:pP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Binary</a:t>
            </a:r>
            <a:r>
              <a:rPr sz="20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operators</a:t>
            </a:r>
            <a:r>
              <a:rPr sz="2000" spc="-4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work</a:t>
            </a:r>
            <a:r>
              <a:rPr sz="2000" spc="-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on</a:t>
            </a:r>
            <a:r>
              <a:rPr sz="2000" spc="-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two</a:t>
            </a:r>
            <a:r>
              <a:rPr sz="2000" spc="-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operands.</a:t>
            </a:r>
            <a:endParaRPr sz="2000">
              <a:latin typeface="Arial MT"/>
              <a:cs typeface="Arial MT"/>
            </a:endParaRPr>
          </a:p>
          <a:p>
            <a:pPr marL="297180" indent="-285115">
              <a:lnSpc>
                <a:spcPct val="100000"/>
              </a:lnSpc>
              <a:spcBef>
                <a:spcPts val="1405"/>
              </a:spcBef>
              <a:buSzPct val="107500"/>
              <a:buChar char="•"/>
              <a:tabLst>
                <a:tab pos="297180" algn="l"/>
                <a:tab pos="297815" algn="l"/>
              </a:tabLst>
              <a:defRPr/>
            </a:pP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result</a:t>
            </a:r>
            <a:r>
              <a:rPr sz="2000" spc="-5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=</a:t>
            </a:r>
            <a:r>
              <a:rPr sz="2000" spc="-3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a+</a:t>
            </a:r>
            <a:r>
              <a:rPr sz="2000" spc="-3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b;</a:t>
            </a:r>
            <a:endParaRPr sz="2000">
              <a:latin typeface="Arial MT"/>
              <a:cs typeface="Arial MT"/>
            </a:endParaRPr>
          </a:p>
          <a:p>
            <a:pPr marL="297180" indent="-285115">
              <a:lnSpc>
                <a:spcPct val="100000"/>
              </a:lnSpc>
              <a:spcBef>
                <a:spcPts val="1210"/>
              </a:spcBef>
              <a:buSzPct val="107500"/>
              <a:buChar char="•"/>
              <a:tabLst>
                <a:tab pos="297180" algn="l"/>
                <a:tab pos="297815" algn="l"/>
                <a:tab pos="1408430" algn="l"/>
                <a:tab pos="1809114" algn="l"/>
                <a:tab pos="2162810" algn="l"/>
                <a:tab pos="3086735" algn="l"/>
                <a:tab pos="4229735" algn="l"/>
                <a:tab pos="5944870" algn="l"/>
              </a:tabLst>
              <a:defRPr/>
            </a:pPr>
            <a:r>
              <a:rPr sz="2000" spc="5">
                <a:solidFill>
                  <a:srgbClr val="1F2C8F"/>
                </a:solidFill>
                <a:latin typeface="Arial MT"/>
                <a:cs typeface="Arial MT"/>
              </a:rPr>
              <a:t>H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2000" spc="10">
                <a:solidFill>
                  <a:srgbClr val="1F2C8F"/>
                </a:solidFill>
                <a:latin typeface="Arial MT"/>
                <a:cs typeface="Arial MT"/>
              </a:rPr>
              <a:t>r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e,</a:t>
            </a:r>
            <a:r>
              <a:rPr sz="2000" spc="26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+	</a:t>
            </a:r>
            <a:r>
              <a:rPr sz="2000" spc="-5">
                <a:solidFill>
                  <a:srgbClr val="1F2C8F"/>
                </a:solidFill>
                <a:latin typeface="Arial MT"/>
                <a:cs typeface="Arial MT"/>
              </a:rPr>
              <a:t>i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s	a	bina</a:t>
            </a:r>
            <a:r>
              <a:rPr sz="2000" spc="5">
                <a:solidFill>
                  <a:srgbClr val="1F2C8F"/>
                </a:solidFill>
                <a:latin typeface="Arial MT"/>
                <a:cs typeface="Arial MT"/>
              </a:rPr>
              <a:t>r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y	ope</a:t>
            </a:r>
            <a:r>
              <a:rPr sz="2000" spc="5">
                <a:solidFill>
                  <a:srgbClr val="1F2C8F"/>
                </a:solidFill>
                <a:latin typeface="Arial MT"/>
                <a:cs typeface="Arial MT"/>
              </a:rPr>
              <a:t>r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ator	that</a:t>
            </a:r>
            <a:r>
              <a:rPr sz="2000" spc="-2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wor</a:t>
            </a:r>
            <a:r>
              <a:rPr sz="2000" spc="5">
                <a:solidFill>
                  <a:srgbClr val="1F2C8F"/>
                </a:solidFill>
                <a:latin typeface="Arial MT"/>
                <a:cs typeface="Arial MT"/>
              </a:rPr>
              <a:t>k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s</a:t>
            </a:r>
            <a:r>
              <a:rPr sz="2000" spc="2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on	the</a:t>
            </a:r>
            <a:endParaRPr sz="2000">
              <a:latin typeface="Arial MT"/>
              <a:cs typeface="Arial MT"/>
            </a:endParaRPr>
          </a:p>
          <a:p>
            <a:pPr marL="297180">
              <a:lnSpc>
                <a:spcPct val="100000"/>
              </a:lnSpc>
              <a:spcBef>
                <a:spcPts val="480"/>
              </a:spcBef>
              <a:defRPr/>
            </a:pP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operands</a:t>
            </a:r>
            <a:r>
              <a:rPr sz="2000" spc="-6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2000" spc="-3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and</a:t>
            </a:r>
            <a:r>
              <a:rPr sz="2000" spc="-2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611745" name="object 2"/>
          <p:cNvSpPr/>
          <p:nvPr/>
        </p:nvSpPr>
        <p:spPr bwMode="auto"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913696000" name="object 3"/>
          <p:cNvPicPr/>
          <p:nvPr/>
        </p:nvPicPr>
        <p:blipFill>
          <a:blip r:embed="rId3"/>
          <a:stretch/>
        </p:blipFill>
        <p:spPr bwMode="auto">
          <a:xfrm>
            <a:off x="0" y="7620"/>
            <a:ext cx="2243328" cy="2095500"/>
          </a:xfrm>
          <a:prstGeom prst="rect">
            <a:avLst/>
          </a:prstGeom>
        </p:spPr>
      </p:pic>
      <p:pic>
        <p:nvPicPr>
          <p:cNvPr id="783056311" name="object 4"/>
          <p:cNvPicPr/>
          <p:nvPr/>
        </p:nvPicPr>
        <p:blipFill>
          <a:blip r:embed="rId4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1144506841" name="object 5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defRPr/>
            </a:pPr>
            <a:r>
              <a:rPr>
                <a:solidFill>
                  <a:srgbClr val="0000FF"/>
                </a:solidFill>
              </a:rPr>
              <a:t>CLASS</a:t>
            </a:r>
            <a:r>
              <a:rPr spc="-75">
                <a:solidFill>
                  <a:srgbClr val="0000FF"/>
                </a:solidFill>
              </a:rPr>
              <a:t> </a:t>
            </a:r>
            <a:r>
              <a:rPr spc="-10"/>
              <a:t>CALCULATOR</a:t>
            </a:r>
            <a:endParaRPr/>
          </a:p>
          <a:p>
            <a:pPr algn="ctr">
              <a:lnSpc>
                <a:spcPct val="100000"/>
              </a:lnSpc>
              <a:defRPr/>
            </a:pPr>
            <a:r>
              <a:rPr b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endParaRPr/>
          </a:p>
        </p:txBody>
      </p:sp>
      <p:sp>
        <p:nvSpPr>
          <p:cNvPr id="1636871407" name="object 6"/>
          <p:cNvSpPr txBox="1"/>
          <p:nvPr/>
        </p:nvSpPr>
        <p:spPr bwMode="auto">
          <a:xfrm>
            <a:off x="1207414" y="1014476"/>
            <a:ext cx="534479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3757929">
              <a:lnSpc>
                <a:spcPct val="100000"/>
              </a:lnSpc>
              <a:spcBef>
                <a:spcPts val="105"/>
              </a:spcBef>
              <a:defRPr/>
            </a:pPr>
            <a:r>
              <a:rPr sz="200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9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25">
                <a:latin typeface="Consolas"/>
                <a:cs typeface="Consolas"/>
              </a:rPr>
              <a:t>i,j; </a:t>
            </a:r>
            <a:r>
              <a:rPr sz="2000" spc="-1085">
                <a:latin typeface="Consolas"/>
                <a:cs typeface="Consolas"/>
              </a:rPr>
              <a:t> </a:t>
            </a:r>
            <a:r>
              <a:rPr sz="2000" spc="-1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2000" spc="-10">
                <a:latin typeface="Consolas"/>
                <a:cs typeface="Consolas"/>
              </a:rPr>
              <a:t>:</a:t>
            </a:r>
            <a:endParaRPr sz="2000">
              <a:latin typeface="Consolas"/>
              <a:cs typeface="Consolas"/>
            </a:endParaRPr>
          </a:p>
          <a:p>
            <a:pPr marL="469900" marR="5080">
              <a:lnSpc>
                <a:spcPct val="100000"/>
              </a:lnSpc>
              <a:defRPr/>
            </a:pPr>
            <a:r>
              <a:rPr sz="2000" spc="-5">
                <a:latin typeface="Consolas"/>
                <a:cs typeface="Consolas"/>
              </a:rPr>
              <a:t>Calculator(</a:t>
            </a:r>
            <a:r>
              <a:rPr sz="20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2000">
                <a:latin typeface="Consolas"/>
                <a:cs typeface="Consolas"/>
              </a:rPr>
              <a:t>,</a:t>
            </a:r>
            <a:r>
              <a:rPr sz="200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2000" spc="-15">
                <a:latin typeface="Consolas"/>
                <a:cs typeface="Consolas"/>
              </a:rPr>
              <a:t>):i(</a:t>
            </a:r>
            <a:r>
              <a:rPr sz="20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2000" spc="-15">
                <a:latin typeface="Consolas"/>
                <a:cs typeface="Consolas"/>
              </a:rPr>
              <a:t>),j(</a:t>
            </a:r>
            <a:r>
              <a:rPr sz="20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2000" spc="-15">
                <a:latin typeface="Consolas"/>
                <a:cs typeface="Consolas"/>
              </a:rPr>
              <a:t>){} </a:t>
            </a:r>
            <a:r>
              <a:rPr sz="2000" spc="-1085">
                <a:latin typeface="Consolas"/>
                <a:cs typeface="Consolas"/>
              </a:rPr>
              <a:t> </a:t>
            </a:r>
            <a:r>
              <a:rPr sz="200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5">
                <a:solidFill>
                  <a:srgbClr val="008080"/>
                </a:solidFill>
                <a:latin typeface="Consolas"/>
                <a:cs typeface="Consolas"/>
              </a:rPr>
              <a:t>operator</a:t>
            </a:r>
            <a:r>
              <a:rPr sz="2000" spc="-2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000" spc="-5">
                <a:solidFill>
                  <a:srgbClr val="008080"/>
                </a:solidFill>
                <a:latin typeface="Consolas"/>
                <a:cs typeface="Consolas"/>
              </a:rPr>
              <a:t>+</a:t>
            </a:r>
            <a:r>
              <a:rPr sz="2000" spc="-5">
                <a:latin typeface="Consolas"/>
                <a:cs typeface="Consolas"/>
              </a:rPr>
              <a:t>(</a:t>
            </a:r>
            <a:r>
              <a:rPr sz="2000" spc="-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r>
              <a:rPr sz="2000" spc="-30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2000" spc="-15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2000" spc="-15"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2000">
                <a:latin typeface="Consolas"/>
                <a:cs typeface="Consolas"/>
              </a:rPr>
              <a:t>{</a:t>
            </a:r>
            <a:endParaRPr/>
          </a:p>
          <a:p>
            <a:pPr marL="469900" marR="2466340" indent="457200">
              <a:lnSpc>
                <a:spcPct val="100000"/>
              </a:lnSpc>
              <a:defRPr/>
            </a:pPr>
            <a:r>
              <a:rPr sz="2000">
                <a:latin typeface="Consolas"/>
                <a:cs typeface="Consolas"/>
              </a:rPr>
              <a:t>i</a:t>
            </a:r>
            <a:r>
              <a:rPr sz="2000" spc="-15">
                <a:latin typeface="Consolas"/>
                <a:cs typeface="Consolas"/>
              </a:rPr>
              <a:t> </a:t>
            </a:r>
            <a:r>
              <a:rPr sz="2000">
                <a:latin typeface="Consolas"/>
                <a:cs typeface="Consolas"/>
              </a:rPr>
              <a:t>=</a:t>
            </a:r>
            <a:r>
              <a:rPr sz="2000" spc="-25">
                <a:latin typeface="Consolas"/>
                <a:cs typeface="Consolas"/>
              </a:rPr>
              <a:t> </a:t>
            </a:r>
            <a:r>
              <a:rPr sz="2000" spc="-5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2000" spc="-5">
                <a:latin typeface="Consolas"/>
                <a:cs typeface="Consolas"/>
              </a:rPr>
              <a:t>.i</a:t>
            </a:r>
            <a:r>
              <a:rPr sz="2000" spc="-25">
                <a:latin typeface="Consolas"/>
                <a:cs typeface="Consolas"/>
              </a:rPr>
              <a:t> </a:t>
            </a:r>
            <a:r>
              <a:rPr sz="2000">
                <a:latin typeface="Consolas"/>
                <a:cs typeface="Consolas"/>
              </a:rPr>
              <a:t>+</a:t>
            </a:r>
            <a:r>
              <a:rPr sz="2000" spc="-25">
                <a:latin typeface="Consolas"/>
                <a:cs typeface="Consolas"/>
              </a:rPr>
              <a:t> </a:t>
            </a:r>
            <a:r>
              <a:rPr sz="2000" spc="-30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2000" spc="-30">
                <a:latin typeface="Consolas"/>
                <a:cs typeface="Consolas"/>
              </a:rPr>
              <a:t>.j; </a:t>
            </a:r>
            <a:r>
              <a:rPr sz="2000" spc="-1085">
                <a:latin typeface="Consolas"/>
                <a:cs typeface="Consolas"/>
              </a:rPr>
              <a:t> </a:t>
            </a:r>
            <a:r>
              <a:rPr sz="20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20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35">
                <a:latin typeface="Consolas"/>
                <a:cs typeface="Consolas"/>
              </a:rPr>
              <a:t>i;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2000">
                <a:latin typeface="Consolas"/>
                <a:cs typeface="Consolas"/>
              </a:rPr>
              <a:t>}</a:t>
            </a:r>
            <a:endParaRPr/>
          </a:p>
          <a:p>
            <a:pPr marL="469900">
              <a:lnSpc>
                <a:spcPct val="100000"/>
              </a:lnSpc>
              <a:defRPr/>
            </a:pPr>
            <a:r>
              <a:rPr sz="200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20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>
                <a:latin typeface="Consolas"/>
                <a:cs typeface="Consolas"/>
              </a:rPr>
              <a:t>display()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2000">
                <a:latin typeface="Consolas"/>
                <a:cs typeface="Consolas"/>
              </a:rPr>
              <a:t>{</a:t>
            </a:r>
            <a:endParaRPr/>
          </a:p>
          <a:p>
            <a:pPr marL="927100">
              <a:lnSpc>
                <a:spcPct val="100000"/>
              </a:lnSpc>
              <a:defRPr/>
            </a:pPr>
            <a:r>
              <a:rPr sz="2000">
                <a:latin typeface="Consolas"/>
                <a:cs typeface="Consolas"/>
              </a:rPr>
              <a:t>cout</a:t>
            </a:r>
            <a:r>
              <a:rPr sz="2000" spc="-55">
                <a:latin typeface="Consolas"/>
                <a:cs typeface="Consolas"/>
              </a:rPr>
              <a:t> </a:t>
            </a:r>
            <a:r>
              <a:rPr sz="20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0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000">
                <a:solidFill>
                  <a:srgbClr val="A11515"/>
                </a:solidFill>
                <a:latin typeface="Consolas"/>
                <a:cs typeface="Consolas"/>
              </a:rPr>
              <a:t>“Sum:</a:t>
            </a:r>
            <a:r>
              <a:rPr sz="2000" spc="-1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20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2000" spc="-2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20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0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000">
                <a:latin typeface="Consolas"/>
                <a:cs typeface="Consolas"/>
              </a:rPr>
              <a:t>i</a:t>
            </a:r>
            <a:r>
              <a:rPr sz="2000" spc="-30">
                <a:latin typeface="Consolas"/>
                <a:cs typeface="Consolas"/>
              </a:rPr>
              <a:t> </a:t>
            </a:r>
            <a:r>
              <a:rPr sz="2000" spc="-5">
                <a:solidFill>
                  <a:srgbClr val="008080"/>
                </a:solidFill>
                <a:latin typeface="Consolas"/>
                <a:cs typeface="Consolas"/>
              </a:rPr>
              <a:t>&lt;&lt; </a:t>
            </a:r>
            <a:r>
              <a:rPr sz="2000" spc="-10">
                <a:latin typeface="Consolas"/>
                <a:cs typeface="Consolas"/>
              </a:rPr>
              <a:t>endl;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  <a:defRPr/>
            </a:pPr>
            <a:r>
              <a:rPr sz="2000">
                <a:latin typeface="Consolas"/>
                <a:cs typeface="Consolas"/>
              </a:rPr>
              <a:t>}</a:t>
            </a:r>
            <a:endParaRPr/>
          </a:p>
          <a:p>
            <a:pPr marL="12700">
              <a:lnSpc>
                <a:spcPct val="100000"/>
              </a:lnSpc>
              <a:defRPr/>
            </a:pPr>
            <a:r>
              <a:rPr sz="2000" spc="-25">
                <a:latin typeface="Consolas"/>
                <a:cs typeface="Consolas"/>
              </a:rPr>
              <a:t>};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90655845" name="object 7"/>
          <p:cNvSpPr txBox="1"/>
          <p:nvPr/>
        </p:nvSpPr>
        <p:spPr bwMode="auto">
          <a:xfrm>
            <a:off x="7299706" y="4328541"/>
            <a:ext cx="2879090" cy="193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45"/>
              </a:spcBef>
              <a:defRPr/>
            </a:pPr>
            <a:r>
              <a:rPr sz="1800" spc="75">
                <a:latin typeface="Cambria"/>
                <a:cs typeface="Cambria"/>
              </a:rPr>
              <a:t>Calculator</a:t>
            </a:r>
            <a:r>
              <a:rPr sz="1800" spc="-50">
                <a:latin typeface="Cambria"/>
                <a:cs typeface="Cambria"/>
              </a:rPr>
              <a:t> </a:t>
            </a:r>
            <a:r>
              <a:rPr sz="1800" spc="15">
                <a:latin typeface="Cambria"/>
                <a:cs typeface="Cambria"/>
              </a:rPr>
              <a:t>obj1(11,40);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">
                <a:latin typeface="Cambria"/>
                <a:cs typeface="Cambria"/>
              </a:rPr>
              <a:t>int</a:t>
            </a:r>
            <a:r>
              <a:rPr sz="180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ans;</a:t>
            </a:r>
            <a:endParaRPr sz="1800">
              <a:latin typeface="Cambria"/>
              <a:cs typeface="Cambria"/>
            </a:endParaRPr>
          </a:p>
          <a:p>
            <a:pPr marL="469900" marR="518795">
              <a:lnSpc>
                <a:spcPct val="100000"/>
              </a:lnSpc>
              <a:defRPr/>
            </a:pPr>
            <a:r>
              <a:rPr sz="1800" spc="50">
                <a:latin typeface="Cambria"/>
                <a:cs typeface="Cambria"/>
              </a:rPr>
              <a:t>ans</a:t>
            </a:r>
            <a:r>
              <a:rPr sz="1800" spc="20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=</a:t>
            </a:r>
            <a:r>
              <a:rPr sz="1800" spc="30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obj1</a:t>
            </a:r>
            <a:r>
              <a:rPr sz="1800" spc="30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+</a:t>
            </a:r>
            <a:r>
              <a:rPr sz="1800" spc="30">
                <a:latin typeface="Cambria"/>
                <a:cs typeface="Cambria"/>
              </a:rPr>
              <a:t> </a:t>
            </a:r>
            <a:r>
              <a:rPr sz="1800" spc="45">
                <a:latin typeface="Cambria"/>
                <a:cs typeface="Cambria"/>
              </a:rPr>
              <a:t>obj1: </a:t>
            </a:r>
            <a:r>
              <a:rPr sz="1800" spc="-380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obj1.display();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05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66737078" name="object 8"/>
          <p:cNvSpPr/>
          <p:nvPr/>
        </p:nvSpPr>
        <p:spPr bwMode="auto">
          <a:xfrm>
            <a:off x="7220711" y="2314955"/>
            <a:ext cx="3108960" cy="923290"/>
          </a:xfrm>
          <a:custGeom>
            <a:avLst/>
            <a:gdLst/>
            <a:ahLst/>
            <a:cxnLst/>
            <a:rect l="l" t="t" r="r" b="b"/>
            <a:pathLst>
              <a:path w="3108959" h="923289" fill="norm" stroke="1" extrusionOk="0">
                <a:moveTo>
                  <a:pt x="3108959" y="0"/>
                </a:moveTo>
                <a:lnTo>
                  <a:pt x="0" y="0"/>
                </a:lnTo>
                <a:lnTo>
                  <a:pt x="0" y="923163"/>
                </a:lnTo>
                <a:lnTo>
                  <a:pt x="3108959" y="923163"/>
                </a:lnTo>
                <a:lnTo>
                  <a:pt x="3108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87696048" name="object 9"/>
          <p:cNvSpPr txBox="1"/>
          <p:nvPr/>
        </p:nvSpPr>
        <p:spPr bwMode="auto">
          <a:xfrm>
            <a:off x="7299706" y="2321433"/>
            <a:ext cx="895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0">
                <a:solidFill>
                  <a:srgbClr val="FFFFFF"/>
                </a:solidFill>
                <a:latin typeface="Consolas"/>
                <a:cs typeface="Consolas"/>
              </a:rPr>
              <a:t>Ou</a:t>
            </a:r>
            <a:r>
              <a:rPr sz="1800" spc="-5">
                <a:solidFill>
                  <a:srgbClr val="FFFFFF"/>
                </a:solidFill>
                <a:latin typeface="Consolas"/>
                <a:cs typeface="Consolas"/>
              </a:rPr>
              <a:t>t</a:t>
            </a:r>
            <a:r>
              <a:rPr sz="1800" spc="-20">
                <a:solidFill>
                  <a:srgbClr val="FFFFFF"/>
                </a:solidFill>
                <a:latin typeface="Consolas"/>
                <a:cs typeface="Consolas"/>
              </a:rPr>
              <a:t>p</a:t>
            </a:r>
            <a:r>
              <a:rPr sz="1800" spc="-5">
                <a:solidFill>
                  <a:srgbClr val="FFFFFF"/>
                </a:solidFill>
                <a:latin typeface="Consolas"/>
                <a:cs typeface="Consolas"/>
              </a:rPr>
              <a:t>u</a:t>
            </a:r>
            <a:r>
              <a:rPr sz="1800" spc="-20">
                <a:solidFill>
                  <a:srgbClr val="FFFFFF"/>
                </a:solidFill>
                <a:latin typeface="Consolas"/>
                <a:cs typeface="Consolas"/>
              </a:rPr>
              <a:t>t</a:t>
            </a:r>
            <a:r>
              <a:rPr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610349223" name="object 10"/>
          <p:cNvSpPr txBox="1"/>
          <p:nvPr/>
        </p:nvSpPr>
        <p:spPr bwMode="auto">
          <a:xfrm>
            <a:off x="7299706" y="2869768"/>
            <a:ext cx="892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FFFFFF"/>
                </a:solidFill>
                <a:latin typeface="Consolas"/>
                <a:cs typeface="Consolas"/>
              </a:rPr>
              <a:t>Sum:</a:t>
            </a:r>
            <a:r>
              <a:rPr sz="1800" spc="-1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800" spc="-35">
                <a:solidFill>
                  <a:srgbClr val="FFFFFF"/>
                </a:solidFill>
                <a:latin typeface="Consolas"/>
                <a:cs typeface="Consolas"/>
              </a:rPr>
              <a:t>51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3743449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686454415" name="object 3"/>
          <p:cNvSpPr txBox="1"/>
          <p:nvPr/>
        </p:nvSpPr>
        <p:spPr bwMode="auto">
          <a:xfrm>
            <a:off x="544169" y="381127"/>
            <a:ext cx="484314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/>
          </a:p>
          <a:p>
            <a:pPr marL="469900" marR="3373754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i,j;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1800" spc="-15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5">
                <a:latin typeface="Consolas"/>
                <a:cs typeface="Consolas"/>
              </a:rPr>
              <a:t>Calculator():i(0),j(0){}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">
                <a:latin typeface="Consolas"/>
                <a:cs typeface="Consolas"/>
              </a:rPr>
              <a:t>Calculator(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9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5">
                <a:latin typeface="Consolas"/>
                <a:cs typeface="Consolas"/>
              </a:rPr>
              <a:t>,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):i(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),j(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93632361" name="object 4"/>
          <p:cNvSpPr txBox="1"/>
          <p:nvPr/>
        </p:nvSpPr>
        <p:spPr bwMode="auto">
          <a:xfrm>
            <a:off x="1001674" y="3674745"/>
            <a:ext cx="56000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display()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  <a:defRPr/>
            </a:pPr>
            <a:r>
              <a:rPr sz="1800" spc="-10">
                <a:latin typeface="Consolas"/>
                <a:cs typeface="Consolas"/>
              </a:rPr>
              <a:t>cout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2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A11515"/>
                </a:solidFill>
                <a:latin typeface="Consolas"/>
                <a:cs typeface="Consolas"/>
              </a:rPr>
              <a:t>"Sum:</a:t>
            </a:r>
            <a:r>
              <a:rPr sz="1800" spc="-3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2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4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3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endl;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67056929" name="object 5"/>
          <p:cNvSpPr/>
          <p:nvPr/>
        </p:nvSpPr>
        <p:spPr bwMode="auto">
          <a:xfrm>
            <a:off x="7220585" y="2341498"/>
            <a:ext cx="3108960" cy="868044"/>
          </a:xfrm>
          <a:custGeom>
            <a:avLst/>
            <a:gdLst/>
            <a:ahLst/>
            <a:cxnLst/>
            <a:rect l="l" t="t" r="r" b="b"/>
            <a:pathLst>
              <a:path w="3108959" h="868044" fill="norm" stroke="1" extrusionOk="0">
                <a:moveTo>
                  <a:pt x="3108947" y="570877"/>
                </a:moveTo>
                <a:lnTo>
                  <a:pt x="0" y="570877"/>
                </a:lnTo>
                <a:lnTo>
                  <a:pt x="0" y="868045"/>
                </a:lnTo>
                <a:lnTo>
                  <a:pt x="3108947" y="868045"/>
                </a:lnTo>
                <a:lnTo>
                  <a:pt x="3108947" y="570877"/>
                </a:lnTo>
                <a:close/>
              </a:path>
              <a:path w="3108959" h="868044" fill="norm" stroke="1" extrusionOk="0">
                <a:moveTo>
                  <a:pt x="3108947" y="0"/>
                </a:moveTo>
                <a:lnTo>
                  <a:pt x="0" y="0"/>
                </a:lnTo>
                <a:lnTo>
                  <a:pt x="0" y="570865"/>
                </a:lnTo>
                <a:lnTo>
                  <a:pt x="3108947" y="570865"/>
                </a:lnTo>
                <a:lnTo>
                  <a:pt x="31089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aphicFrame>
        <p:nvGraphicFramePr>
          <p:cNvPr id="1251377238" name="object 6"/>
          <p:cNvGraphicFramePr>
            <a:graphicFrameLocks xmlns:a="http://schemas.openxmlformats.org/drawingml/2006/main" noGrp="1"/>
          </p:cNvGraphicFramePr>
          <p:nvPr/>
        </p:nvGraphicFramePr>
        <p:xfrm>
          <a:off x="887983" y="2105302"/>
          <a:ext cx="9441179" cy="159829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4189728"/>
                <a:gridCol w="5251450"/>
              </a:tblGrid>
              <a:tr h="236196">
                <a:tc>
                  <a:txBody>
                    <a:bodyPr/>
                    <a:p>
                      <a:pPr marL="127000">
                        <a:lnSpc>
                          <a:spcPts val="1695"/>
                        </a:lnSpc>
                        <a:defRPr/>
                      </a:pPr>
                      <a:r>
                        <a:rPr sz="1800" spc="-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r>
                        <a:rPr sz="1800" spc="-6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r>
                        <a:rPr sz="1800" spc="-50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1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695"/>
                        </a:lnSpc>
                        <a:defRPr/>
                      </a:pPr>
                      <a:r>
                        <a:rPr sz="1800" spc="-20">
                          <a:latin typeface="Consolas"/>
                          <a:cs typeface="Consolas"/>
                        </a:rPr>
                        <a:t>&amp;</a:t>
                      </a:r>
                      <a:r>
                        <a:rPr sz="1800" spc="-2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562990">
                <a:tc>
                  <a:txBody>
                    <a:bodyPr/>
                    <a:p>
                      <a:pPr marL="127000">
                        <a:lnSpc>
                          <a:spcPts val="199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r>
                        <a:rPr sz="1800" spc="-9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temp;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86995" algn="ctr">
                        <a:lnSpc>
                          <a:spcPts val="2100"/>
                        </a:lnSpc>
                        <a:defRPr/>
                      </a:pPr>
                      <a:r>
                        <a:rPr sz="1800" spc="-1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Output: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  <a:tr h="297712">
                <a:tc>
                  <a:txBody>
                    <a:bodyPr/>
                    <a:p>
                      <a:pPr marL="584200">
                        <a:lnSpc>
                          <a:spcPts val="1870"/>
                        </a:lnSpc>
                        <a:defRPr/>
                      </a:pPr>
                      <a:r>
                        <a:rPr sz="1800" spc="-5">
                          <a:latin typeface="Consolas"/>
                          <a:cs typeface="Consolas"/>
                        </a:rPr>
                        <a:t>temp.i</a:t>
                      </a:r>
                      <a:r>
                        <a:rPr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+</a:t>
                      </a:r>
                      <a:r>
                        <a:rPr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.i;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2234565">
                        <a:lnSpc>
                          <a:spcPts val="1964"/>
                        </a:lnSpc>
                        <a:defRPr/>
                      </a:pPr>
                      <a:r>
                        <a:rPr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Sum:</a:t>
                      </a:r>
                      <a:r>
                        <a:rPr sz="1800" spc="-6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31</a:t>
                      </a:r>
                      <a:r>
                        <a:rPr sz="1800" spc="-5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3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107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  <a:tr h="250698">
                <a:tc>
                  <a:txBody>
                    <a:bodyPr/>
                    <a:p>
                      <a:pPr marL="584200">
                        <a:lnSpc>
                          <a:spcPts val="1695"/>
                        </a:lnSpc>
                        <a:defRPr/>
                      </a:pPr>
                      <a:r>
                        <a:rPr sz="1800" spc="-5">
                          <a:latin typeface="Consolas"/>
                          <a:cs typeface="Consolas"/>
                        </a:rPr>
                        <a:t>temp.j</a:t>
                      </a:r>
                      <a:r>
                        <a:rPr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j</a:t>
                      </a:r>
                      <a:r>
                        <a:rPr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+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.j;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250698">
                <a:tc>
                  <a:txBody>
                    <a:bodyPr/>
                    <a:p>
                      <a:pPr marL="584200">
                        <a:lnSpc>
                          <a:spcPts val="1870"/>
                        </a:lnSpc>
                        <a:defRPr/>
                      </a:pPr>
                      <a:r>
                        <a:rPr sz="1800" spc="-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sz="1800" spc="-1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temp;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</a:tbl>
          </a:graphicData>
        </a:graphic>
      </p:graphicFrame>
      <p:sp>
        <p:nvSpPr>
          <p:cNvPr id="355750067" name="object 7"/>
          <p:cNvSpPr txBox="1"/>
          <p:nvPr/>
        </p:nvSpPr>
        <p:spPr bwMode="auto">
          <a:xfrm>
            <a:off x="544169" y="5048503"/>
            <a:ext cx="26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3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78709944" name="object 8"/>
          <p:cNvSpPr txBox="1"/>
          <p:nvPr/>
        </p:nvSpPr>
        <p:spPr bwMode="auto">
          <a:xfrm>
            <a:off x="6869430" y="4865878"/>
            <a:ext cx="4657725" cy="1656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5080">
              <a:lnSpc>
                <a:spcPct val="100000"/>
              </a:lnSpc>
              <a:spcBef>
                <a:spcPts val="50"/>
              </a:spcBef>
              <a:defRPr/>
            </a:pPr>
            <a:r>
              <a:rPr sz="1800" spc="185">
                <a:latin typeface="Cambria"/>
                <a:cs typeface="Cambria"/>
              </a:rPr>
              <a:t>Ca</a:t>
            </a:r>
            <a:r>
              <a:rPr sz="1800" spc="100">
                <a:latin typeface="Cambria"/>
                <a:cs typeface="Cambria"/>
              </a:rPr>
              <a:t>l</a:t>
            </a:r>
            <a:r>
              <a:rPr sz="1800" spc="70">
                <a:latin typeface="Cambria"/>
                <a:cs typeface="Cambria"/>
              </a:rPr>
              <a:t>c</a:t>
            </a:r>
            <a:r>
              <a:rPr sz="1800" spc="80">
                <a:latin typeface="Cambria"/>
                <a:cs typeface="Cambria"/>
              </a:rPr>
              <a:t>u</a:t>
            </a:r>
            <a:r>
              <a:rPr sz="1800" spc="40">
                <a:latin typeface="Cambria"/>
                <a:cs typeface="Cambria"/>
              </a:rPr>
              <a:t>l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">
                <a:latin typeface="Cambria"/>
                <a:cs typeface="Cambria"/>
              </a:rPr>
              <a:t>tor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1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11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204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40)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2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20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18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67)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a</a:t>
            </a:r>
            <a:r>
              <a:rPr sz="1800">
                <a:latin typeface="Cambria"/>
                <a:cs typeface="Cambria"/>
              </a:rPr>
              <a:t>n</a:t>
            </a:r>
            <a:r>
              <a:rPr sz="1800" spc="30">
                <a:latin typeface="Cambria"/>
                <a:cs typeface="Cambria"/>
              </a:rPr>
              <a:t>s</a:t>
            </a:r>
            <a:r>
              <a:rPr sz="1800" spc="45">
                <a:latin typeface="Cambria"/>
                <a:cs typeface="Cambria"/>
              </a:rPr>
              <a:t>;  </a:t>
            </a:r>
            <a:r>
              <a:rPr sz="1800" spc="50">
                <a:latin typeface="Cambria"/>
                <a:cs typeface="Cambria"/>
              </a:rPr>
              <a:t>ans</a:t>
            </a:r>
            <a:r>
              <a:rPr sz="1800" spc="35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=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obj1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+</a:t>
            </a:r>
            <a:r>
              <a:rPr sz="1800" spc="50">
                <a:latin typeface="Cambria"/>
                <a:cs typeface="Cambria"/>
              </a:rPr>
              <a:t> obj2;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ts val="2045"/>
              </a:lnSpc>
              <a:defRPr/>
            </a:pPr>
            <a:r>
              <a:rPr sz="1800" spc="45">
                <a:latin typeface="Cambria"/>
                <a:cs typeface="Cambria"/>
              </a:rPr>
              <a:t>ans.display();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05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98967993" name="object 9"/>
          <p:cNvSpPr txBox="1"/>
          <p:nvPr/>
        </p:nvSpPr>
        <p:spPr bwMode="auto">
          <a:xfrm>
            <a:off x="5423661" y="255523"/>
            <a:ext cx="65182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 spc="85">
                <a:solidFill>
                  <a:srgbClr val="1F2C8F"/>
                </a:solidFill>
                <a:latin typeface="Cambria"/>
                <a:cs typeface="Cambria"/>
              </a:rPr>
              <a:t>using</a:t>
            </a:r>
            <a:r>
              <a:rPr sz="1800" b="1" spc="1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110">
                <a:solidFill>
                  <a:srgbClr val="FF0000"/>
                </a:solidFill>
                <a:latin typeface="Cambria"/>
                <a:cs typeface="Cambria"/>
              </a:rPr>
              <a:t>&amp;</a:t>
            </a:r>
            <a:r>
              <a:rPr sz="1800" b="1" spc="1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90">
                <a:solidFill>
                  <a:srgbClr val="1F2C8F"/>
                </a:solidFill>
                <a:latin typeface="Cambria"/>
                <a:cs typeface="Cambria"/>
              </a:rPr>
              <a:t>makes</a:t>
            </a:r>
            <a:r>
              <a:rPr sz="1800" b="1" spc="3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5">
                <a:solidFill>
                  <a:srgbClr val="1F2C8F"/>
                </a:solidFill>
                <a:latin typeface="Cambria"/>
                <a:cs typeface="Cambria"/>
              </a:rPr>
              <a:t>our</a:t>
            </a:r>
            <a:r>
              <a:rPr sz="1800" b="1" spc="4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70">
                <a:solidFill>
                  <a:srgbClr val="1F2C8F"/>
                </a:solidFill>
                <a:latin typeface="Cambria"/>
                <a:cs typeface="Cambria"/>
              </a:rPr>
              <a:t>code</a:t>
            </a:r>
            <a:r>
              <a:rPr sz="1800" b="1" spc="6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55">
                <a:solidFill>
                  <a:srgbClr val="1F2C8F"/>
                </a:solidFill>
                <a:latin typeface="Cambria"/>
                <a:cs typeface="Cambria"/>
              </a:rPr>
              <a:t>efficient</a:t>
            </a:r>
            <a:r>
              <a:rPr sz="1800" b="1" spc="7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70">
                <a:solidFill>
                  <a:srgbClr val="1F2C8F"/>
                </a:solidFill>
                <a:latin typeface="Cambria"/>
                <a:cs typeface="Cambria"/>
              </a:rPr>
              <a:t>by</a:t>
            </a:r>
            <a:r>
              <a:rPr sz="1800" b="1" spc="3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50">
                <a:solidFill>
                  <a:srgbClr val="1F2C8F"/>
                </a:solidFill>
                <a:latin typeface="Cambria"/>
                <a:cs typeface="Cambria"/>
              </a:rPr>
              <a:t>referencing</a:t>
            </a:r>
            <a:endParaRPr sz="1800">
              <a:latin typeface="Cambria"/>
              <a:cs typeface="Cambria"/>
            </a:endParaRPr>
          </a:p>
          <a:p>
            <a:pPr marL="12065" marR="5080" algn="ctr">
              <a:lnSpc>
                <a:spcPct val="100000"/>
              </a:lnSpc>
              <a:defRPr/>
            </a:pPr>
            <a:r>
              <a:rPr sz="1800" b="1" spc="25">
                <a:solidFill>
                  <a:srgbClr val="1F2C8F"/>
                </a:solidFill>
                <a:latin typeface="Cambria"/>
                <a:cs typeface="Cambria"/>
              </a:rPr>
              <a:t>the</a:t>
            </a:r>
            <a:r>
              <a:rPr sz="1800" b="1" spc="5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85">
                <a:solidFill>
                  <a:srgbClr val="1F2C8F"/>
                </a:solidFill>
                <a:latin typeface="Cambria"/>
                <a:cs typeface="Cambria"/>
              </a:rPr>
              <a:t>Calculator</a:t>
            </a:r>
            <a:r>
              <a:rPr sz="1800" b="1" spc="10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55">
                <a:solidFill>
                  <a:srgbClr val="1F2C8F"/>
                </a:solidFill>
                <a:latin typeface="Cambria"/>
                <a:cs typeface="Cambria"/>
              </a:rPr>
              <a:t>object</a:t>
            </a:r>
            <a:r>
              <a:rPr sz="1800" b="1" spc="6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50">
                <a:solidFill>
                  <a:srgbClr val="1F2C8F"/>
                </a:solidFill>
                <a:latin typeface="Cambria"/>
                <a:cs typeface="Cambria"/>
              </a:rPr>
              <a:t>instead</a:t>
            </a:r>
            <a:r>
              <a:rPr sz="1800" b="1" spc="7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25">
                <a:solidFill>
                  <a:srgbClr val="1F2C8F"/>
                </a:solidFill>
                <a:latin typeface="Cambria"/>
                <a:cs typeface="Cambria"/>
              </a:rPr>
              <a:t>of</a:t>
            </a:r>
            <a:r>
              <a:rPr sz="1800" b="1" spc="4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110">
                <a:solidFill>
                  <a:srgbClr val="1F2C8F"/>
                </a:solidFill>
                <a:latin typeface="Cambria"/>
                <a:cs typeface="Cambria"/>
              </a:rPr>
              <a:t>making</a:t>
            </a:r>
            <a:r>
              <a:rPr sz="1800" b="1" spc="5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85">
                <a:solidFill>
                  <a:srgbClr val="1F2C8F"/>
                </a:solidFill>
                <a:latin typeface="Cambria"/>
                <a:cs typeface="Cambria"/>
              </a:rPr>
              <a:t>a</a:t>
            </a:r>
            <a:r>
              <a:rPr sz="1800" b="1" spc="3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60">
                <a:solidFill>
                  <a:srgbClr val="1F2C8F"/>
                </a:solidFill>
                <a:latin typeface="Cambria"/>
                <a:cs typeface="Cambria"/>
              </a:rPr>
              <a:t>duplicate</a:t>
            </a:r>
            <a:r>
              <a:rPr sz="1800" b="1" spc="9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45">
                <a:solidFill>
                  <a:srgbClr val="1F2C8F"/>
                </a:solidFill>
                <a:latin typeface="Cambria"/>
                <a:cs typeface="Cambria"/>
              </a:rPr>
              <a:t>object </a:t>
            </a:r>
            <a:r>
              <a:rPr sz="1800" b="1" spc="-38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65">
                <a:solidFill>
                  <a:srgbClr val="1F2C8F"/>
                </a:solidFill>
                <a:latin typeface="Cambria"/>
                <a:cs typeface="Cambria"/>
              </a:rPr>
              <a:t>inside</a:t>
            </a:r>
            <a:r>
              <a:rPr sz="1800" b="1" spc="25">
                <a:solidFill>
                  <a:srgbClr val="1F2C8F"/>
                </a:solidFill>
                <a:latin typeface="Cambria"/>
                <a:cs typeface="Cambria"/>
              </a:rPr>
              <a:t> the</a:t>
            </a:r>
            <a:r>
              <a:rPr sz="1800" b="1" spc="5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10">
                <a:solidFill>
                  <a:srgbClr val="1F2C8F"/>
                </a:solidFill>
                <a:latin typeface="Cambria"/>
                <a:cs typeface="Cambria"/>
              </a:rPr>
              <a:t>operator</a:t>
            </a:r>
            <a:r>
              <a:rPr sz="1800" b="1" spc="10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35">
                <a:solidFill>
                  <a:srgbClr val="1F2C8F"/>
                </a:solidFill>
                <a:latin typeface="Cambria"/>
                <a:cs typeface="Cambria"/>
              </a:rPr>
              <a:t>function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897111" name="object 2"/>
          <p:cNvSpPr txBox="1"/>
          <p:nvPr/>
        </p:nvSpPr>
        <p:spPr bwMode="auto">
          <a:xfrm>
            <a:off x="544169" y="381127"/>
            <a:ext cx="6057900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458851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i,j;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1800" spc="-15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5">
                <a:latin typeface="Consolas"/>
                <a:cs typeface="Consolas"/>
              </a:rPr>
              <a:t>Calculator():i(0),j(0){}</a:t>
            </a:r>
            <a:endParaRPr sz="1800">
              <a:latin typeface="Consolas"/>
              <a:cs typeface="Consolas"/>
            </a:endParaRPr>
          </a:p>
          <a:p>
            <a:pPr marL="469900" marR="341630">
              <a:lnSpc>
                <a:spcPct val="100000"/>
              </a:lnSpc>
              <a:defRPr/>
            </a:pPr>
            <a:r>
              <a:rPr sz="1800" spc="-5">
                <a:latin typeface="Consolas"/>
                <a:cs typeface="Consolas"/>
              </a:rPr>
              <a:t>Calculator(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5">
                <a:latin typeface="Consolas"/>
                <a:cs typeface="Consolas"/>
              </a:rPr>
              <a:t>,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):i(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),j(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){} </a:t>
            </a:r>
            <a:r>
              <a:rPr sz="1800" spc="-1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r>
              <a:rPr sz="1800" spc="-85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operator</a:t>
            </a:r>
            <a:r>
              <a:rPr sz="1800" spc="-4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+</a:t>
            </a:r>
            <a:r>
              <a:rPr sz="1800" spc="-5">
                <a:latin typeface="Consolas"/>
                <a:cs typeface="Consolas"/>
              </a:rPr>
              <a:t>(</a:t>
            </a:r>
            <a:r>
              <a:rPr sz="1800" spc="-5">
                <a:solidFill>
                  <a:srgbClr val="1700BD"/>
                </a:solidFill>
                <a:latin typeface="Consolas"/>
                <a:cs typeface="Consolas"/>
              </a:rPr>
              <a:t>const</a:t>
            </a:r>
            <a:r>
              <a:rPr sz="1800" spc="-60">
                <a:solidFill>
                  <a:srgbClr val="1700BD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r>
              <a:rPr sz="1800" spc="-50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&amp;</a:t>
            </a:r>
            <a:r>
              <a:rPr sz="1800" spc="-20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1800" spc="-2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 marR="3006090">
              <a:lnSpc>
                <a:spcPct val="100000"/>
              </a:lnSpc>
              <a:defRPr/>
            </a:pPr>
            <a:r>
              <a:rPr sz="1800" spc="-5">
                <a:solidFill>
                  <a:srgbClr val="2B91AD"/>
                </a:solidFill>
                <a:latin typeface="Consolas"/>
                <a:cs typeface="Consolas"/>
              </a:rPr>
              <a:t>Calculator </a:t>
            </a:r>
            <a:r>
              <a:rPr sz="1800" spc="-20">
                <a:latin typeface="Consolas"/>
                <a:cs typeface="Consolas"/>
              </a:rPr>
              <a:t>temp;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5">
                <a:latin typeface="Consolas"/>
                <a:cs typeface="Consolas"/>
              </a:rPr>
              <a:t>temp.i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=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60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+</a:t>
            </a:r>
            <a:r>
              <a:rPr sz="1800" spc="-30">
                <a:latin typeface="Consolas"/>
                <a:cs typeface="Consolas"/>
              </a:rPr>
              <a:t> </a:t>
            </a:r>
            <a:r>
              <a:rPr sz="1800" spc="-20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1800" spc="-20">
                <a:latin typeface="Consolas"/>
                <a:cs typeface="Consolas"/>
              </a:rPr>
              <a:t>.i;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5">
                <a:latin typeface="Consolas"/>
                <a:cs typeface="Consolas"/>
              </a:rPr>
              <a:t>temp.j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=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j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+</a:t>
            </a:r>
            <a:r>
              <a:rPr sz="1800" spc="-15">
                <a:latin typeface="Consolas"/>
                <a:cs typeface="Consolas"/>
              </a:rPr>
              <a:t> </a:t>
            </a:r>
            <a:r>
              <a:rPr sz="1800" spc="-25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1800" spc="-25">
                <a:latin typeface="Consolas"/>
                <a:cs typeface="Consolas"/>
              </a:rPr>
              <a:t>.j;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5">
                <a:latin typeface="Consolas"/>
                <a:cs typeface="Consolas"/>
              </a:rPr>
              <a:t>temp;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display()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800" spc="-10">
                <a:latin typeface="Consolas"/>
                <a:cs typeface="Consolas"/>
              </a:rPr>
              <a:t>cout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2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A11515"/>
                </a:solidFill>
                <a:latin typeface="Consolas"/>
                <a:cs typeface="Consolas"/>
              </a:rPr>
              <a:t>"Sum:</a:t>
            </a:r>
            <a:r>
              <a:rPr sz="1800" spc="-3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2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4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3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endl;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3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34798762" name="object 3"/>
          <p:cNvSpPr txBox="1"/>
          <p:nvPr/>
        </p:nvSpPr>
        <p:spPr bwMode="auto">
          <a:xfrm>
            <a:off x="6869430" y="4865878"/>
            <a:ext cx="4657725" cy="1656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5080">
              <a:lnSpc>
                <a:spcPct val="100000"/>
              </a:lnSpc>
              <a:spcBef>
                <a:spcPts val="50"/>
              </a:spcBef>
              <a:defRPr/>
            </a:pPr>
            <a:r>
              <a:rPr sz="1800" spc="185">
                <a:latin typeface="Cambria"/>
                <a:cs typeface="Cambria"/>
              </a:rPr>
              <a:t>Ca</a:t>
            </a:r>
            <a:r>
              <a:rPr sz="1800" spc="100">
                <a:latin typeface="Cambria"/>
                <a:cs typeface="Cambria"/>
              </a:rPr>
              <a:t>l</a:t>
            </a:r>
            <a:r>
              <a:rPr sz="1800" spc="70">
                <a:latin typeface="Cambria"/>
                <a:cs typeface="Cambria"/>
              </a:rPr>
              <a:t>c</a:t>
            </a:r>
            <a:r>
              <a:rPr sz="1800" spc="80">
                <a:latin typeface="Cambria"/>
                <a:cs typeface="Cambria"/>
              </a:rPr>
              <a:t>u</a:t>
            </a:r>
            <a:r>
              <a:rPr sz="1800" spc="40">
                <a:latin typeface="Cambria"/>
                <a:cs typeface="Cambria"/>
              </a:rPr>
              <a:t>l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">
                <a:latin typeface="Cambria"/>
                <a:cs typeface="Cambria"/>
              </a:rPr>
              <a:t>tor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1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11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40)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215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2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20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17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67)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a</a:t>
            </a:r>
            <a:r>
              <a:rPr sz="1800">
                <a:latin typeface="Cambria"/>
                <a:cs typeface="Cambria"/>
              </a:rPr>
              <a:t>n</a:t>
            </a:r>
            <a:r>
              <a:rPr sz="1800" spc="30">
                <a:latin typeface="Cambria"/>
                <a:cs typeface="Cambria"/>
              </a:rPr>
              <a:t>s</a:t>
            </a:r>
            <a:r>
              <a:rPr sz="1800" spc="45">
                <a:latin typeface="Cambria"/>
                <a:cs typeface="Cambria"/>
              </a:rPr>
              <a:t>;  </a:t>
            </a:r>
            <a:r>
              <a:rPr sz="1800" spc="50">
                <a:latin typeface="Cambria"/>
                <a:cs typeface="Cambria"/>
              </a:rPr>
              <a:t>ans</a:t>
            </a:r>
            <a:r>
              <a:rPr sz="1800" spc="35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=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obj1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+</a:t>
            </a:r>
            <a:r>
              <a:rPr sz="1800" spc="50">
                <a:latin typeface="Cambria"/>
                <a:cs typeface="Cambria"/>
              </a:rPr>
              <a:t> obj2;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ts val="2045"/>
              </a:lnSpc>
              <a:defRPr/>
            </a:pPr>
            <a:r>
              <a:rPr sz="1800" spc="45">
                <a:latin typeface="Cambria"/>
                <a:cs typeface="Cambria"/>
              </a:rPr>
              <a:t>ans.display();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05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129237596" name="object 4"/>
          <p:cNvSpPr/>
          <p:nvPr/>
        </p:nvSpPr>
        <p:spPr bwMode="auto">
          <a:xfrm>
            <a:off x="7220711" y="2314955"/>
            <a:ext cx="3108960" cy="923925"/>
          </a:xfrm>
          <a:custGeom>
            <a:avLst/>
            <a:gdLst/>
            <a:ahLst/>
            <a:cxnLst/>
            <a:rect l="l" t="t" r="r" b="b"/>
            <a:pathLst>
              <a:path w="3108959" h="923925" fill="norm" stroke="1" extrusionOk="0">
                <a:moveTo>
                  <a:pt x="3108959" y="0"/>
                </a:moveTo>
                <a:lnTo>
                  <a:pt x="0" y="0"/>
                </a:lnTo>
                <a:lnTo>
                  <a:pt x="0" y="923544"/>
                </a:lnTo>
                <a:lnTo>
                  <a:pt x="3108959" y="923544"/>
                </a:lnTo>
                <a:lnTo>
                  <a:pt x="3108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73757741" name="object 5"/>
          <p:cNvSpPr txBox="1"/>
          <p:nvPr/>
        </p:nvSpPr>
        <p:spPr bwMode="auto">
          <a:xfrm>
            <a:off x="7300341" y="2321128"/>
            <a:ext cx="1389380" cy="862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5">
                <a:solidFill>
                  <a:srgbClr val="FFFFFF"/>
                </a:solidFill>
                <a:latin typeface="Consolas"/>
                <a:cs typeface="Consolas"/>
              </a:rPr>
              <a:t>Output: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defRPr/>
            </a:pPr>
            <a:endParaRPr sz="1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10">
                <a:solidFill>
                  <a:srgbClr val="FFFFFF"/>
                </a:solidFill>
                <a:latin typeface="Consolas"/>
                <a:cs typeface="Consolas"/>
              </a:rPr>
              <a:t>Sum:</a:t>
            </a:r>
            <a:r>
              <a:rPr sz="1800" spc="-6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FFFFFF"/>
                </a:solidFill>
                <a:latin typeface="Consolas"/>
                <a:cs typeface="Consolas"/>
              </a:rPr>
              <a:t>31</a:t>
            </a:r>
            <a:r>
              <a:rPr sz="1800" spc="-7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800" spc="-30">
                <a:solidFill>
                  <a:srgbClr val="FFFFFF"/>
                </a:solidFill>
                <a:latin typeface="Consolas"/>
                <a:cs typeface="Consolas"/>
              </a:rPr>
              <a:t>107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38872174" name="object 6"/>
          <p:cNvSpPr txBox="1">
            <a:spLocks noGrp="1"/>
          </p:cNvSpPr>
          <p:nvPr>
            <p:ph type="title"/>
          </p:nvPr>
        </p:nvSpPr>
        <p:spPr bwMode="auto">
          <a:xfrm>
            <a:off x="6730110" y="243966"/>
            <a:ext cx="50374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45">
                <a:solidFill>
                  <a:srgbClr val="1F2C8F"/>
                </a:solidFill>
                <a:latin typeface="Cambria"/>
                <a:cs typeface="Cambria"/>
              </a:rPr>
              <a:t>USING </a:t>
            </a:r>
            <a:r>
              <a:rPr sz="1800" spc="190">
                <a:solidFill>
                  <a:srgbClr val="FF0000"/>
                </a:solidFill>
                <a:latin typeface="Cambria"/>
                <a:cs typeface="Cambria"/>
              </a:rPr>
              <a:t>CONST </a:t>
            </a:r>
            <a:r>
              <a:rPr sz="1800" spc="80">
                <a:solidFill>
                  <a:srgbClr val="1F2C8F"/>
                </a:solidFill>
                <a:latin typeface="Cambria"/>
                <a:cs typeface="Cambria"/>
              </a:rPr>
              <a:t>IS </a:t>
            </a:r>
            <a:r>
              <a:rPr sz="1800" spc="180">
                <a:solidFill>
                  <a:srgbClr val="1F2C8F"/>
                </a:solidFill>
                <a:latin typeface="Cambria"/>
                <a:cs typeface="Cambria"/>
              </a:rPr>
              <a:t>CONSIDERED </a:t>
            </a:r>
            <a:r>
              <a:rPr sz="1800" spc="80">
                <a:solidFill>
                  <a:srgbClr val="1F2C8F"/>
                </a:solidFill>
                <a:latin typeface="Cambria"/>
                <a:cs typeface="Cambria"/>
              </a:rPr>
              <a:t>A </a:t>
            </a:r>
            <a:r>
              <a:rPr sz="1800" spc="270">
                <a:solidFill>
                  <a:srgbClr val="1F2C8F"/>
                </a:solidFill>
                <a:latin typeface="Cambria"/>
                <a:cs typeface="Cambria"/>
              </a:rPr>
              <a:t>GOOD </a:t>
            </a:r>
            <a:r>
              <a:rPr sz="1800" spc="27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55">
                <a:solidFill>
                  <a:srgbClr val="1F2C8F"/>
                </a:solidFill>
                <a:latin typeface="Cambria"/>
                <a:cs typeface="Cambria"/>
              </a:rPr>
              <a:t>PRACTICE </a:t>
            </a:r>
            <a:r>
              <a:rPr sz="1800" spc="114">
                <a:solidFill>
                  <a:srgbClr val="1F2C8F"/>
                </a:solidFill>
                <a:latin typeface="Cambria"/>
                <a:cs typeface="Cambria"/>
              </a:rPr>
              <a:t>BECAUSE </a:t>
            </a:r>
            <a:r>
              <a:rPr sz="1800" spc="100">
                <a:solidFill>
                  <a:srgbClr val="1F2C8F"/>
                </a:solidFill>
                <a:latin typeface="Cambria"/>
                <a:cs typeface="Cambria"/>
              </a:rPr>
              <a:t>IT </a:t>
            </a:r>
            <a:r>
              <a:rPr sz="1800" spc="114">
                <a:solidFill>
                  <a:srgbClr val="1F2C8F"/>
                </a:solidFill>
                <a:latin typeface="Cambria"/>
                <a:cs typeface="Cambria"/>
              </a:rPr>
              <a:t>PREVENTS </a:t>
            </a:r>
            <a:r>
              <a:rPr sz="1800" spc="95">
                <a:solidFill>
                  <a:srgbClr val="1F2C8F"/>
                </a:solidFill>
                <a:latin typeface="Cambria"/>
                <a:cs typeface="Cambria"/>
              </a:rPr>
              <a:t>THE </a:t>
            </a:r>
            <a:r>
              <a:rPr sz="1800" spc="10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OPERATOR</a:t>
            </a: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80">
                <a:solidFill>
                  <a:srgbClr val="1F2C8F"/>
                </a:solidFill>
                <a:latin typeface="Cambria"/>
                <a:cs typeface="Cambria"/>
              </a:rPr>
              <a:t>FUNCTION</a:t>
            </a:r>
            <a:r>
              <a:rPr sz="1800" spc="1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95">
                <a:solidFill>
                  <a:srgbClr val="1F2C8F"/>
                </a:solidFill>
                <a:latin typeface="Cambria"/>
                <a:cs typeface="Cambria"/>
              </a:rPr>
              <a:t>FROM</a:t>
            </a:r>
            <a:r>
              <a:rPr sz="1800" spc="3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215">
                <a:solidFill>
                  <a:srgbClr val="1F2C8F"/>
                </a:solidFill>
                <a:latin typeface="Cambria"/>
                <a:cs typeface="Cambria"/>
              </a:rPr>
              <a:t>MODIFYING </a:t>
            </a:r>
            <a:r>
              <a:rPr sz="1800" spc="-38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50">
                <a:solidFill>
                  <a:srgbClr val="1F2C8F"/>
                </a:solidFill>
                <a:latin typeface="Cambria"/>
                <a:cs typeface="Cambria"/>
              </a:rPr>
              <a:t>CALCULATOR.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574088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1139224186" name="object 3"/>
          <p:cNvSpPr txBox="1"/>
          <p:nvPr/>
        </p:nvSpPr>
        <p:spPr bwMode="auto">
          <a:xfrm>
            <a:off x="544169" y="381127"/>
            <a:ext cx="484251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337312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i,j;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1800" spc="-15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5">
                <a:latin typeface="Consolas"/>
                <a:cs typeface="Consolas"/>
              </a:rPr>
              <a:t>Calculator():i(0),j(0){}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5">
                <a:latin typeface="Consolas"/>
                <a:cs typeface="Consolas"/>
              </a:rPr>
              <a:t>Calculator(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9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5">
                <a:latin typeface="Consolas"/>
                <a:cs typeface="Consolas"/>
              </a:rPr>
              <a:t>,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):i(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),j(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71248697" name="object 4"/>
          <p:cNvSpPr txBox="1"/>
          <p:nvPr/>
        </p:nvSpPr>
        <p:spPr bwMode="auto">
          <a:xfrm>
            <a:off x="1001674" y="3674745"/>
            <a:ext cx="56000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display()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  <a:defRPr/>
            </a:pPr>
            <a:r>
              <a:rPr sz="1800" spc="-10">
                <a:latin typeface="Consolas"/>
                <a:cs typeface="Consolas"/>
              </a:rPr>
              <a:t>cout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2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A11515"/>
                </a:solidFill>
                <a:latin typeface="Consolas"/>
                <a:cs typeface="Consolas"/>
              </a:rPr>
              <a:t>"Sum:</a:t>
            </a:r>
            <a:r>
              <a:rPr sz="1800" spc="-3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2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4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3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endl;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25384438" name="object 5"/>
          <p:cNvSpPr/>
          <p:nvPr/>
        </p:nvSpPr>
        <p:spPr bwMode="auto">
          <a:xfrm>
            <a:off x="7220585" y="2341498"/>
            <a:ext cx="3108960" cy="868044"/>
          </a:xfrm>
          <a:custGeom>
            <a:avLst/>
            <a:gdLst/>
            <a:ahLst/>
            <a:cxnLst/>
            <a:rect l="l" t="t" r="r" b="b"/>
            <a:pathLst>
              <a:path w="3108959" h="868044" fill="norm" stroke="1" extrusionOk="0">
                <a:moveTo>
                  <a:pt x="3108947" y="570877"/>
                </a:moveTo>
                <a:lnTo>
                  <a:pt x="0" y="570877"/>
                </a:lnTo>
                <a:lnTo>
                  <a:pt x="0" y="868045"/>
                </a:lnTo>
                <a:lnTo>
                  <a:pt x="3108947" y="868045"/>
                </a:lnTo>
                <a:lnTo>
                  <a:pt x="3108947" y="570877"/>
                </a:lnTo>
                <a:close/>
              </a:path>
              <a:path w="3108959" h="868044" fill="norm" stroke="1" extrusionOk="0">
                <a:moveTo>
                  <a:pt x="3108947" y="0"/>
                </a:moveTo>
                <a:lnTo>
                  <a:pt x="0" y="0"/>
                </a:lnTo>
                <a:lnTo>
                  <a:pt x="0" y="570865"/>
                </a:lnTo>
                <a:lnTo>
                  <a:pt x="3108947" y="570865"/>
                </a:lnTo>
                <a:lnTo>
                  <a:pt x="31089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aphicFrame>
        <p:nvGraphicFramePr>
          <p:cNvPr id="738684480" name="object 6"/>
          <p:cNvGraphicFramePr>
            <a:graphicFrameLocks xmlns:a="http://schemas.openxmlformats.org/drawingml/2006/main" noGrp="1"/>
          </p:cNvGraphicFramePr>
          <p:nvPr/>
        </p:nvGraphicFramePr>
        <p:xfrm>
          <a:off x="887983" y="2105302"/>
          <a:ext cx="9441179" cy="159829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4189728"/>
                <a:gridCol w="5251450"/>
              </a:tblGrid>
              <a:tr h="236196">
                <a:tc>
                  <a:txBody>
                    <a:bodyPr/>
                    <a:p>
                      <a:pPr marL="127000">
                        <a:lnSpc>
                          <a:spcPts val="1695"/>
                        </a:lnSpc>
                        <a:defRPr/>
                      </a:pPr>
                      <a:r>
                        <a:rPr sz="1800" spc="-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r>
                        <a:rPr sz="1800" spc="-70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r>
                        <a:rPr sz="1800" spc="-4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-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1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695"/>
                        </a:lnSpc>
                        <a:defRPr/>
                      </a:pPr>
                      <a:r>
                        <a:rPr sz="1800" spc="-20">
                          <a:latin typeface="Consolas"/>
                          <a:cs typeface="Consolas"/>
                        </a:rPr>
                        <a:t>&amp;</a:t>
                      </a:r>
                      <a:r>
                        <a:rPr sz="1800" spc="-2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562990">
                <a:tc>
                  <a:txBody>
                    <a:bodyPr/>
                    <a:p>
                      <a:pPr marL="127000">
                        <a:lnSpc>
                          <a:spcPts val="199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r>
                        <a:rPr sz="1800" spc="-9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temp;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86995" algn="ctr">
                        <a:lnSpc>
                          <a:spcPts val="2100"/>
                        </a:lnSpc>
                        <a:defRPr/>
                      </a:pPr>
                      <a:r>
                        <a:rPr sz="1800" spc="-1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Output: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  <a:tr h="297712">
                <a:tc>
                  <a:txBody>
                    <a:bodyPr/>
                    <a:p>
                      <a:pPr marL="584200">
                        <a:lnSpc>
                          <a:spcPts val="1870"/>
                        </a:lnSpc>
                        <a:defRPr/>
                      </a:pPr>
                      <a:r>
                        <a:rPr sz="1800" spc="-5">
                          <a:latin typeface="Consolas"/>
                          <a:cs typeface="Consolas"/>
                        </a:rPr>
                        <a:t>temp.i</a:t>
                      </a:r>
                      <a:r>
                        <a:rPr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-</a:t>
                      </a:r>
                      <a:r>
                        <a:rPr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.i;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2234565">
                        <a:lnSpc>
                          <a:spcPts val="1964"/>
                        </a:lnSpc>
                        <a:defRPr/>
                      </a:pPr>
                      <a:r>
                        <a:rPr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Sum:</a:t>
                      </a:r>
                      <a:r>
                        <a:rPr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-9</a:t>
                      </a:r>
                      <a:r>
                        <a:rPr sz="1800" spc="-5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-27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  <a:tr h="250698">
                <a:tc>
                  <a:txBody>
                    <a:bodyPr/>
                    <a:p>
                      <a:pPr marL="584200">
                        <a:lnSpc>
                          <a:spcPts val="1695"/>
                        </a:lnSpc>
                        <a:defRPr/>
                      </a:pPr>
                      <a:r>
                        <a:rPr sz="1800" spc="-5">
                          <a:latin typeface="Consolas"/>
                          <a:cs typeface="Consolas"/>
                        </a:rPr>
                        <a:t>temp.j</a:t>
                      </a:r>
                      <a:r>
                        <a:rPr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j</a:t>
                      </a:r>
                      <a:r>
                        <a:rPr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-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.j;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250698">
                <a:tc>
                  <a:txBody>
                    <a:bodyPr/>
                    <a:p>
                      <a:pPr marL="584200">
                        <a:lnSpc>
                          <a:spcPts val="1870"/>
                        </a:lnSpc>
                        <a:defRPr/>
                      </a:pPr>
                      <a:r>
                        <a:rPr sz="1800" spc="-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sz="1800" spc="-1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temp;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</a:tbl>
          </a:graphicData>
        </a:graphic>
      </p:graphicFrame>
      <p:sp>
        <p:nvSpPr>
          <p:cNvPr id="898121460" name="object 7"/>
          <p:cNvSpPr txBox="1"/>
          <p:nvPr/>
        </p:nvSpPr>
        <p:spPr bwMode="auto">
          <a:xfrm>
            <a:off x="544169" y="5048503"/>
            <a:ext cx="26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3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66581952" name="object 8"/>
          <p:cNvSpPr txBox="1"/>
          <p:nvPr/>
        </p:nvSpPr>
        <p:spPr bwMode="auto">
          <a:xfrm>
            <a:off x="6869430" y="4865878"/>
            <a:ext cx="4657725" cy="1656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5080">
              <a:lnSpc>
                <a:spcPct val="100000"/>
              </a:lnSpc>
              <a:spcBef>
                <a:spcPts val="50"/>
              </a:spcBef>
              <a:defRPr/>
            </a:pPr>
            <a:r>
              <a:rPr sz="1800" spc="185">
                <a:latin typeface="Cambria"/>
                <a:cs typeface="Cambria"/>
              </a:rPr>
              <a:t>Ca</a:t>
            </a:r>
            <a:r>
              <a:rPr sz="1800" spc="100">
                <a:latin typeface="Cambria"/>
                <a:cs typeface="Cambria"/>
              </a:rPr>
              <a:t>l</a:t>
            </a:r>
            <a:r>
              <a:rPr sz="1800" spc="70">
                <a:latin typeface="Cambria"/>
                <a:cs typeface="Cambria"/>
              </a:rPr>
              <a:t>c</a:t>
            </a:r>
            <a:r>
              <a:rPr sz="1800" spc="80">
                <a:latin typeface="Cambria"/>
                <a:cs typeface="Cambria"/>
              </a:rPr>
              <a:t>u</a:t>
            </a:r>
            <a:r>
              <a:rPr sz="1800" spc="40">
                <a:latin typeface="Cambria"/>
                <a:cs typeface="Cambria"/>
              </a:rPr>
              <a:t>l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">
                <a:latin typeface="Cambria"/>
                <a:cs typeface="Cambria"/>
              </a:rPr>
              <a:t>tor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1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11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40)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215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2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20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17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67)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a</a:t>
            </a:r>
            <a:r>
              <a:rPr sz="1800">
                <a:latin typeface="Cambria"/>
                <a:cs typeface="Cambria"/>
              </a:rPr>
              <a:t>n</a:t>
            </a:r>
            <a:r>
              <a:rPr sz="1800" spc="30">
                <a:latin typeface="Cambria"/>
                <a:cs typeface="Cambria"/>
              </a:rPr>
              <a:t>s</a:t>
            </a:r>
            <a:r>
              <a:rPr sz="1800" spc="45">
                <a:latin typeface="Cambria"/>
                <a:cs typeface="Cambria"/>
              </a:rPr>
              <a:t>;  </a:t>
            </a:r>
            <a:r>
              <a:rPr sz="1800" spc="50">
                <a:latin typeface="Cambria"/>
                <a:cs typeface="Cambria"/>
              </a:rPr>
              <a:t>ans</a:t>
            </a:r>
            <a:r>
              <a:rPr sz="1800" spc="35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=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obj1</a:t>
            </a:r>
            <a:r>
              <a:rPr sz="1800" spc="6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-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obj2;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ts val="2045"/>
              </a:lnSpc>
              <a:defRPr/>
            </a:pPr>
            <a:r>
              <a:rPr sz="1800" spc="45">
                <a:latin typeface="Cambria"/>
                <a:cs typeface="Cambria"/>
              </a:rPr>
              <a:t>ans.display();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05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096813" name="object 2"/>
          <p:cNvSpPr txBox="1">
            <a:spLocks noGrp="1"/>
          </p:cNvSpPr>
          <p:nvPr>
            <p:ph type="ctrTitle"/>
          </p:nvPr>
        </p:nvSpPr>
        <p:spPr bwMode="auto"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pc="-165"/>
              <a:t>D</a:t>
            </a:r>
            <a:r>
              <a:rPr spc="-155"/>
              <a:t>IS</a:t>
            </a:r>
            <a:r>
              <a:rPr spc="-455"/>
              <a:t>T</a:t>
            </a:r>
            <a:r>
              <a:rPr spc="-165"/>
              <a:t>A</a:t>
            </a:r>
            <a:r>
              <a:rPr spc="-155"/>
              <a:t>N</a:t>
            </a:r>
            <a:r>
              <a:rPr spc="-165"/>
              <a:t>C</a:t>
            </a:r>
            <a:r>
              <a:rPr/>
              <a:t>E</a:t>
            </a:r>
            <a:r>
              <a:rPr spc="-408"/>
              <a:t> </a:t>
            </a:r>
            <a:r>
              <a:rPr spc="-125"/>
              <a:t>C</a:t>
            </a:r>
            <a:r>
              <a:rPr spc="-120"/>
              <a:t>L</a:t>
            </a:r>
            <a:r>
              <a:rPr spc="-125"/>
              <a:t>A</a:t>
            </a:r>
            <a:r>
              <a:rPr spc="-120"/>
              <a:t>S</a:t>
            </a:r>
            <a:r>
              <a:rPr/>
              <a:t>S</a:t>
            </a:r>
            <a:endParaRPr/>
          </a:p>
        </p:txBody>
      </p:sp>
      <p:sp>
        <p:nvSpPr>
          <p:cNvPr id="373515906" name="object 3"/>
          <p:cNvSpPr txBox="1"/>
          <p:nvPr/>
        </p:nvSpPr>
        <p:spPr bwMode="auto">
          <a:xfrm>
            <a:off x="4664202" y="2619197"/>
            <a:ext cx="2906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4400" spc="-120">
                <a:solidFill>
                  <a:srgbClr val="1F2C8F"/>
                </a:solidFill>
                <a:latin typeface="Arial Black"/>
                <a:cs typeface="Arial Black"/>
              </a:rPr>
              <a:t>EXAMPLE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172027990" name="object 4"/>
          <p:cNvSpPr txBox="1"/>
          <p:nvPr/>
        </p:nvSpPr>
        <p:spPr bwMode="auto">
          <a:xfrm>
            <a:off x="4275582" y="3846398"/>
            <a:ext cx="357060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5">
                <a:solidFill>
                  <a:srgbClr val="FFFCFF"/>
                </a:solidFill>
                <a:latin typeface="Cambria"/>
                <a:cs typeface="Cambria"/>
              </a:rPr>
              <a:t>Operators:</a:t>
            </a:r>
            <a:r>
              <a:rPr sz="1800" spc="-18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 spc="145">
                <a:solidFill>
                  <a:srgbClr val="FFFCFF"/>
                </a:solidFill>
                <a:latin typeface="Cambria"/>
                <a:cs typeface="Cambria"/>
              </a:rPr>
              <a:t>+,-,/,*,&gt;,&lt;,&gt;=,&lt;=,=,+=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3812652" name="object 2"/>
          <p:cNvPicPr/>
          <p:nvPr/>
        </p:nvPicPr>
        <p:blipFill>
          <a:blip r:embed="rId3"/>
          <a:stretch/>
        </p:blipFill>
        <p:spPr bwMode="auto">
          <a:xfrm>
            <a:off x="1248155" y="678179"/>
            <a:ext cx="3968496" cy="4930140"/>
          </a:xfrm>
          <a:prstGeom prst="rect">
            <a:avLst/>
          </a:prstGeom>
        </p:spPr>
      </p:pic>
      <p:grpSp>
        <p:nvGrpSpPr>
          <p:cNvPr id="19476184" name="object 3"/>
          <p:cNvGrpSpPr/>
          <p:nvPr/>
        </p:nvGrpSpPr>
        <p:grpSpPr bwMode="auto">
          <a:xfrm>
            <a:off x="6355079" y="774757"/>
            <a:ext cx="5836920" cy="6102350"/>
            <a:chOff x="6355079" y="755904"/>
            <a:chExt cx="5836920" cy="6102350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9948671" y="4762499"/>
              <a:ext cx="2243328" cy="2095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/>
            <a:stretch/>
          </p:blipFill>
          <p:spPr bwMode="auto">
            <a:xfrm>
              <a:off x="6355079" y="755904"/>
              <a:ext cx="4087368" cy="4038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4104145" name="object 2"/>
          <p:cNvPicPr/>
          <p:nvPr/>
        </p:nvPicPr>
        <p:blipFill>
          <a:blip r:embed="rId3"/>
          <a:stretch/>
        </p:blipFill>
        <p:spPr bwMode="auto">
          <a:xfrm>
            <a:off x="845819" y="676656"/>
            <a:ext cx="4213859" cy="5500116"/>
          </a:xfrm>
          <a:prstGeom prst="rect">
            <a:avLst/>
          </a:prstGeom>
        </p:spPr>
      </p:pic>
      <p:grpSp>
        <p:nvGrpSpPr>
          <p:cNvPr id="1692082015" name="object 3"/>
          <p:cNvGrpSpPr/>
          <p:nvPr/>
        </p:nvGrpSpPr>
        <p:grpSpPr bwMode="auto">
          <a:xfrm>
            <a:off x="6519671" y="1033272"/>
            <a:ext cx="5672455" cy="5824855"/>
            <a:chOff x="6519671" y="1033272"/>
            <a:chExt cx="5672455" cy="5824855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9948671" y="4762499"/>
              <a:ext cx="2243328" cy="2095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/>
            <a:stretch/>
          </p:blipFill>
          <p:spPr bwMode="auto">
            <a:xfrm>
              <a:off x="6519671" y="1033272"/>
              <a:ext cx="4325112" cy="432511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4710981" name="object 2"/>
          <p:cNvPicPr/>
          <p:nvPr/>
        </p:nvPicPr>
        <p:blipFill>
          <a:blip r:embed="rId3"/>
          <a:stretch/>
        </p:blipFill>
        <p:spPr bwMode="auto">
          <a:xfrm>
            <a:off x="716280" y="955547"/>
            <a:ext cx="5100827" cy="3055620"/>
          </a:xfrm>
          <a:prstGeom prst="rect">
            <a:avLst/>
          </a:prstGeom>
        </p:spPr>
      </p:pic>
      <p:grpSp>
        <p:nvGrpSpPr>
          <p:cNvPr id="1730330501" name="object 3"/>
          <p:cNvGrpSpPr/>
          <p:nvPr/>
        </p:nvGrpSpPr>
        <p:grpSpPr bwMode="auto">
          <a:xfrm>
            <a:off x="6861047" y="1127760"/>
            <a:ext cx="5331460" cy="5730240"/>
            <a:chOff x="6861047" y="1127760"/>
            <a:chExt cx="5331460" cy="5730240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9948671" y="4762499"/>
              <a:ext cx="2243328" cy="2095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/>
            <a:stretch/>
          </p:blipFill>
          <p:spPr bwMode="auto">
            <a:xfrm>
              <a:off x="6861047" y="1127760"/>
              <a:ext cx="3942588" cy="414832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455218" name="TextBox 2"/>
          <p:cNvSpPr txBox="1"/>
          <p:nvPr/>
        </p:nvSpPr>
        <p:spPr bwMode="auto">
          <a:xfrm>
            <a:off x="2362199" y="6858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/>
              <a:t>Stream Insertion and Extraction</a:t>
            </a:r>
            <a:endParaRPr/>
          </a:p>
        </p:txBody>
      </p:sp>
      <p:sp>
        <p:nvSpPr>
          <p:cNvPr id="1015493082" name="TextBox 4"/>
          <p:cNvSpPr txBox="1"/>
          <p:nvPr/>
        </p:nvSpPr>
        <p:spPr bwMode="auto">
          <a:xfrm>
            <a:off x="3048000" y="2969793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/>
              <a:t>Operators: &lt;&lt;, &gt;&gt;</a:t>
            </a:r>
            <a:endParaRPr/>
          </a:p>
          <a:p>
            <a:pPr>
              <a:defRPr/>
            </a:pPr>
            <a:r>
              <a:rPr lang="en-US" sz="2800"/>
              <a:t>Used to input and output user-defined objects.</a:t>
            </a:r>
            <a:endParaRPr/>
          </a:p>
          <a:p>
            <a:pPr>
              <a:defRPr/>
            </a:pPr>
            <a:r>
              <a:rPr lang="en-US" sz="2800"/>
              <a:t>Example: Overloading '&lt;&lt;' to display object details.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620793" name="TextBox 2"/>
          <p:cNvSpPr txBox="1"/>
          <p:nvPr/>
        </p:nvSpPr>
        <p:spPr bwMode="auto">
          <a:xfrm>
            <a:off x="457200" y="152400"/>
            <a:ext cx="4953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sz="1600"/>
              <a:t>#include&lt;iostream&gt;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using namespace std;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class Complex {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int real;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char </a:t>
            </a:r>
            <a:r>
              <a:rPr lang="en-US" sz="1600"/>
              <a:t>imag</a:t>
            </a:r>
            <a:r>
              <a:rPr lang="en-US" sz="1600"/>
              <a:t>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public: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Complex() {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real = 0;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imag</a:t>
            </a:r>
            <a:r>
              <a:rPr lang="en-US" sz="1600"/>
              <a:t> = '</a:t>
            </a:r>
            <a:r>
              <a:rPr lang="en-US" sz="1600"/>
              <a:t>i</a:t>
            </a:r>
            <a:r>
              <a:rPr lang="en-US" sz="1600"/>
              <a:t>';}</a:t>
            </a:r>
            <a:endParaRPr/>
          </a:p>
          <a:p>
            <a:pPr marL="0" indent="0">
              <a:buNone/>
              <a:defRPr/>
            </a:pPr>
            <a:r>
              <a:rPr lang="pt-BR" sz="1600"/>
              <a:t>Complex(int r, char i) : real(r), imag(i) {}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// Overload &gt;&gt; (stream extraction operator) for input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friend </a:t>
            </a:r>
            <a:r>
              <a:rPr lang="en-US" sz="1600"/>
              <a:t>istream</a:t>
            </a:r>
            <a:r>
              <a:rPr lang="en-US" sz="1600"/>
              <a:t>&amp; operator&gt;&gt;(</a:t>
            </a:r>
            <a:r>
              <a:rPr lang="en-US" sz="1600"/>
              <a:t>istream</a:t>
            </a:r>
            <a:r>
              <a:rPr lang="en-US" sz="1600"/>
              <a:t>&amp; in, Complex&amp; c) {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cout</a:t>
            </a:r>
            <a:r>
              <a:rPr lang="en-US" sz="1600"/>
              <a:t> &lt;&lt; "Enter real part: ";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in &gt;&gt; </a:t>
            </a:r>
            <a:r>
              <a:rPr lang="en-US" sz="1600"/>
              <a:t>c.real</a:t>
            </a:r>
            <a:r>
              <a:rPr lang="en-US" sz="1600"/>
              <a:t>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cout</a:t>
            </a:r>
            <a:r>
              <a:rPr lang="en-US" sz="1600"/>
              <a:t> &lt;&lt; "Enter imaginary part: ";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in &gt;&gt; </a:t>
            </a:r>
            <a:r>
              <a:rPr lang="en-US" sz="1600"/>
              <a:t>c.imag</a:t>
            </a:r>
            <a:r>
              <a:rPr lang="en-US" sz="1600"/>
              <a:t>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return in; // Allow chaining}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// Overload &lt;&lt; (stream insertion operator) for output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friend </a:t>
            </a:r>
            <a:r>
              <a:rPr lang="en-US" sz="1600"/>
              <a:t>ostream</a:t>
            </a:r>
            <a:r>
              <a:rPr lang="en-US" sz="1600"/>
              <a:t>&amp; operator&lt;&lt;(</a:t>
            </a:r>
            <a:r>
              <a:rPr lang="en-US" sz="1600"/>
              <a:t>ostream</a:t>
            </a:r>
            <a:r>
              <a:rPr lang="en-US" sz="1600"/>
              <a:t>&amp; out, const Complex&amp; c) {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out &lt;&lt; </a:t>
            </a:r>
            <a:r>
              <a:rPr lang="en-US" sz="1600"/>
              <a:t>c.real</a:t>
            </a:r>
            <a:r>
              <a:rPr lang="en-US" sz="1600"/>
              <a:t> &lt;&lt; </a:t>
            </a:r>
            <a:r>
              <a:rPr lang="en-US" sz="1600"/>
              <a:t>c.imag</a:t>
            </a:r>
            <a:r>
              <a:rPr lang="en-US" sz="1600"/>
              <a:t>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return out; // Allow chaining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}};</a:t>
            </a:r>
            <a:endParaRPr/>
          </a:p>
        </p:txBody>
      </p:sp>
      <p:sp>
        <p:nvSpPr>
          <p:cNvPr id="1795273760" name="TextBox 4"/>
          <p:cNvSpPr txBox="1"/>
          <p:nvPr/>
        </p:nvSpPr>
        <p:spPr bwMode="auto">
          <a:xfrm>
            <a:off x="5434781" y="1524000"/>
            <a:ext cx="60960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en-US" sz="1800"/>
              <a:t>int main()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{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Complex c1, c2(2, '</a:t>
            </a:r>
            <a:r>
              <a:rPr lang="en-US" sz="1800"/>
              <a:t>i</a:t>
            </a:r>
            <a:r>
              <a:rPr lang="en-US" sz="1800"/>
              <a:t>');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cin</a:t>
            </a:r>
            <a:r>
              <a:rPr lang="en-US" sz="1800"/>
              <a:t> &gt;&gt; c1;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cout</a:t>
            </a:r>
            <a:r>
              <a:rPr lang="en-US" sz="1800"/>
              <a:t> &lt;&lt; c1 &lt;&lt;</a:t>
            </a:r>
            <a:r>
              <a:rPr lang="en-US" sz="1800"/>
              <a:t>endl</a:t>
            </a:r>
            <a:r>
              <a:rPr lang="en-US" sz="1800"/>
              <a:t>;</a:t>
            </a:r>
            <a:endParaRPr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cout</a:t>
            </a:r>
            <a:r>
              <a:rPr lang="en-US" sz="1800"/>
              <a:t> &lt;&lt; c2;</a:t>
            </a:r>
            <a:endParaRPr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system("pause");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return 0;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}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BEC37679F04BBE82B47BF8706106" ma:contentTypeVersion="13" ma:contentTypeDescription="Create a new document." ma:contentTypeScope="" ma:versionID="e72a7b8ce3551530e982db1181450818">
  <xsd:schema xmlns:xsd="http://www.w3.org/2001/XMLSchema" xmlns:xs="http://www.w3.org/2001/XMLSchema" xmlns:p="http://schemas.microsoft.com/office/2006/metadata/properties" xmlns:ns1="http://schemas.microsoft.com/sharepoint/v3" xmlns:ns3="db90e87a-34a8-49d5-9137-035b9086fbd0" targetNamespace="http://schemas.microsoft.com/office/2006/metadata/properties" ma:root="true" ma:fieldsID="8d05cb087941a85f6fbde4285e1b37a0" ns1:_="" ns3:_="">
    <xsd:import namespace="http://schemas.microsoft.com/sharepoint/v3"/>
    <xsd:import namespace="db90e87a-34a8-49d5-9137-035b9086fbd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0e87a-34a8-49d5-9137-035b9086fb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7899EF-C187-4B3D-8F93-A76F7D1143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FCE2D2-CD97-4C7E-B5EA-CF2C8C75AF26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www.w3.org/XML/1998/namespace"/>
    <ds:schemaRef ds:uri="http://schemas.microsoft.com/sharepoint/v3"/>
    <ds:schemaRef ds:uri="http://purl.org/dc/dcmitype/"/>
    <ds:schemaRef ds:uri="http://schemas.openxmlformats.org/package/2006/metadata/core-properties"/>
    <ds:schemaRef ds:uri="db90e87a-34a8-49d5-9137-035b9086fbd0"/>
    <ds:schemaRef ds:uri="http://purl.org/dc/term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04207D41-EFCA-47CD-AA38-C7391FBB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b90e87a-34a8-49d5-9137-035b9086fb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ONLYOFFICE/9.0.4.50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computer programming</dc:title>
  <dc:creator>Zupash Awais BULC</dc:creator>
  <cp:lastModifiedBy/>
  <cp:revision>9</cp:revision>
  <dcterms:created xsi:type="dcterms:W3CDTF">2023-08-27T20:19:32Z</dcterms:created>
  <dcterms:modified xsi:type="dcterms:W3CDTF">2026-01-09T03:30:27Z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2023-08-27T00:00:00Z</vt:filetime>
  </property>
  <property fmtid="{D5CDD505-2E9C-101B-9397-08002B2CF9AE}" pid="5" name="ContentTypeId">
    <vt:lpwstr>0x0101009E1FBEC37679F04BBE82B47BF8706106</vt:lpwstr>
  </property>
</Properties>
</file>