
<file path=[Content_Types].xml><?xml version="1.0" encoding="utf-8"?>
<Types xmlns="http://schemas.openxmlformats.org/package/2006/content-types">
  <Default Extension="xml" ContentType="application/xml"/>
  <Default Extension="jpg" ContentType="image/jpeg"/>
  <Default Extension="gif" ContentType="image/gif"/>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43.xml" ContentType="application/vnd.openxmlformats-officedocument.presentationml.notesSlide+xml"/>
  <Override PartName="/ppt/notesSlides/notesSlide41.xml" ContentType="application/vnd.openxmlformats-officedocument.presentationml.notesSlide+xml"/>
  <Override PartName="/ppt/notesSlides/notesSlide40.xml" ContentType="application/vnd.openxmlformats-officedocument.presentationml.notesSlide+xml"/>
  <Override PartName="/ppt/notesSlides/notesSlide45.xml" ContentType="application/vnd.openxmlformats-officedocument.presentationml.notesSlide+xml"/>
  <Override PartName="/ppt/notesSlides/notesSlide39.xml" ContentType="application/vnd.openxmlformats-officedocument.presentationml.notesSlide+xml"/>
  <Override PartName="/ppt/notesSlides/notesSlide38.xml" ContentType="application/vnd.openxmlformats-officedocument.presentationml.notesSlide+xml"/>
  <Override PartName="/ppt/notesSlides/notesSlide36.xml" ContentType="application/vnd.openxmlformats-officedocument.presentationml.notesSlide+xml"/>
  <Override PartName="/ppt/notesSlides/notesSlide35.xml" ContentType="application/vnd.openxmlformats-officedocument.presentationml.notesSlide+xml"/>
  <Override PartName="/ppt/notesSlides/notesSlide34.xml" ContentType="application/vnd.openxmlformats-officedocument.presentationml.notesSlide+xml"/>
  <Override PartName="/ppt/notesSlides/notesSlide32.xml" ContentType="application/vnd.openxmlformats-officedocument.presentationml.notesSlide+xml"/>
  <Override PartName="/ppt/notesSlides/notesSlide31.xml" ContentType="application/vnd.openxmlformats-officedocument.presentationml.notesSlide+xml"/>
  <Override PartName="/ppt/notesSlides/notesSlide29.xml" ContentType="application/vnd.openxmlformats-officedocument.presentationml.notesSlide+xml"/>
  <Override PartName="/ppt/slides/slide23.xml" ContentType="application/vnd.openxmlformats-officedocument.presentationml.slide+xml"/>
  <Override PartName="/ppt/notesSlides/notesSlide30.xml" ContentType="application/vnd.openxmlformats-officedocument.presentationml.notesSlide+xml"/>
  <Override PartName="/ppt/slides/slide22.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slide2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notesSlides/notesSlide28.xml" ContentType="application/vnd.openxmlformats-officedocument.presentationml.notesSlide+xml"/>
  <Override PartName="/ppt/slideLayouts/slideLayout7.xml" ContentType="application/vnd.openxmlformats-officedocument.presentationml.slideLayout+xml"/>
  <Override PartName="/ppt/slides/slide29.xml" ContentType="application/vnd.openxmlformats-officedocument.presentationml.slide+xml"/>
  <Override PartName="/ppt/slides/slide38.xml" ContentType="application/vnd.openxmlformats-officedocument.presentationml.slide+xml"/>
  <Override PartName="/ppt/slides/slide28.xml" ContentType="application/vnd.openxmlformats-officedocument.presentationml.slide+xml"/>
  <Override PartName="/ppt/notesSlides/notesSlide13.xml" ContentType="application/vnd.openxmlformats-officedocument.presentationml.notesSlide+xml"/>
  <Override PartName="/ppt/slides/slide43.xml" ContentType="application/vnd.openxmlformats-officedocument.presentationml.slide+xml"/>
  <Override PartName="/ppt/notesSlides/notesSlide46.xml" ContentType="application/vnd.openxmlformats-officedocument.presentationml.notesSlide+xml"/>
  <Override PartName="/ppt/slides/slide19.xml" ContentType="application/vnd.openxmlformats-officedocument.presentationml.slide+xml"/>
  <Override PartName="/ppt/slides/slide4.xml" ContentType="application/vnd.openxmlformats-officedocument.presentationml.slide+xml"/>
  <Override PartName="/ppt/notesSlides/notesSlide6.xml" ContentType="application/vnd.openxmlformats-officedocument.presentationml.notesSlide+xml"/>
  <Override PartName="/ppt/slides/slide2.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slides/slide6.xml" ContentType="application/vnd.openxmlformats-officedocument.presentationml.slide+xml"/>
  <Override PartName="/ppt/slides/slide10.xml" ContentType="application/vnd.openxmlformats-officedocument.presentationml.slide+xml"/>
  <Override PartName="/ppt/notesSlides/notesSlide11.xml" ContentType="application/vnd.openxmlformats-officedocument.presentationml.notesSlide+xml"/>
  <Override PartName="/docProps/core.xml" ContentType="application/vnd.openxmlformats-package.core-properties+xml"/>
  <Override PartName="/ppt/slideLayouts/slideLayout8.xml" ContentType="application/vnd.openxmlformats-officedocument.presentationml.slideLayout+xml"/>
  <Override PartName="/ppt/slides/slide20.xml" ContentType="application/vnd.openxmlformats-officedocument.presentationml.slide+xml"/>
  <Override PartName="/ppt/slides/slide47.xml" ContentType="application/vnd.openxmlformats-officedocument.presentationml.slide+xml"/>
  <Override PartName="/ppt/slideLayouts/slideLayout6.xml" ContentType="application/vnd.openxmlformats-officedocument.presentationml.slideLayout+xml"/>
  <Override PartName="/ppt/slideLayouts/slideLayout2.xml" ContentType="application/vnd.openxmlformats-officedocument.presentationml.slideLayout+xml"/>
  <Override PartName="/ppt/slides/slide32.xml" ContentType="application/vnd.openxmlformats-officedocument.presentationml.slide+xml"/>
  <Override PartName="/ppt/slides/slide8.xml" ContentType="application/vnd.openxmlformats-officedocument.presentationml.slide+xml"/>
  <Override PartName="/ppt/notesSlides/notesSlide37.xml" ContentType="application/vnd.openxmlformats-officedocument.presentationml.notesSlide+xml"/>
  <Override PartName="/ppt/notesSlides/notesSlide7.xml" ContentType="application/vnd.openxmlformats-officedocument.presentationml.notesSlide+xml"/>
  <Override PartName="/ppt/viewProps.xml" ContentType="application/vnd.openxmlformats-officedocument.presentationml.viewProps+xml"/>
  <Override PartName="/ppt/slides/slide17.xml" ContentType="application/vnd.openxmlformats-officedocument.presentationml.slide+xml"/>
  <Override PartName="/docProps/app.xml" ContentType="application/vnd.openxmlformats-officedocument.extended-properties+xml"/>
  <Override PartName="/ppt/tableStyles.xml" ContentType="application/vnd.openxmlformats-officedocument.presentationml.tableStyles+xml"/>
  <Override PartName="/ppt/notesSlides/notesSlide4.xml" ContentType="application/vnd.openxmlformats-officedocument.presentationml.notesSlide+xml"/>
  <Override PartName="/ppt/slides/slide7.xml" ContentType="application/vnd.openxmlformats-officedocument.presentationml.slide+xml"/>
  <Override PartName="/ppt/slides/slide41.xml" ContentType="application/vnd.openxmlformats-officedocument.presentationml.slide+xml"/>
  <Override PartName="/ppt/slideLayouts/slideLayout5.xml" ContentType="application/vnd.openxmlformats-officedocument.presentationml.slideLayout+xml"/>
  <Override PartName="/ppt/slides/slide12.xml" ContentType="application/vnd.openxmlformats-officedocument.presentationml.slide+xml"/>
  <Override PartName="/ppt/slideLayouts/slideLayout1.xml" ContentType="application/vnd.openxmlformats-officedocument.presentationml.slideLayout+xml"/>
  <Override PartName="/ppt/notesSlides/notesSlide10.xml" ContentType="application/vnd.openxmlformats-officedocument.presentationml.notesSlide+xml"/>
  <Override PartName="/ppt/notesSlides/notesSlide20.xml" ContentType="application/vnd.openxmlformats-officedocument.presentationml.notesSlide+xml"/>
  <Override PartName="/ppt/slideLayouts/slideLayout4.xml" ContentType="application/vnd.openxmlformats-officedocument.presentationml.slideLayout+xml"/>
  <Override PartName="/ppt/notesSlides/notesSlide22.xml" ContentType="application/vnd.openxmlformats-officedocument.presentationml.notesSlide+xml"/>
  <Override PartName="/ppt/slides/slide3.xml" ContentType="application/vnd.openxmlformats-officedocument.presentationml.slide+xml"/>
  <Override PartName="/ppt/theme/theme1.xml" ContentType="application/vnd.openxmlformats-officedocument.theme+xml"/>
  <Override PartName="/ppt/notesSlides/notesSlide15.xml" ContentType="application/vnd.openxmlformats-officedocument.presentationml.notesSlide+xml"/>
  <Override PartName="/ppt/slides/slide13.xml" ContentType="application/vnd.openxmlformats-officedocument.presentationml.slide+xml"/>
  <Override PartName="/ppt/slideLayouts/slideLayout9.xml" ContentType="application/vnd.openxmlformats-officedocument.presentationml.slideLayout+xml"/>
  <Override PartName="/ppt/slides/slide1.xml" ContentType="application/vnd.openxmlformats-officedocument.presentationml.slide+xml"/>
  <Override PartName="/ppt/slides/slide25.xml" ContentType="application/vnd.openxmlformats-officedocument.presentationml.slide+xml"/>
  <Override PartName="/ppt/notesSlides/notesSlide42.xml" ContentType="application/vnd.openxmlformats-officedocument.presentationml.notesSlide+xml"/>
  <Override PartName="/ppt/notesSlides/notesSlide14.xml" ContentType="application/vnd.openxmlformats-officedocument.presentationml.notesSlide+xml"/>
  <Override PartName="/ppt/notesSlides/notesSlide21.xml" ContentType="application/vnd.openxmlformats-officedocument.presentationml.notesSlide+xml"/>
  <Override PartName="/ppt/slideLayouts/slideLayout3.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s/slide26.xml" ContentType="application/vnd.openxmlformats-officedocument.presentationml.slide+xml"/>
  <Override PartName="/ppt/theme/theme2.xml" ContentType="application/vnd.openxmlformats-officedocument.theme+xml"/>
  <Override PartName="/ppt/slides/slide30.xml" ContentType="application/vnd.openxmlformats-officedocument.presentationml.slide+xml"/>
  <Override PartName="/ppt/slides/slide31.xml" ContentType="application/vnd.openxmlformats-officedocument.presentationml.slide+xml"/>
  <Override PartName="/ppt/slides/slide33.xml" ContentType="application/vnd.openxmlformats-officedocument.presentationml.slide+xml"/>
  <Override PartName="/ppt/slides/slide24.xml" ContentType="application/vnd.openxmlformats-officedocument.presentationml.slide+xml"/>
  <Override PartName="/ppt/slides/slide40.xml" ContentType="application/vnd.openxmlformats-officedocument.presentationml.slide+xml"/>
  <Override PartName="/ppt/notesSlides/notesSlide47.xml" ContentType="application/vnd.openxmlformats-officedocument.presentationml.notesSlide+xml"/>
  <Override PartName="/ppt/slides/slide34.xml" ContentType="application/vnd.openxmlformats-officedocument.presentationml.slide+xml"/>
  <Override PartName="/ppt/slides/slide35.xml" ContentType="application/vnd.openxmlformats-officedocument.presentationml.slide+xml"/>
  <Override PartName="/ppt/notesSlides/notesSlide33.xml" ContentType="application/vnd.openxmlformats-officedocument.presentationml.notesSlide+xml"/>
  <Override PartName="/ppt/notesSlides/notesSlide8.xml" ContentType="application/vnd.openxmlformats-officedocument.presentationml.notesSlide+xml"/>
  <Override PartName="/ppt/slides/slide36.xml" ContentType="application/vnd.openxmlformats-officedocument.presentationml.slide+xml"/>
  <Override PartName="/ppt/slides/slide37.xml" ContentType="application/vnd.openxmlformats-officedocument.presentationml.slide+xml"/>
  <Override PartName="/ppt/slides/slide39.xml" ContentType="application/vnd.openxmlformats-officedocument.presentationml.slide+xml"/>
  <Override PartName="/ppt/presentation.xml" ContentType="application/vnd.openxmlformats-officedocument.presentationml.presentation.main+xml"/>
  <Override PartName="/ppt/slides/slide42.xml" ContentType="application/vnd.openxmlformats-officedocument.presentationml.slide+xml"/>
  <Override PartName="/ppt/slides/slide44.xml" ContentType="application/vnd.openxmlformats-officedocument.presentationml.slide+xml"/>
  <Override PartName="/ppt/notesSlides/notesSlide48.xml" ContentType="application/vnd.openxmlformats-officedocument.presentationml.notesSlide+xml"/>
  <Override PartName="/ppt/slides/slide45.xml" ContentType="application/vnd.openxmlformats-officedocument.presentationml.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46.xml" ContentType="application/vnd.openxmlformats-officedocument.presentationml.slide+xml"/>
  <Override PartName="/ppt/slides/slide48.xml" ContentType="application/vnd.openxmlformats-officedocument.presentationml.slide+xml"/>
  <Override PartName="/ppt/notesSlides/notesSlide26.xml" ContentType="application/vnd.openxmlformats-officedocument.presentationml.notesSlide+xml"/>
  <Override PartName="/ppt/notesSlides/notesSlide1.xml" ContentType="application/vnd.openxmlformats-officedocument.presentationml.notesSlide+xml"/>
  <Override PartName="/ppt/slides/slide5.xml" ContentType="application/vnd.openxmlformats-officedocument.presentationml.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44.xml" ContentType="application/vnd.openxmlformats-officedocument.presentationml.notesSlide+xml"/>
  <Override PartName="/ppt/slides/slide9.xml" ContentType="application/vnd.openxmlformats-officedocument.presentationml.slide+xml"/>
  <Override PartName="/ppt/notesSlides/notesSlide2.xml" ContentType="application/vnd.openxmlformats-officedocument.presentationml.notesSlide+xml"/>
  <Override PartName="/ppt/notesSlides/notesSlide9.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5.xml" ContentType="application/vnd.openxmlformats-officedocument.presentationml.notesSlide+xml"/>
  <Override PartName="/ppt/presProps.xml" ContentType="application/vnd.openxmlformats-officedocument.presentationml.presProps+xml"/>
  <Override PartName="/ppt/slides/slide21.xml" ContentType="application/vnd.openxmlformats-officedocument.presentationml.slide+xml"/>
  <Override PartName="/ppt/notesSlides/notesSlide27.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52"/>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Lst>
  <p:sldSz cx="9144000" cy="6858000" type="screen4x3"/>
  <p:notesSz cx="6881813" cy="9296400"/>
  <p:defaultText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fill>
          <a:solidFill>
            <a:schemeClr val="accent1">
              <a:tint val="40000"/>
            </a:schemeClr>
          </a:solidFill>
        </a:fill>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77" d="100"/>
          <a:sy n="77" d="100"/>
        </p:scale>
        <p:origin x="1651" y="72"/>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notesMaster" Target="notesMasters/notesMaster1.xml"/><Relationship Id="rId53" Type="http://schemas.openxmlformats.org/officeDocument/2006/relationships/presProps" Target="presProps.xml" /><Relationship Id="rId54" Type="http://schemas.openxmlformats.org/officeDocument/2006/relationships/tableStyles" Target="tableStyles.xml" /><Relationship Id="rId55"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51255540" name="Header Placeholder 1"/>
          <p:cNvSpPr>
            <a:spLocks noGrp="1"/>
          </p:cNvSpPr>
          <p:nvPr>
            <p:ph type="hdr" sz="quarter"/>
          </p:nvPr>
        </p:nvSpPr>
        <p:spPr bwMode="auto">
          <a:xfrm>
            <a:off x="0" y="0"/>
            <a:ext cx="2982119" cy="464820"/>
          </a:xfrm>
          <a:prstGeom prst="rect">
            <a:avLst/>
          </a:prstGeom>
        </p:spPr>
        <p:txBody>
          <a:bodyPr vert="horz" lIns="92446" tIns="46223" rIns="92446" bIns="46223" rtlCol="0"/>
          <a:lstStyle>
            <a:lvl1pPr algn="l">
              <a:defRPr sz="1200"/>
            </a:lvl1pPr>
          </a:lstStyle>
          <a:p>
            <a:pPr>
              <a:defRPr/>
            </a:pPr>
            <a:endParaRPr lang="en-US"/>
          </a:p>
        </p:txBody>
      </p:sp>
      <p:sp>
        <p:nvSpPr>
          <p:cNvPr id="1174752980" name="Date Placeholder 2"/>
          <p:cNvSpPr>
            <a:spLocks noGrp="1"/>
          </p:cNvSpPr>
          <p:nvPr>
            <p:ph type="dt" idx="1"/>
          </p:nvPr>
        </p:nvSpPr>
        <p:spPr bwMode="auto">
          <a:xfrm>
            <a:off x="3898102" y="0"/>
            <a:ext cx="2982119" cy="464820"/>
          </a:xfrm>
          <a:prstGeom prst="rect">
            <a:avLst/>
          </a:prstGeom>
        </p:spPr>
        <p:txBody>
          <a:bodyPr vert="horz" lIns="92446" tIns="46223" rIns="92446" bIns="46223" rtlCol="0"/>
          <a:lstStyle>
            <a:lvl1pPr algn="r">
              <a:defRPr sz="1200"/>
            </a:lvl1pPr>
          </a:lstStyle>
          <a:p>
            <a:pPr>
              <a:defRPr/>
            </a:pPr>
            <a:fld id="{21A39F66-701D-4B20-B4B8-BEC41A15BC97}" type="datetimeFigureOut">
              <a:rPr lang="en-US"/>
              <a:t>3/13/2023</a:t>
            </a:fld>
            <a:endParaRPr lang="en-US"/>
          </a:p>
        </p:txBody>
      </p:sp>
      <p:sp>
        <p:nvSpPr>
          <p:cNvPr id="728065028" name="Slide Image Placeholder 3"/>
          <p:cNvSpPr>
            <a:spLocks noChangeAspect="1" noGrp="1" noRot="1"/>
          </p:cNvSpPr>
          <p:nvPr>
            <p:ph type="sldImg" idx="2"/>
          </p:nvPr>
        </p:nvSpPr>
        <p:spPr bwMode="auto">
          <a:xfrm>
            <a:off x="1117600" y="696913"/>
            <a:ext cx="4648200" cy="3486150"/>
          </a:xfrm>
          <a:prstGeom prst="rect">
            <a:avLst/>
          </a:prstGeom>
          <a:noFill/>
          <a:ln w="12700">
            <a:solidFill>
              <a:prstClr val="black"/>
            </a:solidFill>
          </a:ln>
        </p:spPr>
        <p:txBody>
          <a:bodyPr vert="horz" lIns="92446" tIns="46223" rIns="92446" bIns="46223" rtlCol="0" anchor="ctr"/>
          <a:lstStyle/>
          <a:p>
            <a:pPr>
              <a:defRPr/>
            </a:pPr>
            <a:endParaRPr lang="en-US"/>
          </a:p>
        </p:txBody>
      </p:sp>
      <p:sp>
        <p:nvSpPr>
          <p:cNvPr id="1883283934" name="Notes Placeholder 4"/>
          <p:cNvSpPr>
            <a:spLocks noGrp="1"/>
          </p:cNvSpPr>
          <p:nvPr>
            <p:ph type="body" sz="quarter" idx="3"/>
          </p:nvPr>
        </p:nvSpPr>
        <p:spPr bwMode="auto">
          <a:xfrm>
            <a:off x="688182" y="4415790"/>
            <a:ext cx="5505450" cy="4183380"/>
          </a:xfrm>
          <a:prstGeom prst="rect">
            <a:avLst/>
          </a:prstGeom>
        </p:spPr>
        <p:txBody>
          <a:bodyPr vert="horz" lIns="92446" tIns="46223" rIns="92446" bIns="46223"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751943538" name="Footer Placeholder 5"/>
          <p:cNvSpPr>
            <a:spLocks noGrp="1"/>
          </p:cNvSpPr>
          <p:nvPr>
            <p:ph type="ftr" sz="quarter" idx="4"/>
          </p:nvPr>
        </p:nvSpPr>
        <p:spPr bwMode="auto">
          <a:xfrm>
            <a:off x="0" y="8829967"/>
            <a:ext cx="2982119" cy="464820"/>
          </a:xfrm>
          <a:prstGeom prst="rect">
            <a:avLst/>
          </a:prstGeom>
        </p:spPr>
        <p:txBody>
          <a:bodyPr vert="horz" lIns="92446" tIns="46223" rIns="92446" bIns="46223" rtlCol="0" anchor="b"/>
          <a:lstStyle>
            <a:lvl1pPr algn="l">
              <a:defRPr sz="1200"/>
            </a:lvl1pPr>
          </a:lstStyle>
          <a:p>
            <a:pPr>
              <a:defRPr/>
            </a:pPr>
            <a:endParaRPr lang="en-US"/>
          </a:p>
        </p:txBody>
      </p:sp>
      <p:sp>
        <p:nvSpPr>
          <p:cNvPr id="200021583" name="Slide Number Placeholder 6"/>
          <p:cNvSpPr>
            <a:spLocks noGrp="1"/>
          </p:cNvSpPr>
          <p:nvPr>
            <p:ph type="sldNum" sz="quarter" idx="5"/>
          </p:nvPr>
        </p:nvSpPr>
        <p:spPr bwMode="auto">
          <a:xfrm>
            <a:off x="3898102" y="8829967"/>
            <a:ext cx="2982119" cy="464820"/>
          </a:xfrm>
          <a:prstGeom prst="rect">
            <a:avLst/>
          </a:prstGeom>
        </p:spPr>
        <p:txBody>
          <a:bodyPr vert="horz" lIns="92446" tIns="46223" rIns="92446" bIns="46223" rtlCol="0" anchor="b"/>
          <a:lstStyle>
            <a:lvl1pPr algn="r">
              <a:defRPr sz="1200"/>
            </a:lvl1pPr>
          </a:lstStyle>
          <a:p>
            <a:pPr>
              <a:defRPr/>
            </a:pPr>
            <a:fld id="{4596C98F-CDC5-4780-A59B-C986827A661C}"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46C0474-4897-6404-4418-C803FCE2A4FC}"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C36C462-5105-1C3A-DC89-7E430390E33C}"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FFFCF63-4782-C23E-8E5C-CE8F2FAF5881}"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22400435" name="Slide Image Placeholder 1"/>
          <p:cNvSpPr>
            <a:spLocks noChangeAspect="1" noGrp="1" noRot="1"/>
          </p:cNvSpPr>
          <p:nvPr>
            <p:ph type="sldImg"/>
          </p:nvPr>
        </p:nvSpPr>
        <p:spPr bwMode="auto"/>
      </p:sp>
      <p:sp>
        <p:nvSpPr>
          <p:cNvPr id="1450098180" name="Notes Placeholder 2"/>
          <p:cNvSpPr>
            <a:spLocks noGrp="1"/>
          </p:cNvSpPr>
          <p:nvPr>
            <p:ph type="body" idx="1"/>
          </p:nvPr>
        </p:nvSpPr>
        <p:spPr bwMode="auto"/>
        <p:txBody>
          <a:bodyPr/>
          <a:lstStyle/>
          <a:p>
            <a:pPr>
              <a:defRPr/>
            </a:pPr>
            <a:endParaRPr lang="en-US"/>
          </a:p>
        </p:txBody>
      </p:sp>
      <p:sp>
        <p:nvSpPr>
          <p:cNvPr id="1520593354" name="Slide Number Placeholder 3"/>
          <p:cNvSpPr>
            <a:spLocks noGrp="1"/>
          </p:cNvSpPr>
          <p:nvPr>
            <p:ph type="sldNum" sz="quarter" idx="10"/>
          </p:nvPr>
        </p:nvSpPr>
        <p:spPr bwMode="auto"/>
        <p:txBody>
          <a:bodyPr/>
          <a:lstStyle/>
          <a:p>
            <a:pPr>
              <a:defRPr/>
            </a:pPr>
            <a:fld id="{4596C98F-CDC5-4780-A59B-C986827A661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32007629" name="Slide Image Placeholder 1"/>
          <p:cNvSpPr>
            <a:spLocks noChangeAspect="1" noGrp="1" noRot="1"/>
          </p:cNvSpPr>
          <p:nvPr>
            <p:ph type="sldImg"/>
          </p:nvPr>
        </p:nvSpPr>
        <p:spPr bwMode="auto"/>
      </p:sp>
      <p:sp>
        <p:nvSpPr>
          <p:cNvPr id="68590600" name="Notes Placeholder 2"/>
          <p:cNvSpPr>
            <a:spLocks noGrp="1"/>
          </p:cNvSpPr>
          <p:nvPr>
            <p:ph type="body" idx="1"/>
          </p:nvPr>
        </p:nvSpPr>
        <p:spPr bwMode="auto"/>
        <p:txBody>
          <a:bodyPr/>
          <a:lstStyle/>
          <a:p>
            <a:pPr>
              <a:defRPr/>
            </a:pPr>
            <a:endParaRPr lang="en-US"/>
          </a:p>
        </p:txBody>
      </p:sp>
      <p:sp>
        <p:nvSpPr>
          <p:cNvPr id="1166907875" name="Slide Number Placeholder 3"/>
          <p:cNvSpPr>
            <a:spLocks noGrp="1"/>
          </p:cNvSpPr>
          <p:nvPr>
            <p:ph type="sldNum" sz="quarter" idx="10"/>
          </p:nvPr>
        </p:nvSpPr>
        <p:spPr bwMode="auto"/>
        <p:txBody>
          <a:bodyPr/>
          <a:lstStyle/>
          <a:p>
            <a:pPr>
              <a:defRPr/>
            </a:pPr>
            <a:fld id="{E5774765-95C9-4802-9425-9E5499FB18DF}"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837915A-D06A-8BEF-7543-0B033A982676}"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C8A989E-84BA-4160-9066-0CE371E83271}"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54029178" name="Slide Image Placeholder 1"/>
          <p:cNvSpPr>
            <a:spLocks noChangeAspect="1" noGrp="1" noRot="1"/>
          </p:cNvSpPr>
          <p:nvPr>
            <p:ph type="sldImg"/>
          </p:nvPr>
        </p:nvSpPr>
        <p:spPr bwMode="auto"/>
      </p:sp>
      <p:sp>
        <p:nvSpPr>
          <p:cNvPr id="1341911376" name="Notes Placeholder 2"/>
          <p:cNvSpPr>
            <a:spLocks noGrp="1"/>
          </p:cNvSpPr>
          <p:nvPr>
            <p:ph type="body" idx="1"/>
          </p:nvPr>
        </p:nvSpPr>
        <p:spPr bwMode="auto"/>
        <p:txBody>
          <a:bodyPr/>
          <a:lstStyle/>
          <a:p>
            <a:pPr>
              <a:defRPr/>
            </a:pPr>
            <a:endParaRPr lang="en-US"/>
          </a:p>
        </p:txBody>
      </p:sp>
      <p:sp>
        <p:nvSpPr>
          <p:cNvPr id="151967271" name="Slide Number Placeholder 3"/>
          <p:cNvSpPr>
            <a:spLocks noGrp="1"/>
          </p:cNvSpPr>
          <p:nvPr>
            <p:ph type="sldNum" sz="quarter" idx="10"/>
          </p:nvPr>
        </p:nvSpPr>
        <p:spPr bwMode="auto"/>
        <p:txBody>
          <a:bodyPr/>
          <a:lstStyle/>
          <a:p>
            <a:pPr>
              <a:defRPr/>
            </a:pPr>
            <a:fld id="{4596C98F-CDC5-4780-A59B-C986827A661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D0E97F0-7FB2-523C-D164-4C9D2FAC51F4}"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D16A6FB-1B3E-B6D2-9D3A-A9BFBAEFC0B4}"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0DB43DB-B4EA-9E47-A773-F690AF7CEBFD}"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958FF52-701E-61B9-919D-51835896B4D8}"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F11903F-6FB0-D882-FDEE-EBBED526DB63}"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F3E4A3E-E036-7700-80DF-B81ADAF43703}"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F6C80C6-3401-9D80-4B49-05B745FE0DD6}"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75C14A9-F489-42BA-7470-569272E8B5F9}"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32C9ED6-6741-5F32-1F8F-580DE6DFDE8C}"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D525836-0F8B-479E-C2C9-8309F54902BE}"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F72AA08-8F1E-E750-FFA4-93AD5AC24606}"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C2AED8E-238B-C528-31BC-D94BB6D64185}" type="slidenum">
              <a:rPr/>
              <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2503A5D-6AEB-E0D8-D45F-E5EAB7B2E6BA}" type="slidenum">
              <a:rPr/>
              <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B766BF7-5C1B-E092-6643-4485DE8C2965}" type="slidenum">
              <a:rPr/>
              <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7000D95-83AE-8B6F-F29E-E3912605048E}" type="slidenum">
              <a:rPr/>
              <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FC6DAFF-1B39-210C-79E7-73F38822EE00}" type="slidenum">
              <a:rPr/>
              <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62354961" name="Slide Image Placeholder 1"/>
          <p:cNvSpPr>
            <a:spLocks noChangeAspect="1" noGrp="1" noRot="1"/>
          </p:cNvSpPr>
          <p:nvPr>
            <p:ph type="sldImg"/>
          </p:nvPr>
        </p:nvSpPr>
        <p:spPr bwMode="auto"/>
      </p:sp>
      <p:sp>
        <p:nvSpPr>
          <p:cNvPr id="1481066785" name="Notes Placeholder 2"/>
          <p:cNvSpPr>
            <a:spLocks noGrp="1"/>
          </p:cNvSpPr>
          <p:nvPr>
            <p:ph type="body" idx="1"/>
          </p:nvPr>
        </p:nvSpPr>
        <p:spPr bwMode="auto"/>
        <p:txBody>
          <a:bodyPr/>
          <a:lstStyle/>
          <a:p>
            <a:pPr>
              <a:defRPr/>
            </a:pPr>
            <a:endParaRPr lang="en-US"/>
          </a:p>
        </p:txBody>
      </p:sp>
      <p:sp>
        <p:nvSpPr>
          <p:cNvPr id="294444256" name="Slide Number Placeholder 3"/>
          <p:cNvSpPr>
            <a:spLocks noGrp="1"/>
          </p:cNvSpPr>
          <p:nvPr>
            <p:ph type="sldNum" sz="quarter" idx="10"/>
          </p:nvPr>
        </p:nvSpPr>
        <p:spPr bwMode="auto"/>
        <p:txBody>
          <a:bodyPr/>
          <a:lstStyle/>
          <a:p>
            <a:pPr>
              <a:defRPr/>
            </a:pPr>
            <a:fld id="{4596C98F-CDC5-4780-A59B-C986827A661C}" type="slidenum">
              <a:rPr lang="en-US"/>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E5AADDE-FD0C-E84A-B167-08019022A7FE}" type="slidenum">
              <a:rPr/>
              <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203C3DA-E214-5A36-3809-B33CAFD2C6DB}" type="slidenum">
              <a:rPr/>
              <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D920B89-7E16-4AD9-06B7-1279A759879C}" type="slidenum">
              <a:rPr/>
              <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28E6B66-4C59-53A6-F29C-E290BD8D584A}" type="slidenum">
              <a:rPr/>
              <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DA55537-671A-D3A4-DDDC-B81F94AA6D60}" type="slidenum">
              <a:rPr/>
              <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38657278" name="Slide Image Placeholder 1"/>
          <p:cNvSpPr>
            <a:spLocks noChangeAspect="1" noGrp="1" noRot="1"/>
          </p:cNvSpPr>
          <p:nvPr>
            <p:ph type="sldImg"/>
          </p:nvPr>
        </p:nvSpPr>
        <p:spPr bwMode="auto"/>
      </p:sp>
      <p:sp>
        <p:nvSpPr>
          <p:cNvPr id="1233917084" name="Notes Placeholder 2"/>
          <p:cNvSpPr>
            <a:spLocks noGrp="1"/>
          </p:cNvSpPr>
          <p:nvPr>
            <p:ph type="body" idx="1"/>
          </p:nvPr>
        </p:nvSpPr>
        <p:spPr bwMode="auto"/>
        <p:txBody>
          <a:bodyPr/>
          <a:lstStyle/>
          <a:p>
            <a:pPr>
              <a:defRPr/>
            </a:pPr>
            <a:endParaRPr lang="en-US"/>
          </a:p>
        </p:txBody>
      </p:sp>
      <p:sp>
        <p:nvSpPr>
          <p:cNvPr id="170301518" name="Slide Number Placeholder 3"/>
          <p:cNvSpPr>
            <a:spLocks noGrp="1"/>
          </p:cNvSpPr>
          <p:nvPr>
            <p:ph type="sldNum" sz="quarter" idx="10"/>
          </p:nvPr>
        </p:nvSpPr>
        <p:spPr bwMode="auto"/>
        <p:txBody>
          <a:bodyPr/>
          <a:lstStyle/>
          <a:p>
            <a:pPr>
              <a:defRPr/>
            </a:pPr>
            <a:fld id="{4596C98F-CDC5-4780-A59B-C986827A661C}" type="slidenum">
              <a:rPr lang="en-US"/>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CC60C12-9FE8-CF8C-91D1-977FB3CE367A}" type="slidenum">
              <a:rPr/>
              <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E0FABB7-E561-7148-A6B7-1A803B7FB5E4}" type="slidenum">
              <a:rPr/>
              <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EE7267C-5405-2F3D-689E-E802BF31E25E}" type="slidenum">
              <a:rPr/>
              <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71DC686-132B-389D-C1C0-02997D94DC61}" type="slidenum">
              <a:rPr/>
              <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682E293-094E-0926-E516-91767EEDBDE6}" type="slidenum">
              <a:rPr/>
              <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A11D30F-E08D-17ED-8E8B-A0CA0497AFF2}" type="slidenum">
              <a:rPr/>
              <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C717D7E-0107-B77D-34EF-4AD1D7DEFF4A}" type="slidenum">
              <a:rPr/>
              <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6763037-3F03-3CD0-A603-46A115BB73BD}" type="slidenum">
              <a:rPr/>
              <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9AE8173-6146-8F29-76CA-D172F7EBE675}" type="slidenum">
              <a:rPr/>
              <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0BEECE9-324C-89AF-723F-A4E06D8686E7}" type="slidenum">
              <a:rPr/>
              <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E928444-5BBC-8735-7F8F-3EA527E22BD8}" type="slidenum">
              <a:rPr/>
              <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C777CBF-5030-F849-D067-860CFAAF09F1}" type="slidenum">
              <a:rPr/>
              <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63198359" name="Slide Image Placeholder 1"/>
          <p:cNvSpPr>
            <a:spLocks noChangeAspect="1" noGrp="1" noRot="1"/>
          </p:cNvSpPr>
          <p:nvPr>
            <p:ph type="sldImg"/>
          </p:nvPr>
        </p:nvSpPr>
        <p:spPr bwMode="auto"/>
      </p:sp>
      <p:sp>
        <p:nvSpPr>
          <p:cNvPr id="1614315134" name="Notes Placeholder 2"/>
          <p:cNvSpPr>
            <a:spLocks noGrp="1"/>
          </p:cNvSpPr>
          <p:nvPr>
            <p:ph type="body" idx="1"/>
          </p:nvPr>
        </p:nvSpPr>
        <p:spPr bwMode="auto"/>
        <p:txBody>
          <a:bodyPr/>
          <a:lstStyle/>
          <a:p>
            <a:pPr>
              <a:defRPr/>
            </a:pPr>
            <a:r>
              <a:rPr lang="en-US" sz="1200" b="0" i="0">
                <a:solidFill>
                  <a:schemeClr val="tx1"/>
                </a:solidFill>
                <a:latin typeface="+mn-lt"/>
                <a:ea typeface="+mn-ea"/>
                <a:cs typeface="+mn-cs"/>
              </a:rPr>
              <a:t>There are many examples of temporary winners who won by cheating. For a number of years, Enron was cited as one of America’s most innovating and daring companies. The CEO of the company knew the most important people in the country, including the President of the United States. Except that Enron’s success was built on lies, and the “winners” who headed the company are case studies in lack of integrity.</a:t>
            </a:r>
            <a:endParaRPr lang="en-US"/>
          </a:p>
        </p:txBody>
      </p:sp>
      <p:sp>
        <p:nvSpPr>
          <p:cNvPr id="1637112441" name="Slide Number Placeholder 3"/>
          <p:cNvSpPr>
            <a:spLocks noGrp="1"/>
          </p:cNvSpPr>
          <p:nvPr>
            <p:ph type="sldNum" sz="quarter" idx="10"/>
          </p:nvPr>
        </p:nvSpPr>
        <p:spPr bwMode="auto"/>
        <p:txBody>
          <a:bodyPr/>
          <a:lstStyle/>
          <a:p>
            <a:pPr>
              <a:defRPr/>
            </a:pPr>
            <a:fld id="{4596C98F-CDC5-4780-A59B-C986827A661C}" type="slidenum">
              <a:rPr lang="en-US"/>
              <a:t>44</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A166EB7-3B76-421B-A900-50EB6EB453A7}" type="slidenum">
              <a:rPr/>
              <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A647E94-6524-BA68-EFBF-2281DB63756A}" type="slidenum">
              <a:rPr/>
              <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85A82FE-CE93-9791-7B0B-56F8E8B0B67E}" type="slidenum">
              <a:rPr/>
              <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EB2070C-901B-23AB-9D46-B4D84EE74449}"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type="title" userDrawn="1">
  <p:cSld name="Title Slide">
    <p:bg>
      <p:bgPr shadeToTitle="0">
        <a:solidFill>
          <a:schemeClr val="bg2">
            <a:lumMod val="75000"/>
          </a:schemeClr>
        </a:solidFill>
      </p:bgPr>
    </p:bg>
    <p:spTree>
      <p:nvGrpSpPr>
        <p:cNvPr id="1" name=""/>
        <p:cNvGrpSpPr/>
        <p:nvPr/>
      </p:nvGrpSpPr>
      <p:grpSpPr bwMode="auto">
        <a:xfrm>
          <a:off x="0" y="0"/>
          <a:ext cx="0" cy="0"/>
          <a:chOff x="0" y="0"/>
          <a:chExt cx="0" cy="0"/>
        </a:xfrm>
      </p:grpSpPr>
      <p:sp>
        <p:nvSpPr>
          <p:cNvPr id="67919710" name="Title 1"/>
          <p:cNvSpPr>
            <a:spLocks noGrp="1"/>
          </p:cNvSpPr>
          <p:nvPr>
            <p:ph type="ctrTitle"/>
          </p:nvPr>
        </p:nvSpPr>
        <p:spPr bwMode="auto">
          <a:xfrm>
            <a:off x="946404" y="758952"/>
            <a:ext cx="7063740" cy="4041648"/>
          </a:xfrm>
        </p:spPr>
        <p:txBody>
          <a:bodyPr anchor="b">
            <a:normAutofit/>
          </a:bodyPr>
          <a:lstStyle>
            <a:lvl1pPr algn="l">
              <a:lnSpc>
                <a:spcPct val="85000"/>
              </a:lnSpc>
              <a:defRPr sz="6600">
                <a:solidFill>
                  <a:schemeClr val="tx1"/>
                </a:solidFill>
              </a:defRPr>
            </a:lvl1pPr>
          </a:lstStyle>
          <a:p>
            <a:pPr>
              <a:defRPr/>
            </a:pPr>
            <a:r>
              <a:rPr lang="en-US"/>
              <a:t>Click to edit Master title style</a:t>
            </a:r>
            <a:endParaRPr lang="en-US"/>
          </a:p>
        </p:txBody>
      </p:sp>
      <p:sp>
        <p:nvSpPr>
          <p:cNvPr id="369888763" name="Subtitle 2"/>
          <p:cNvSpPr>
            <a:spLocks noGrp="1"/>
          </p:cNvSpPr>
          <p:nvPr>
            <p:ph type="subTitle" idx="1"/>
          </p:nvPr>
        </p:nvSpPr>
        <p:spPr bwMode="auto">
          <a:xfrm>
            <a:off x="946404" y="4800600"/>
            <a:ext cx="7063740" cy="1691640"/>
          </a:xfrm>
        </p:spPr>
        <p:txBody>
          <a:bodyPr>
            <a:normAutofit/>
          </a:bodyPr>
          <a:lstStyle>
            <a:lvl1pPr marL="0" indent="0" algn="l">
              <a:buNone/>
              <a:defRPr sz="2000">
                <a:solidFill>
                  <a:schemeClr val="tx1">
                    <a:lumMod val="85000"/>
                  </a:schemeClr>
                </a:solidFill>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pPr>
              <a:defRPr/>
            </a:pPr>
            <a:r>
              <a:rPr lang="en-US"/>
              <a:t>Click to edit Master subtitle style</a:t>
            </a:r>
            <a:endParaRPr lang="en-US"/>
          </a:p>
        </p:txBody>
      </p:sp>
      <p:sp>
        <p:nvSpPr>
          <p:cNvPr id="1539179743" name="Rectangle 6"/>
          <p:cNvSpPr/>
          <p:nvPr/>
        </p:nvSpPr>
        <p:spPr bwMode="auto">
          <a:xfrm>
            <a:off x="0" y="0"/>
            <a:ext cx="3429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10864620" name="Date Placeholder 7"/>
          <p:cNvSpPr>
            <a:spLocks noGrp="1"/>
          </p:cNvSpPr>
          <p:nvPr>
            <p:ph type="dt" sz="half" idx="10"/>
          </p:nvPr>
        </p:nvSpPr>
        <p:spPr bwMode="auto"/>
        <p:txBody>
          <a:bodyPr/>
          <a:lstStyle>
            <a:lvl1pPr>
              <a:defRPr>
                <a:solidFill>
                  <a:schemeClr val="bg2">
                    <a:lumMod val="20000"/>
                    <a:lumOff val="80000"/>
                  </a:schemeClr>
                </a:solidFill>
              </a:defRPr>
            </a:lvl1pPr>
          </a:lstStyle>
          <a:p>
            <a:pPr>
              <a:defRPr/>
            </a:pPr>
            <a:fld id="{5D14B669-C07C-4ECE-9AF2-00C14D4ABA3B}" type="datetimeFigureOut">
              <a:rPr lang="en-US"/>
              <a:t>3/13/2023</a:t>
            </a:fld>
            <a:endParaRPr lang="en-US"/>
          </a:p>
        </p:txBody>
      </p:sp>
      <p:sp>
        <p:nvSpPr>
          <p:cNvPr id="1560784233" name="Footer Placeholder 8"/>
          <p:cNvSpPr>
            <a:spLocks noGrp="1"/>
          </p:cNvSpPr>
          <p:nvPr>
            <p:ph type="ftr" sz="quarter" idx="11"/>
          </p:nvPr>
        </p:nvSpPr>
        <p:spPr bwMode="auto"/>
        <p:txBody>
          <a:bodyPr/>
          <a:lstStyle>
            <a:lvl1pPr>
              <a:defRPr>
                <a:solidFill>
                  <a:schemeClr val="bg2">
                    <a:lumMod val="20000"/>
                    <a:lumOff val="80000"/>
                  </a:schemeClr>
                </a:solidFill>
              </a:defRPr>
            </a:lvl1pPr>
          </a:lstStyle>
          <a:p>
            <a:pPr>
              <a:defRPr/>
            </a:pPr>
            <a:endParaRPr lang="en-US"/>
          </a:p>
        </p:txBody>
      </p:sp>
      <p:sp>
        <p:nvSpPr>
          <p:cNvPr id="1096441197" name="Slide Number Placeholder 9"/>
          <p:cNvSpPr>
            <a:spLocks noGrp="1"/>
          </p:cNvSpPr>
          <p:nvPr>
            <p:ph type="sldNum" sz="quarter" idx="12"/>
          </p:nvPr>
        </p:nvSpPr>
        <p:spPr bwMode="auto"/>
        <p:txBody>
          <a:bodyPr/>
          <a:lstStyle>
            <a:lvl1pPr>
              <a:defRPr>
                <a:solidFill>
                  <a:schemeClr val="bg2">
                    <a:lumMod val="60000"/>
                    <a:lumOff val="40000"/>
                  </a:schemeClr>
                </a:solidFill>
              </a:defRPr>
            </a:lvl1pPr>
          </a:lstStyle>
          <a:p>
            <a:pPr>
              <a:defRPr/>
            </a:pPr>
            <a:fld id="{D18CC77F-40DF-425E-B9F1-C34E0A42B3D1}" type="slidenum">
              <a:rPr lang="en-US"/>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537069304" name="Title 1"/>
          <p:cNvSpPr>
            <a:spLocks noGrp="1"/>
          </p:cNvSpPr>
          <p:nvPr>
            <p:ph type="title"/>
          </p:nvPr>
        </p:nvSpPr>
        <p:spPr bwMode="auto"/>
        <p:txBody>
          <a:bodyPr/>
          <a:lstStyle/>
          <a:p>
            <a:pPr>
              <a:defRPr/>
            </a:pPr>
            <a:r>
              <a:rPr lang="en-US"/>
              <a:t>Click to edit Master title style</a:t>
            </a:r>
            <a:endParaRPr lang="en-US"/>
          </a:p>
        </p:txBody>
      </p:sp>
      <p:sp>
        <p:nvSpPr>
          <p:cNvPr id="245027000" name="Content Placeholder 2"/>
          <p:cNvSpPr>
            <a:spLocks noGrp="1"/>
          </p:cNvSpPr>
          <p:nvPr>
            <p:ph idx="1"/>
          </p:nvPr>
        </p:nvSpPr>
        <p:spPr bwMode="auto"/>
        <p:txBody>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938717874" name="Date Placeholder 3"/>
          <p:cNvSpPr>
            <a:spLocks noGrp="1"/>
          </p:cNvSpPr>
          <p:nvPr>
            <p:ph type="dt" sz="half" idx="10"/>
          </p:nvPr>
        </p:nvSpPr>
        <p:spPr bwMode="auto"/>
        <p:txBody>
          <a:bodyPr/>
          <a:lstStyle/>
          <a:p>
            <a:pPr>
              <a:defRPr/>
            </a:pPr>
            <a:fld id="{5D14B669-C07C-4ECE-9AF2-00C14D4ABA3B}" type="datetimeFigureOut">
              <a:rPr lang="en-US"/>
              <a:t>3/13/2023</a:t>
            </a:fld>
            <a:endParaRPr lang="en-US"/>
          </a:p>
        </p:txBody>
      </p:sp>
      <p:sp>
        <p:nvSpPr>
          <p:cNvPr id="552342580" name="Footer Placeholder 4"/>
          <p:cNvSpPr>
            <a:spLocks noGrp="1"/>
          </p:cNvSpPr>
          <p:nvPr>
            <p:ph type="ftr" sz="quarter" idx="11"/>
          </p:nvPr>
        </p:nvSpPr>
        <p:spPr bwMode="auto"/>
        <p:txBody>
          <a:bodyPr/>
          <a:lstStyle/>
          <a:p>
            <a:pPr>
              <a:defRPr/>
            </a:pPr>
            <a:endParaRPr lang="en-US"/>
          </a:p>
        </p:txBody>
      </p:sp>
      <p:sp>
        <p:nvSpPr>
          <p:cNvPr id="1547299002" name="Slide Number Placeholder 5"/>
          <p:cNvSpPr>
            <a:spLocks noGrp="1"/>
          </p:cNvSpPr>
          <p:nvPr>
            <p:ph type="sldNum" sz="quarter" idx="12"/>
          </p:nvPr>
        </p:nvSpPr>
        <p:spPr bwMode="auto"/>
        <p:txBody>
          <a:bodyPr/>
          <a:lstStyle/>
          <a:p>
            <a:pPr>
              <a:defRPr/>
            </a:pPr>
            <a:fld id="{D18CC77F-40DF-425E-B9F1-C34E0A42B3D1}"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115235893" name="Title 1"/>
          <p:cNvSpPr>
            <a:spLocks noGrp="1"/>
          </p:cNvSpPr>
          <p:nvPr>
            <p:ph type="title"/>
          </p:nvPr>
        </p:nvSpPr>
        <p:spPr bwMode="auto">
          <a:xfrm>
            <a:off x="946404" y="758952"/>
            <a:ext cx="7063740" cy="4041648"/>
          </a:xfrm>
        </p:spPr>
        <p:txBody>
          <a:bodyPr anchor="b">
            <a:normAutofit/>
          </a:bodyPr>
          <a:lstStyle>
            <a:lvl1pPr>
              <a:lnSpc>
                <a:spcPct val="85000"/>
              </a:lnSpc>
              <a:defRPr sz="6600" b="0"/>
            </a:lvl1pPr>
          </a:lstStyle>
          <a:p>
            <a:pPr>
              <a:defRPr/>
            </a:pPr>
            <a:r>
              <a:rPr lang="en-US"/>
              <a:t>Click to edit Master title style</a:t>
            </a:r>
            <a:endParaRPr lang="en-US"/>
          </a:p>
        </p:txBody>
      </p:sp>
      <p:sp>
        <p:nvSpPr>
          <p:cNvPr id="978084950" name="Text Placeholder 2"/>
          <p:cNvSpPr>
            <a:spLocks noGrp="1"/>
          </p:cNvSpPr>
          <p:nvPr>
            <p:ph type="body" idx="1"/>
          </p:nvPr>
        </p:nvSpPr>
        <p:spPr bwMode="auto">
          <a:xfrm>
            <a:off x="946404" y="4800600"/>
            <a:ext cx="7063740" cy="1691640"/>
          </a:xfrm>
        </p:spPr>
        <p:txBody>
          <a:bodyPr anchor="t">
            <a:normAutofit/>
          </a:bodyPr>
          <a:lstStyle>
            <a:lvl1pPr marL="0" indent="0">
              <a:buNone/>
              <a:defRPr sz="20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Edit Master text styles</a:t>
            </a:r>
            <a:endParaRPr/>
          </a:p>
        </p:txBody>
      </p:sp>
      <p:sp>
        <p:nvSpPr>
          <p:cNvPr id="1636909333" name="Date Placeholder 3"/>
          <p:cNvSpPr>
            <a:spLocks noGrp="1"/>
          </p:cNvSpPr>
          <p:nvPr>
            <p:ph type="dt" sz="half" idx="10"/>
          </p:nvPr>
        </p:nvSpPr>
        <p:spPr bwMode="auto"/>
        <p:txBody>
          <a:bodyPr/>
          <a:lstStyle/>
          <a:p>
            <a:pPr>
              <a:defRPr/>
            </a:pPr>
            <a:fld id="{5D14B669-C07C-4ECE-9AF2-00C14D4ABA3B}" type="datetimeFigureOut">
              <a:rPr lang="en-US"/>
              <a:t>3/13/2023</a:t>
            </a:fld>
            <a:endParaRPr lang="en-US"/>
          </a:p>
        </p:txBody>
      </p:sp>
      <p:sp>
        <p:nvSpPr>
          <p:cNvPr id="1325940536" name="Footer Placeholder 4"/>
          <p:cNvSpPr>
            <a:spLocks noGrp="1"/>
          </p:cNvSpPr>
          <p:nvPr>
            <p:ph type="ftr" sz="quarter" idx="11"/>
          </p:nvPr>
        </p:nvSpPr>
        <p:spPr bwMode="auto"/>
        <p:txBody>
          <a:bodyPr/>
          <a:lstStyle/>
          <a:p>
            <a:pPr>
              <a:defRPr/>
            </a:pPr>
            <a:endParaRPr lang="en-US"/>
          </a:p>
        </p:txBody>
      </p:sp>
      <p:sp>
        <p:nvSpPr>
          <p:cNvPr id="1882404412" name="Slide Number Placeholder 5"/>
          <p:cNvSpPr>
            <a:spLocks noGrp="1"/>
          </p:cNvSpPr>
          <p:nvPr>
            <p:ph type="sldNum" sz="quarter" idx="12"/>
          </p:nvPr>
        </p:nvSpPr>
        <p:spPr bwMode="auto"/>
        <p:txBody>
          <a:bodyPr/>
          <a:lstStyle/>
          <a:p>
            <a:pPr>
              <a:defRPr/>
            </a:pPr>
            <a:fld id="{D18CC77F-40DF-425E-B9F1-C34E0A42B3D1}" type="slidenum">
              <a:rPr lang="en-US"/>
              <a:t>‹#›</a:t>
            </a:fld>
            <a:endParaRPr lang="en-US"/>
          </a:p>
        </p:txBody>
      </p:sp>
      <p:sp>
        <p:nvSpPr>
          <p:cNvPr id="51375319" name="Rectangle 6"/>
          <p:cNvSpPr/>
          <p:nvPr/>
        </p:nvSpPr>
        <p:spPr bwMode="auto">
          <a:xfrm>
            <a:off x="0" y="0"/>
            <a:ext cx="3429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104098735" name="Title 1"/>
          <p:cNvSpPr>
            <a:spLocks noGrp="1"/>
          </p:cNvSpPr>
          <p:nvPr>
            <p:ph type="title"/>
          </p:nvPr>
        </p:nvSpPr>
        <p:spPr bwMode="auto"/>
        <p:txBody>
          <a:bodyPr/>
          <a:lstStyle/>
          <a:p>
            <a:pPr>
              <a:defRPr/>
            </a:pPr>
            <a:r>
              <a:rPr lang="en-US"/>
              <a:t>Click to edit Master title style</a:t>
            </a:r>
            <a:endParaRPr lang="en-US"/>
          </a:p>
        </p:txBody>
      </p:sp>
      <p:sp>
        <p:nvSpPr>
          <p:cNvPr id="620589879" name="Content Placeholder 2"/>
          <p:cNvSpPr>
            <a:spLocks noGrp="1"/>
          </p:cNvSpPr>
          <p:nvPr>
            <p:ph sz="half" idx="1"/>
          </p:nvPr>
        </p:nvSpPr>
        <p:spPr bwMode="auto">
          <a:xfrm>
            <a:off x="946404" y="1828801"/>
            <a:ext cx="336042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994071854" name="Content Placeholder 3"/>
          <p:cNvSpPr>
            <a:spLocks noGrp="1"/>
          </p:cNvSpPr>
          <p:nvPr>
            <p:ph sz="half" idx="2"/>
          </p:nvPr>
        </p:nvSpPr>
        <p:spPr bwMode="auto">
          <a:xfrm>
            <a:off x="4594860" y="1828801"/>
            <a:ext cx="336042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856710672" name="Date Placeholder 4"/>
          <p:cNvSpPr>
            <a:spLocks noGrp="1"/>
          </p:cNvSpPr>
          <p:nvPr>
            <p:ph type="dt" sz="half" idx="10"/>
          </p:nvPr>
        </p:nvSpPr>
        <p:spPr bwMode="auto"/>
        <p:txBody>
          <a:bodyPr/>
          <a:lstStyle/>
          <a:p>
            <a:pPr>
              <a:defRPr/>
            </a:pPr>
            <a:fld id="{5D14B669-C07C-4ECE-9AF2-00C14D4ABA3B}" type="datetimeFigureOut">
              <a:rPr lang="en-US"/>
              <a:t>3/13/2023</a:t>
            </a:fld>
            <a:endParaRPr lang="en-US"/>
          </a:p>
        </p:txBody>
      </p:sp>
      <p:sp>
        <p:nvSpPr>
          <p:cNvPr id="1936220799" name="Footer Placeholder 5"/>
          <p:cNvSpPr>
            <a:spLocks noGrp="1"/>
          </p:cNvSpPr>
          <p:nvPr>
            <p:ph type="ftr" sz="quarter" idx="11"/>
          </p:nvPr>
        </p:nvSpPr>
        <p:spPr bwMode="auto"/>
        <p:txBody>
          <a:bodyPr/>
          <a:lstStyle/>
          <a:p>
            <a:pPr>
              <a:defRPr/>
            </a:pPr>
            <a:endParaRPr lang="en-US"/>
          </a:p>
        </p:txBody>
      </p:sp>
      <p:sp>
        <p:nvSpPr>
          <p:cNvPr id="601318213" name="Slide Number Placeholder 6"/>
          <p:cNvSpPr>
            <a:spLocks noGrp="1"/>
          </p:cNvSpPr>
          <p:nvPr>
            <p:ph type="sldNum" sz="quarter" idx="12"/>
          </p:nvPr>
        </p:nvSpPr>
        <p:spPr bwMode="auto"/>
        <p:txBody>
          <a:bodyPr/>
          <a:lstStyle/>
          <a:p>
            <a:pPr>
              <a:defRPr/>
            </a:pPr>
            <a:fld id="{D18CC77F-40DF-425E-B9F1-C34E0A42B3D1}"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974148773" name="Title 9"/>
          <p:cNvSpPr>
            <a:spLocks noGrp="1"/>
          </p:cNvSpPr>
          <p:nvPr>
            <p:ph type="title"/>
          </p:nvPr>
        </p:nvSpPr>
        <p:spPr bwMode="auto"/>
        <p:txBody>
          <a:bodyPr/>
          <a:lstStyle/>
          <a:p>
            <a:pPr>
              <a:defRPr/>
            </a:pPr>
            <a:r>
              <a:rPr lang="en-US"/>
              <a:t>Click to edit Master title style</a:t>
            </a:r>
            <a:endParaRPr lang="en-US"/>
          </a:p>
        </p:txBody>
      </p:sp>
      <p:sp>
        <p:nvSpPr>
          <p:cNvPr id="21654339" name="Text Placeholder 2"/>
          <p:cNvSpPr>
            <a:spLocks noGrp="1"/>
          </p:cNvSpPr>
          <p:nvPr>
            <p:ph type="body" idx="1"/>
          </p:nvPr>
        </p:nvSpPr>
        <p:spPr bwMode="auto">
          <a:xfrm>
            <a:off x="946404" y="1717185"/>
            <a:ext cx="3360420" cy="731520"/>
          </a:xfrm>
        </p:spPr>
        <p:txBody>
          <a:bodyPr anchor="b">
            <a:normAutofit/>
          </a:bodyPr>
          <a:lstStyle>
            <a:lvl1pPr marL="0" indent="0">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Edit Master text styles</a:t>
            </a:r>
            <a:endParaRPr/>
          </a:p>
        </p:txBody>
      </p:sp>
      <p:sp>
        <p:nvSpPr>
          <p:cNvPr id="2051946683" name="Content Placeholder 3"/>
          <p:cNvSpPr>
            <a:spLocks noGrp="1"/>
          </p:cNvSpPr>
          <p:nvPr>
            <p:ph sz="half" idx="2"/>
          </p:nvPr>
        </p:nvSpPr>
        <p:spPr bwMode="auto">
          <a:xfrm>
            <a:off x="946404" y="2507550"/>
            <a:ext cx="336042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064350457" name="Text Placeholder 10"/>
          <p:cNvSpPr>
            <a:spLocks noGrp="1"/>
          </p:cNvSpPr>
          <p:nvPr>
            <p:ph type="body" sz="quarter" idx="13"/>
          </p:nvPr>
        </p:nvSpPr>
        <p:spPr bwMode="auto">
          <a:xfrm>
            <a:off x="4599432" y="1717185"/>
            <a:ext cx="3364992" cy="731520"/>
          </a:xfrm>
        </p:spPr>
        <p:txBody>
          <a:bodyPr anchor="b">
            <a:normAutofit/>
          </a:bodyPr>
          <a:lstStyle>
            <a:lvl1pPr marL="0" indent="0">
              <a:buFontTx/>
              <a:buNone/>
              <a:defRPr lang="en-US" sz="1800" b="0" spc="10">
                <a:solidFill>
                  <a:schemeClr val="tx2"/>
                </a:solidFill>
                <a:latin typeface="+mn-lt"/>
                <a:ea typeface="+mn-ea"/>
                <a:cs typeface="+mn-cs"/>
              </a:defRPr>
            </a:lvl1pPr>
          </a:lstStyle>
          <a:p>
            <a:pPr marL="0" lvl="0" indent="0" algn="l" defTabSz="914400" rtl="0">
              <a:lnSpc>
                <a:spcPct val="95000"/>
              </a:lnSpc>
              <a:spcBef>
                <a:spcPts val="0"/>
              </a:spcBef>
              <a:spcAft>
                <a:spcPts val="200"/>
              </a:spcAft>
              <a:buClr>
                <a:schemeClr val="accent1"/>
              </a:buClr>
              <a:buSzPct val="80000"/>
              <a:buNone/>
              <a:defRPr/>
            </a:pPr>
            <a:r>
              <a:rPr lang="en-US"/>
              <a:t>Edit Master text styles</a:t>
            </a:r>
            <a:endParaRPr/>
          </a:p>
        </p:txBody>
      </p:sp>
      <p:sp>
        <p:nvSpPr>
          <p:cNvPr id="1046579936" name="Content Placeholder 5"/>
          <p:cNvSpPr>
            <a:spLocks noGrp="1"/>
          </p:cNvSpPr>
          <p:nvPr>
            <p:ph sz="quarter" idx="4"/>
          </p:nvPr>
        </p:nvSpPr>
        <p:spPr bwMode="auto">
          <a:xfrm>
            <a:off x="4594860" y="2507550"/>
            <a:ext cx="336042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068653714" name="Date Placeholder 6"/>
          <p:cNvSpPr>
            <a:spLocks noGrp="1"/>
          </p:cNvSpPr>
          <p:nvPr>
            <p:ph type="dt" sz="half" idx="10"/>
          </p:nvPr>
        </p:nvSpPr>
        <p:spPr bwMode="auto"/>
        <p:txBody>
          <a:bodyPr/>
          <a:lstStyle/>
          <a:p>
            <a:pPr>
              <a:defRPr/>
            </a:pPr>
            <a:fld id="{5D14B669-C07C-4ECE-9AF2-00C14D4ABA3B}" type="datetimeFigureOut">
              <a:rPr lang="en-US"/>
              <a:t>3/13/2023</a:t>
            </a:fld>
            <a:endParaRPr lang="en-US"/>
          </a:p>
        </p:txBody>
      </p:sp>
      <p:sp>
        <p:nvSpPr>
          <p:cNvPr id="1513359941" name="Footer Placeholder 7"/>
          <p:cNvSpPr>
            <a:spLocks noGrp="1"/>
          </p:cNvSpPr>
          <p:nvPr>
            <p:ph type="ftr" sz="quarter" idx="11"/>
          </p:nvPr>
        </p:nvSpPr>
        <p:spPr bwMode="auto"/>
        <p:txBody>
          <a:bodyPr/>
          <a:lstStyle/>
          <a:p>
            <a:pPr>
              <a:defRPr/>
            </a:pPr>
            <a:endParaRPr lang="en-US"/>
          </a:p>
        </p:txBody>
      </p:sp>
      <p:sp>
        <p:nvSpPr>
          <p:cNvPr id="1195515459" name="Slide Number Placeholder 8"/>
          <p:cNvSpPr>
            <a:spLocks noGrp="1"/>
          </p:cNvSpPr>
          <p:nvPr>
            <p:ph type="sldNum" sz="quarter" idx="12"/>
          </p:nvPr>
        </p:nvSpPr>
        <p:spPr bwMode="auto"/>
        <p:txBody>
          <a:bodyPr/>
          <a:lstStyle/>
          <a:p>
            <a:pPr>
              <a:defRPr/>
            </a:pPr>
            <a:fld id="{D18CC77F-40DF-425E-B9F1-C34E0A42B3D1}"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762685926" name="Title 5"/>
          <p:cNvSpPr>
            <a:spLocks noGrp="1"/>
          </p:cNvSpPr>
          <p:nvPr>
            <p:ph type="title"/>
          </p:nvPr>
        </p:nvSpPr>
        <p:spPr bwMode="auto"/>
        <p:txBody>
          <a:bodyPr/>
          <a:lstStyle/>
          <a:p>
            <a:pPr>
              <a:defRPr/>
            </a:pPr>
            <a:r>
              <a:rPr lang="en-US"/>
              <a:t>Click to edit Master title style</a:t>
            </a:r>
            <a:endParaRPr lang="en-US"/>
          </a:p>
        </p:txBody>
      </p:sp>
      <p:sp>
        <p:nvSpPr>
          <p:cNvPr id="1742612773" name="Date Placeholder 2"/>
          <p:cNvSpPr>
            <a:spLocks noGrp="1"/>
          </p:cNvSpPr>
          <p:nvPr>
            <p:ph type="dt" sz="half" idx="10"/>
          </p:nvPr>
        </p:nvSpPr>
        <p:spPr bwMode="auto"/>
        <p:txBody>
          <a:bodyPr/>
          <a:lstStyle/>
          <a:p>
            <a:pPr>
              <a:defRPr/>
            </a:pPr>
            <a:fld id="{5D14B669-C07C-4ECE-9AF2-00C14D4ABA3B}" type="datetimeFigureOut">
              <a:rPr lang="en-US"/>
              <a:t>3/13/2023</a:t>
            </a:fld>
            <a:endParaRPr lang="en-US"/>
          </a:p>
        </p:txBody>
      </p:sp>
      <p:sp>
        <p:nvSpPr>
          <p:cNvPr id="864922702" name="Footer Placeholder 3"/>
          <p:cNvSpPr>
            <a:spLocks noGrp="1"/>
          </p:cNvSpPr>
          <p:nvPr>
            <p:ph type="ftr" sz="quarter" idx="11"/>
          </p:nvPr>
        </p:nvSpPr>
        <p:spPr bwMode="auto"/>
        <p:txBody>
          <a:bodyPr/>
          <a:lstStyle/>
          <a:p>
            <a:pPr>
              <a:defRPr/>
            </a:pPr>
            <a:endParaRPr lang="en-US"/>
          </a:p>
        </p:txBody>
      </p:sp>
      <p:sp>
        <p:nvSpPr>
          <p:cNvPr id="378508605" name="Slide Number Placeholder 4"/>
          <p:cNvSpPr>
            <a:spLocks noGrp="1"/>
          </p:cNvSpPr>
          <p:nvPr>
            <p:ph type="sldNum" sz="quarter" idx="12"/>
          </p:nvPr>
        </p:nvSpPr>
        <p:spPr bwMode="auto"/>
        <p:txBody>
          <a:bodyPr/>
          <a:lstStyle/>
          <a:p>
            <a:pPr>
              <a:defRPr/>
            </a:pPr>
            <a:fld id="{D18CC77F-40DF-425E-B9F1-C34E0A42B3D1}"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891522942" name="Date Placeholder 1"/>
          <p:cNvSpPr>
            <a:spLocks noGrp="1"/>
          </p:cNvSpPr>
          <p:nvPr>
            <p:ph type="dt" sz="half" idx="10"/>
          </p:nvPr>
        </p:nvSpPr>
        <p:spPr bwMode="auto"/>
        <p:txBody>
          <a:bodyPr/>
          <a:lstStyle/>
          <a:p>
            <a:pPr>
              <a:defRPr/>
            </a:pPr>
            <a:fld id="{5D14B669-C07C-4ECE-9AF2-00C14D4ABA3B}" type="datetimeFigureOut">
              <a:rPr lang="en-US"/>
              <a:t>3/13/2023</a:t>
            </a:fld>
            <a:endParaRPr lang="en-US"/>
          </a:p>
        </p:txBody>
      </p:sp>
      <p:sp>
        <p:nvSpPr>
          <p:cNvPr id="1405721818" name="Footer Placeholder 2"/>
          <p:cNvSpPr>
            <a:spLocks noGrp="1"/>
          </p:cNvSpPr>
          <p:nvPr>
            <p:ph type="ftr" sz="quarter" idx="11"/>
          </p:nvPr>
        </p:nvSpPr>
        <p:spPr bwMode="auto"/>
        <p:txBody>
          <a:bodyPr/>
          <a:lstStyle/>
          <a:p>
            <a:pPr>
              <a:defRPr/>
            </a:pPr>
            <a:endParaRPr lang="en-US"/>
          </a:p>
        </p:txBody>
      </p:sp>
      <p:sp>
        <p:nvSpPr>
          <p:cNvPr id="16518319" name="Slide Number Placeholder 3"/>
          <p:cNvSpPr>
            <a:spLocks noGrp="1"/>
          </p:cNvSpPr>
          <p:nvPr>
            <p:ph type="sldNum" sz="quarter" idx="12"/>
          </p:nvPr>
        </p:nvSpPr>
        <p:spPr bwMode="auto"/>
        <p:txBody>
          <a:bodyPr/>
          <a:lstStyle/>
          <a:p>
            <a:pPr>
              <a:defRPr/>
            </a:pPr>
            <a:fld id="{D18CC77F-40DF-425E-B9F1-C34E0A42B3D1}"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419222880" name="Title 1"/>
          <p:cNvSpPr>
            <a:spLocks noGrp="1"/>
          </p:cNvSpPr>
          <p:nvPr>
            <p:ph type="title"/>
          </p:nvPr>
        </p:nvSpPr>
        <p:spPr bwMode="auto">
          <a:xfrm>
            <a:off x="630936" y="457201"/>
            <a:ext cx="2400300" cy="1600197"/>
          </a:xfrm>
        </p:spPr>
        <p:txBody>
          <a:bodyPr anchor="b">
            <a:normAutofit/>
          </a:bodyPr>
          <a:lstStyle>
            <a:lvl1pPr>
              <a:defRPr sz="2800" b="0"/>
            </a:lvl1pPr>
          </a:lstStyle>
          <a:p>
            <a:pPr>
              <a:defRPr/>
            </a:pPr>
            <a:r>
              <a:rPr lang="en-US"/>
              <a:t>Click to edit Master title style</a:t>
            </a:r>
            <a:endParaRPr lang="en-US"/>
          </a:p>
        </p:txBody>
      </p:sp>
      <p:sp>
        <p:nvSpPr>
          <p:cNvPr id="1362969084" name="Content Placeholder 2"/>
          <p:cNvSpPr>
            <a:spLocks noGrp="1"/>
          </p:cNvSpPr>
          <p:nvPr>
            <p:ph idx="1"/>
          </p:nvPr>
        </p:nvSpPr>
        <p:spPr bwMode="auto">
          <a:xfrm>
            <a:off x="3378200" y="685800"/>
            <a:ext cx="4559300" cy="5486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609005662" name="Text Placeholder 3"/>
          <p:cNvSpPr>
            <a:spLocks noGrp="1"/>
          </p:cNvSpPr>
          <p:nvPr>
            <p:ph type="body" sz="half" idx="2"/>
          </p:nvPr>
        </p:nvSpPr>
        <p:spPr bwMode="auto">
          <a:xfrm>
            <a:off x="630936" y="2099735"/>
            <a:ext cx="2400300" cy="3810001"/>
          </a:xfrm>
        </p:spPr>
        <p:txBody>
          <a:bodyPr>
            <a:normAutofit/>
          </a:bodyPr>
          <a:lstStyle>
            <a:lvl1pPr marL="0" indent="0">
              <a:lnSpc>
                <a:spcPct val="113999"/>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Edit Master text styles</a:t>
            </a:r>
            <a:endParaRPr/>
          </a:p>
        </p:txBody>
      </p:sp>
      <p:sp>
        <p:nvSpPr>
          <p:cNvPr id="585614313" name="Date Placeholder 4"/>
          <p:cNvSpPr>
            <a:spLocks noGrp="1"/>
          </p:cNvSpPr>
          <p:nvPr>
            <p:ph type="dt" sz="half" idx="10"/>
          </p:nvPr>
        </p:nvSpPr>
        <p:spPr bwMode="auto"/>
        <p:txBody>
          <a:bodyPr/>
          <a:lstStyle/>
          <a:p>
            <a:pPr>
              <a:defRPr/>
            </a:pPr>
            <a:fld id="{5D14B669-C07C-4ECE-9AF2-00C14D4ABA3B}" type="datetimeFigureOut">
              <a:rPr lang="en-US"/>
              <a:t>3/13/2023</a:t>
            </a:fld>
            <a:endParaRPr lang="en-US"/>
          </a:p>
        </p:txBody>
      </p:sp>
      <p:sp>
        <p:nvSpPr>
          <p:cNvPr id="1457167342" name="Footer Placeholder 5"/>
          <p:cNvSpPr>
            <a:spLocks noGrp="1"/>
          </p:cNvSpPr>
          <p:nvPr>
            <p:ph type="ftr" sz="quarter" idx="11"/>
          </p:nvPr>
        </p:nvSpPr>
        <p:spPr bwMode="auto"/>
        <p:txBody>
          <a:bodyPr/>
          <a:lstStyle/>
          <a:p>
            <a:pPr>
              <a:defRPr/>
            </a:pPr>
            <a:endParaRPr lang="en-US"/>
          </a:p>
        </p:txBody>
      </p:sp>
      <p:sp>
        <p:nvSpPr>
          <p:cNvPr id="478346988" name="Slide Number Placeholder 6"/>
          <p:cNvSpPr>
            <a:spLocks noGrp="1"/>
          </p:cNvSpPr>
          <p:nvPr>
            <p:ph type="sldNum" sz="quarter" idx="12"/>
          </p:nvPr>
        </p:nvSpPr>
        <p:spPr bwMode="auto"/>
        <p:txBody>
          <a:bodyPr/>
          <a:lstStyle/>
          <a:p>
            <a:pPr>
              <a:defRPr/>
            </a:pPr>
            <a:fld id="{D18CC77F-40DF-425E-B9F1-C34E0A42B3D1}"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695968018" name="Rectangle 7"/>
          <p:cNvSpPr/>
          <p:nvPr/>
        </p:nvSpPr>
        <p:spPr bwMode="auto">
          <a:xfrm>
            <a:off x="0" y="5105400"/>
            <a:ext cx="8469630" cy="17525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3934513" name="Title 1"/>
          <p:cNvSpPr>
            <a:spLocks noGrp="1"/>
          </p:cNvSpPr>
          <p:nvPr>
            <p:ph type="title"/>
          </p:nvPr>
        </p:nvSpPr>
        <p:spPr bwMode="auto">
          <a:xfrm>
            <a:off x="685800" y="5257800"/>
            <a:ext cx="7486650" cy="914400"/>
          </a:xfrm>
        </p:spPr>
        <p:txBody>
          <a:bodyPr anchor="b">
            <a:normAutofit/>
          </a:bodyPr>
          <a:lstStyle>
            <a:lvl1pPr>
              <a:defRPr sz="2800" b="0">
                <a:solidFill>
                  <a:schemeClr val="bg1"/>
                </a:solidFill>
              </a:defRPr>
            </a:lvl1pPr>
          </a:lstStyle>
          <a:p>
            <a:pPr>
              <a:defRPr/>
            </a:pPr>
            <a:r>
              <a:rPr lang="en-US"/>
              <a:t>Click to edit Master title style</a:t>
            </a:r>
            <a:endParaRPr lang="en-US"/>
          </a:p>
        </p:txBody>
      </p:sp>
      <p:sp>
        <p:nvSpPr>
          <p:cNvPr id="366459296" name="Picture Placeholder 2"/>
          <p:cNvSpPr>
            <a:spLocks noChangeAspect="1" noGrp="1"/>
          </p:cNvSpPr>
          <p:nvPr>
            <p:ph type="pic" idx="1"/>
          </p:nvPr>
        </p:nvSpPr>
        <p:spPr bwMode="auto">
          <a:xfrm>
            <a:off x="0" y="1"/>
            <a:ext cx="8469630" cy="5128923"/>
          </a:xfrm>
          <a:prstGeom prst="rect">
            <a:avLst/>
          </a:prstGeo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endParaRPr lang="en-US"/>
          </a:p>
        </p:txBody>
      </p:sp>
      <p:sp>
        <p:nvSpPr>
          <p:cNvPr id="1495357375" name="Text Placeholder 3"/>
          <p:cNvSpPr>
            <a:spLocks noGrp="1"/>
          </p:cNvSpPr>
          <p:nvPr>
            <p:ph type="body" sz="half" idx="2"/>
          </p:nvPr>
        </p:nvSpPr>
        <p:spPr bwMode="auto">
          <a:xfrm>
            <a:off x="685800" y="6108590"/>
            <a:ext cx="748665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Edit Master text styles</a:t>
            </a:r>
            <a:endParaRPr/>
          </a:p>
        </p:txBody>
      </p:sp>
      <p:sp>
        <p:nvSpPr>
          <p:cNvPr id="502480635" name="Date Placeholder 4"/>
          <p:cNvSpPr>
            <a:spLocks noGrp="1"/>
          </p:cNvSpPr>
          <p:nvPr>
            <p:ph type="dt" sz="half" idx="10"/>
          </p:nvPr>
        </p:nvSpPr>
        <p:spPr bwMode="auto"/>
        <p:txBody>
          <a:bodyPr/>
          <a:lstStyle/>
          <a:p>
            <a:pPr>
              <a:defRPr/>
            </a:pPr>
            <a:fld id="{5D14B669-C07C-4ECE-9AF2-00C14D4ABA3B}" type="datetimeFigureOut">
              <a:rPr lang="en-US"/>
              <a:t>3/13/2023</a:t>
            </a:fld>
            <a:endParaRPr lang="en-US"/>
          </a:p>
        </p:txBody>
      </p:sp>
      <p:sp>
        <p:nvSpPr>
          <p:cNvPr id="135231890" name="Footer Placeholder 5"/>
          <p:cNvSpPr>
            <a:spLocks noGrp="1"/>
          </p:cNvSpPr>
          <p:nvPr>
            <p:ph type="ftr" sz="quarter" idx="11"/>
          </p:nvPr>
        </p:nvSpPr>
        <p:spPr bwMode="auto"/>
        <p:txBody>
          <a:bodyPr/>
          <a:lstStyle/>
          <a:p>
            <a:pPr>
              <a:defRPr/>
            </a:pPr>
            <a:endParaRPr lang="en-US"/>
          </a:p>
        </p:txBody>
      </p:sp>
      <p:sp>
        <p:nvSpPr>
          <p:cNvPr id="810592218" name="Slide Number Placeholder 6"/>
          <p:cNvSpPr>
            <a:spLocks noGrp="1"/>
          </p:cNvSpPr>
          <p:nvPr>
            <p:ph type="sldNum" sz="quarter" idx="12"/>
          </p:nvPr>
        </p:nvSpPr>
        <p:spPr bwMode="auto"/>
        <p:txBody>
          <a:bodyPr/>
          <a:lstStyle/>
          <a:p>
            <a:pPr>
              <a:defRPr/>
            </a:pPr>
            <a:fld id="{D18CC77F-40DF-425E-B9F1-C34E0A42B3D1}"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646489031" name="Title 1"/>
          <p:cNvSpPr>
            <a:spLocks noGrp="1"/>
          </p:cNvSpPr>
          <p:nvPr>
            <p:ph type="title"/>
          </p:nvPr>
        </p:nvSpPr>
        <p:spPr bwMode="auto"/>
        <p:txBody>
          <a:bodyPr/>
          <a:lstStyle/>
          <a:p>
            <a:pPr>
              <a:defRPr/>
            </a:pPr>
            <a:r>
              <a:rPr lang="en-US"/>
              <a:t>Click to edit Master title style</a:t>
            </a:r>
            <a:endParaRPr lang="en-US"/>
          </a:p>
        </p:txBody>
      </p:sp>
      <p:sp>
        <p:nvSpPr>
          <p:cNvPr id="1220265502" name="Vertical Text Placeholder 2"/>
          <p:cNvSpPr>
            <a:spLocks noGrp="1"/>
          </p:cNvSpPr>
          <p:nvPr>
            <p:ph type="body" orient="vert" idx="1"/>
          </p:nvPr>
        </p:nvSpPr>
        <p:spPr bwMode="auto"/>
        <p:txBody>
          <a:bodyPr vert="eaVert"/>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884126184" name="Date Placeholder 3"/>
          <p:cNvSpPr>
            <a:spLocks noGrp="1"/>
          </p:cNvSpPr>
          <p:nvPr>
            <p:ph type="dt" sz="half" idx="10"/>
          </p:nvPr>
        </p:nvSpPr>
        <p:spPr bwMode="auto"/>
        <p:txBody>
          <a:bodyPr/>
          <a:lstStyle/>
          <a:p>
            <a:pPr>
              <a:defRPr/>
            </a:pPr>
            <a:fld id="{5D14B669-C07C-4ECE-9AF2-00C14D4ABA3B}" type="datetimeFigureOut">
              <a:rPr lang="en-US"/>
              <a:t>3/13/2023</a:t>
            </a:fld>
            <a:endParaRPr lang="en-US"/>
          </a:p>
        </p:txBody>
      </p:sp>
      <p:sp>
        <p:nvSpPr>
          <p:cNvPr id="1135381922" name="Footer Placeholder 4"/>
          <p:cNvSpPr>
            <a:spLocks noGrp="1"/>
          </p:cNvSpPr>
          <p:nvPr>
            <p:ph type="ftr" sz="quarter" idx="11"/>
          </p:nvPr>
        </p:nvSpPr>
        <p:spPr bwMode="auto"/>
        <p:txBody>
          <a:bodyPr/>
          <a:lstStyle/>
          <a:p>
            <a:pPr>
              <a:defRPr/>
            </a:pPr>
            <a:endParaRPr lang="en-US"/>
          </a:p>
        </p:txBody>
      </p:sp>
      <p:sp>
        <p:nvSpPr>
          <p:cNvPr id="1951929113" name="Slide Number Placeholder 5"/>
          <p:cNvSpPr>
            <a:spLocks noGrp="1"/>
          </p:cNvSpPr>
          <p:nvPr>
            <p:ph type="sldNum" sz="quarter" idx="12"/>
          </p:nvPr>
        </p:nvSpPr>
        <p:spPr bwMode="auto"/>
        <p:txBody>
          <a:bodyPr/>
          <a:lstStyle/>
          <a:p>
            <a:pPr>
              <a:defRPr/>
            </a:pPr>
            <a:fld id="{D18CC77F-40DF-425E-B9F1-C34E0A42B3D1}"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341053140" name="Vertical Title 1"/>
          <p:cNvSpPr>
            <a:spLocks noGrp="1"/>
          </p:cNvSpPr>
          <p:nvPr>
            <p:ph type="title" orient="vert"/>
          </p:nvPr>
        </p:nvSpPr>
        <p:spPr bwMode="auto">
          <a:xfrm>
            <a:off x="6486525" y="381000"/>
            <a:ext cx="1857375" cy="5897562"/>
          </a:xfrm>
        </p:spPr>
        <p:txBody>
          <a:bodyPr vert="eaVert"/>
          <a:lstStyle/>
          <a:p>
            <a:pPr>
              <a:defRPr/>
            </a:pPr>
            <a:r>
              <a:rPr lang="en-US"/>
              <a:t>Click to edit Master title style</a:t>
            </a:r>
            <a:endParaRPr lang="en-US"/>
          </a:p>
        </p:txBody>
      </p:sp>
      <p:sp>
        <p:nvSpPr>
          <p:cNvPr id="1038359241" name="Vertical Text Placeholder 2"/>
          <p:cNvSpPr>
            <a:spLocks noGrp="1"/>
          </p:cNvSpPr>
          <p:nvPr>
            <p:ph type="body" orient="vert" idx="1"/>
          </p:nvPr>
        </p:nvSpPr>
        <p:spPr bwMode="auto">
          <a:xfrm>
            <a:off x="571500" y="381000"/>
            <a:ext cx="5800725" cy="5897562"/>
          </a:xfrm>
        </p:spPr>
        <p:txBody>
          <a:bodyPr vert="eaVert"/>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395198068" name="Date Placeholder 3"/>
          <p:cNvSpPr>
            <a:spLocks noGrp="1"/>
          </p:cNvSpPr>
          <p:nvPr>
            <p:ph type="dt" sz="half" idx="10"/>
          </p:nvPr>
        </p:nvSpPr>
        <p:spPr bwMode="auto"/>
        <p:txBody>
          <a:bodyPr/>
          <a:lstStyle/>
          <a:p>
            <a:pPr>
              <a:defRPr/>
            </a:pPr>
            <a:fld id="{5D14B669-C07C-4ECE-9AF2-00C14D4ABA3B}" type="datetimeFigureOut">
              <a:rPr lang="en-US"/>
              <a:t>3/13/2023</a:t>
            </a:fld>
            <a:endParaRPr lang="en-US"/>
          </a:p>
        </p:txBody>
      </p:sp>
      <p:sp>
        <p:nvSpPr>
          <p:cNvPr id="2099947605" name="Footer Placeholder 4"/>
          <p:cNvSpPr>
            <a:spLocks noGrp="1"/>
          </p:cNvSpPr>
          <p:nvPr>
            <p:ph type="ftr" sz="quarter" idx="11"/>
          </p:nvPr>
        </p:nvSpPr>
        <p:spPr bwMode="auto"/>
        <p:txBody>
          <a:bodyPr/>
          <a:lstStyle/>
          <a:p>
            <a:pPr>
              <a:defRPr/>
            </a:pPr>
            <a:endParaRPr lang="en-US"/>
          </a:p>
        </p:txBody>
      </p:sp>
      <p:sp>
        <p:nvSpPr>
          <p:cNvPr id="1467007156" name="Slide Number Placeholder 5"/>
          <p:cNvSpPr>
            <a:spLocks noGrp="1"/>
          </p:cNvSpPr>
          <p:nvPr>
            <p:ph type="sldNum" sz="quarter" idx="12"/>
          </p:nvPr>
        </p:nvSpPr>
        <p:spPr bwMode="auto"/>
        <p:txBody>
          <a:bodyPr/>
          <a:lstStyle/>
          <a:p>
            <a:pPr>
              <a:defRPr/>
            </a:pPr>
            <a:fld id="{D18CC77F-40DF-425E-B9F1-C34E0A42B3D1}"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407849673" name="Rectangle 6"/>
          <p:cNvSpPr/>
          <p:nvPr/>
        </p:nvSpPr>
        <p:spPr bwMode="auto">
          <a:xfrm>
            <a:off x="8418195" y="0"/>
            <a:ext cx="73152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0514205" name="Title Placeholder 1"/>
          <p:cNvSpPr>
            <a:spLocks noGrp="1"/>
          </p:cNvSpPr>
          <p:nvPr>
            <p:ph type="title"/>
          </p:nvPr>
        </p:nvSpPr>
        <p:spPr bwMode="auto">
          <a:xfrm>
            <a:off x="946404" y="365760"/>
            <a:ext cx="7269480" cy="1325562"/>
          </a:xfrm>
          <a:prstGeom prst="rect">
            <a:avLst/>
          </a:prstGeom>
        </p:spPr>
        <p:txBody>
          <a:bodyPr vert="horz" lIns="91440" tIns="45720" rIns="91440" bIns="45720" rtlCol="0" anchor="b">
            <a:normAutofit/>
          </a:bodyPr>
          <a:lstStyle/>
          <a:p>
            <a:pPr>
              <a:defRPr/>
            </a:pPr>
            <a:r>
              <a:rPr lang="en-US"/>
              <a:t>Click to edit Master title style</a:t>
            </a:r>
            <a:endParaRPr lang="en-US"/>
          </a:p>
        </p:txBody>
      </p:sp>
      <p:sp>
        <p:nvSpPr>
          <p:cNvPr id="1806045025" name="Text Placeholder 2"/>
          <p:cNvSpPr>
            <a:spLocks noGrp="1"/>
          </p:cNvSpPr>
          <p:nvPr>
            <p:ph type="body" idx="1"/>
          </p:nvPr>
        </p:nvSpPr>
        <p:spPr bwMode="auto">
          <a:xfrm>
            <a:off x="946404" y="1828801"/>
            <a:ext cx="6446520" cy="4351337"/>
          </a:xfrm>
          <a:prstGeom prst="rect">
            <a:avLst/>
          </a:prstGeom>
        </p:spPr>
        <p:txBody>
          <a:bodyPr vert="horz" lIns="91440" tIns="45720" rIns="91440" bIns="45720" rtlCol="0">
            <a:normAutofit/>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887986082" name="Date Placeholder 3"/>
          <p:cNvSpPr>
            <a:spLocks noGrp="1"/>
          </p:cNvSpPr>
          <p:nvPr>
            <p:ph type="dt" sz="half" idx="2"/>
          </p:nvPr>
        </p:nvSpPr>
        <p:spPr bwMode="auto">
          <a:xfrm rot="16199999">
            <a:off x="7831456" y="1044178"/>
            <a:ext cx="1904999" cy="273844"/>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pPr>
              <a:defRPr/>
            </a:pPr>
            <a:fld id="{5D14B669-C07C-4ECE-9AF2-00C14D4ABA3B}" type="datetimeFigureOut">
              <a:rPr lang="en-US"/>
              <a:t>3/13/2023</a:t>
            </a:fld>
            <a:endParaRPr lang="en-US"/>
          </a:p>
        </p:txBody>
      </p:sp>
      <p:sp>
        <p:nvSpPr>
          <p:cNvPr id="1289796680" name="Footer Placeholder 4"/>
          <p:cNvSpPr>
            <a:spLocks noGrp="1"/>
          </p:cNvSpPr>
          <p:nvPr>
            <p:ph type="ftr" sz="quarter" idx="3"/>
          </p:nvPr>
        </p:nvSpPr>
        <p:spPr bwMode="auto">
          <a:xfrm rot="16199999">
            <a:off x="6993255" y="4092178"/>
            <a:ext cx="3581400" cy="273844"/>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pPr>
              <a:defRPr/>
            </a:pPr>
            <a:endParaRPr lang="en-US"/>
          </a:p>
        </p:txBody>
      </p:sp>
      <p:sp>
        <p:nvSpPr>
          <p:cNvPr id="1431968108" name="Slide Number Placeholder 5"/>
          <p:cNvSpPr>
            <a:spLocks noGrp="1"/>
          </p:cNvSpPr>
          <p:nvPr>
            <p:ph type="sldNum" sz="quarter" idx="4"/>
          </p:nvPr>
        </p:nvSpPr>
        <p:spPr bwMode="auto">
          <a:xfrm>
            <a:off x="8441055" y="6172201"/>
            <a:ext cx="685800" cy="593725"/>
          </a:xfrm>
          <a:prstGeom prst="rect">
            <a:avLst/>
          </a:prstGeom>
        </p:spPr>
        <p:txBody>
          <a:bodyPr vert="horz" lIns="27432" tIns="45720" rIns="27432" bIns="45720" rtlCol="0" anchor="ctr">
            <a:normAutofit/>
          </a:bodyPr>
          <a:lstStyle>
            <a:lvl1pPr algn="ctr">
              <a:defRPr sz="3200">
                <a:solidFill>
                  <a:schemeClr val="tx2">
                    <a:lumMod val="60000"/>
                    <a:lumOff val="40000"/>
                  </a:schemeClr>
                </a:solidFill>
              </a:defRPr>
            </a:lvl1pPr>
          </a:lstStyle>
          <a:p>
            <a:pPr>
              <a:defRPr/>
            </a:pPr>
            <a:fld id="{D18CC77F-40DF-425E-B9F1-C34E0A42B3D1}"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000" spc="-50">
          <a:solidFill>
            <a:schemeClr val="tx1"/>
          </a:solidFill>
          <a:latin typeface="+mj-lt"/>
          <a:ea typeface="+mj-ea"/>
          <a:cs typeface="+mj-cs"/>
        </a:defRPr>
      </a:lvl1pPr>
    </p:titleStyle>
    <p:bodyStyle>
      <a:lvl1pPr marL="182880" indent="-182880" algn="l" defTabSz="914400" rtl="0">
        <a:lnSpc>
          <a:spcPct val="95000"/>
        </a:lnSpc>
        <a:spcBef>
          <a:spcPts val="1400"/>
        </a:spcBef>
        <a:spcAft>
          <a:spcPts val="200"/>
        </a:spcAft>
        <a:buClr>
          <a:schemeClr val="accent1"/>
        </a:buClr>
        <a:buSzPct val="80000"/>
        <a:buFont typeface="Arial"/>
        <a:buChar char="•"/>
        <a:defRPr sz="1800" spc="10">
          <a:solidFill>
            <a:schemeClr val="tx1"/>
          </a:solidFill>
          <a:latin typeface="+mn-lt"/>
          <a:ea typeface="+mn-ea"/>
          <a:cs typeface="+mn-cs"/>
        </a:defRPr>
      </a:lvl1pPr>
      <a:lvl2pPr marL="457200" indent="-182880" algn="l" defTabSz="914400" rtl="0">
        <a:lnSpc>
          <a:spcPct val="90000"/>
        </a:lnSpc>
        <a:spcBef>
          <a:spcPts val="300"/>
        </a:spcBef>
        <a:spcAft>
          <a:spcPts val="300"/>
        </a:spcAft>
        <a:buClr>
          <a:schemeClr val="accent1"/>
        </a:buClr>
        <a:buFont typeface="Wingdings 2"/>
        <a:buChar char=""/>
        <a:defRPr sz="1600">
          <a:solidFill>
            <a:schemeClr val="tx1">
              <a:lumMod val="85000"/>
              <a:lumOff val="15000"/>
            </a:schemeClr>
          </a:solidFill>
          <a:latin typeface="+mn-lt"/>
          <a:ea typeface="+mn-ea"/>
          <a:cs typeface="+mn-cs"/>
        </a:defRPr>
      </a:lvl2pPr>
      <a:lvl3pPr marL="731520" indent="-182880" algn="l" defTabSz="914400" rtl="0">
        <a:lnSpc>
          <a:spcPct val="90000"/>
        </a:lnSpc>
        <a:spcBef>
          <a:spcPts val="300"/>
        </a:spcBef>
        <a:spcAft>
          <a:spcPts val="300"/>
        </a:spcAft>
        <a:buClr>
          <a:schemeClr val="accent1"/>
        </a:buClr>
        <a:buFont typeface="Wingdings 2"/>
        <a:buChar char=""/>
        <a:defRPr sz="1400">
          <a:solidFill>
            <a:schemeClr val="tx1">
              <a:lumMod val="85000"/>
              <a:lumOff val="15000"/>
            </a:schemeClr>
          </a:solidFill>
          <a:latin typeface="+mn-lt"/>
          <a:ea typeface="+mn-ea"/>
          <a:cs typeface="+mn-cs"/>
        </a:defRPr>
      </a:lvl3pPr>
      <a:lvl4pPr marL="1005840" indent="-182880" algn="l" defTabSz="914400" rtl="0">
        <a:lnSpc>
          <a:spcPct val="90000"/>
        </a:lnSpc>
        <a:spcBef>
          <a:spcPts val="300"/>
        </a:spcBef>
        <a:spcAft>
          <a:spcPts val="300"/>
        </a:spcAft>
        <a:buClr>
          <a:schemeClr val="accent1"/>
        </a:buClr>
        <a:buFont typeface="Wingdings 2"/>
        <a:buChar char=""/>
        <a:defRPr sz="1400">
          <a:solidFill>
            <a:schemeClr val="tx1">
              <a:lumMod val="85000"/>
              <a:lumOff val="15000"/>
            </a:schemeClr>
          </a:solidFill>
          <a:latin typeface="+mn-lt"/>
          <a:ea typeface="+mn-ea"/>
          <a:cs typeface="+mn-cs"/>
        </a:defRPr>
      </a:lvl4pPr>
      <a:lvl5pPr marL="1280160" indent="-182880" algn="l" defTabSz="914400" rtl="0">
        <a:lnSpc>
          <a:spcPct val="90000"/>
        </a:lnSpc>
        <a:spcBef>
          <a:spcPts val="300"/>
        </a:spcBef>
        <a:spcAft>
          <a:spcPts val="300"/>
        </a:spcAft>
        <a:buClr>
          <a:schemeClr val="accent1"/>
        </a:buClr>
        <a:buFont typeface="Wingdings 2"/>
        <a:buChar char=""/>
        <a:defRPr sz="1400">
          <a:solidFill>
            <a:schemeClr val="tx1">
              <a:lumMod val="85000"/>
              <a:lumOff val="15000"/>
            </a:schemeClr>
          </a:solidFill>
          <a:latin typeface="+mn-lt"/>
          <a:ea typeface="+mn-ea"/>
          <a:cs typeface="+mn-cs"/>
        </a:defRPr>
      </a:lvl5pPr>
      <a:lvl6pPr marL="1600000" indent="-228600" algn="l" defTabSz="914400" rtl="0">
        <a:lnSpc>
          <a:spcPct val="90000"/>
        </a:lnSpc>
        <a:spcBef>
          <a:spcPts val="300"/>
        </a:spcBef>
        <a:spcAft>
          <a:spcPts val="300"/>
        </a:spcAft>
        <a:buClr>
          <a:schemeClr val="accent1"/>
        </a:buClr>
        <a:buFont typeface="Wingdings 2"/>
        <a:buChar char=""/>
        <a:defRPr sz="1400">
          <a:solidFill>
            <a:schemeClr val="tx1">
              <a:lumMod val="85000"/>
              <a:lumOff val="15000"/>
            </a:schemeClr>
          </a:solidFill>
          <a:latin typeface="+mn-lt"/>
          <a:ea typeface="+mn-ea"/>
          <a:cs typeface="+mn-cs"/>
        </a:defRPr>
      </a:lvl6pPr>
      <a:lvl7pPr marL="1900000" indent="-228600" algn="l" defTabSz="914400" rtl="0">
        <a:lnSpc>
          <a:spcPct val="90000"/>
        </a:lnSpc>
        <a:spcBef>
          <a:spcPts val="300"/>
        </a:spcBef>
        <a:spcAft>
          <a:spcPts val="300"/>
        </a:spcAft>
        <a:buClr>
          <a:schemeClr val="accent1"/>
        </a:buClr>
        <a:buFont typeface="Wingdings 2"/>
        <a:buChar char=""/>
        <a:defRPr sz="1400">
          <a:solidFill>
            <a:schemeClr val="tx1">
              <a:lumMod val="85000"/>
              <a:lumOff val="15000"/>
            </a:schemeClr>
          </a:solidFill>
          <a:latin typeface="+mn-lt"/>
          <a:ea typeface="+mn-ea"/>
          <a:cs typeface="+mn-cs"/>
        </a:defRPr>
      </a:lvl7pPr>
      <a:lvl8pPr marL="2200000" indent="-228600" algn="l" defTabSz="914400" rtl="0">
        <a:lnSpc>
          <a:spcPct val="90000"/>
        </a:lnSpc>
        <a:spcBef>
          <a:spcPts val="300"/>
        </a:spcBef>
        <a:spcAft>
          <a:spcPts val="300"/>
        </a:spcAft>
        <a:buClr>
          <a:schemeClr val="accent1"/>
        </a:buClr>
        <a:buFont typeface="Wingdings 2"/>
        <a:buChar char=""/>
        <a:defRPr sz="1400">
          <a:solidFill>
            <a:schemeClr val="tx1">
              <a:lumMod val="85000"/>
              <a:lumOff val="15000"/>
            </a:schemeClr>
          </a:solidFill>
          <a:latin typeface="+mn-lt"/>
          <a:ea typeface="+mn-ea"/>
          <a:cs typeface="+mn-cs"/>
        </a:defRPr>
      </a:lvl8pPr>
      <a:lvl9pPr marL="2500000" indent="-228600" algn="l" defTabSz="914400" rtl="0">
        <a:lnSpc>
          <a:spcPct val="90000"/>
        </a:lnSpc>
        <a:spcBef>
          <a:spcPts val="300"/>
        </a:spcBef>
        <a:spcAft>
          <a:spcPts val="300"/>
        </a:spcAft>
        <a:buClr>
          <a:schemeClr val="accent1"/>
        </a:buClr>
        <a:buFont typeface="Wingdings 2"/>
        <a:buChar char=""/>
        <a:defRPr sz="1400">
          <a:solidFill>
            <a:schemeClr val="tx1">
              <a:lumMod val="85000"/>
              <a:lumOff val="15000"/>
            </a:schemeClr>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gif"/></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png"/><Relationship Id="rId7" Type="http://schemas.openxmlformats.org/officeDocument/2006/relationships/image" Target="../media/image6.jpg"/><Relationship Id="rId8" Type="http://schemas.openxmlformats.org/officeDocument/2006/relationships/image" Target="../media/image7.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PPA1_2015.docx" TargetMode="External"/><Relationship Id="rId4" Type="http://schemas.openxmlformats.org/officeDocument/2006/relationships/hyperlink" Target="PPAssignment2.docx" TargetMode="External"/><Relationship Id="rId5" Type="http://schemas.openxmlformats.org/officeDocument/2006/relationships/hyperlink" Target="ppa3.docx" TargetMode="External"/><Relationship Id="rId6" Type="http://schemas.openxmlformats.org/officeDocument/2006/relationships/hyperlink" Target="A4_PP.docx" TargetMode="Externa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8.png"/></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9.png"/></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0.png"/></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04590163" name="Title 3"/>
          <p:cNvSpPr>
            <a:spLocks noGrp="1"/>
          </p:cNvSpPr>
          <p:nvPr>
            <p:ph type="title"/>
          </p:nvPr>
        </p:nvSpPr>
        <p:spPr bwMode="auto"/>
        <p:txBody>
          <a:bodyPr/>
          <a:lstStyle/>
          <a:p>
            <a:pPr>
              <a:defRPr/>
            </a:pPr>
            <a:endParaRPr lang="en-US"/>
          </a:p>
        </p:txBody>
      </p:sp>
      <p:sp>
        <p:nvSpPr>
          <p:cNvPr id="479241254" name="Subtitle 2"/>
          <p:cNvSpPr>
            <a:spLocks noGrp="1"/>
          </p:cNvSpPr>
          <p:nvPr>
            <p:ph idx="1"/>
          </p:nvPr>
        </p:nvSpPr>
        <p:spPr bwMode="auto"/>
        <p:txBody>
          <a:bodyPr>
            <a:normAutofit/>
          </a:bodyPr>
          <a:lstStyle/>
          <a:p>
            <a:pPr marL="0" indent="0" algn="ctr">
              <a:buNone/>
              <a:defRPr/>
            </a:pPr>
            <a:endParaRPr lang="en-US" sz="2800" b="1"/>
          </a:p>
          <a:p>
            <a:pPr marL="0" indent="0" algn="ctr">
              <a:buNone/>
              <a:defRPr/>
            </a:pPr>
            <a:r>
              <a:rPr lang="en-US" sz="2800" b="1"/>
              <a:t>CSGE4963</a:t>
            </a:r>
            <a:endParaRPr/>
          </a:p>
          <a:p>
            <a:pPr marL="0" indent="0" algn="ctr">
              <a:buNone/>
              <a:defRPr/>
            </a:pPr>
            <a:r>
              <a:rPr lang="en-US" sz="3600" b="1">
                <a:solidFill>
                  <a:schemeClr val="tx1"/>
                </a:solidFill>
              </a:rPr>
              <a:t>Professional Practices</a:t>
            </a:r>
            <a:endParaRPr/>
          </a:p>
          <a:p>
            <a:pPr marL="0" indent="0" algn="ctr">
              <a:buNone/>
              <a:defRPr/>
            </a:pPr>
            <a:r>
              <a:rPr lang="en-US" sz="2800" b="1">
                <a:solidFill>
                  <a:schemeClr val="tx1"/>
                </a:solidFill>
              </a:rPr>
              <a:t>Spring </a:t>
            </a:r>
            <a:r>
              <a:rPr lang="en-US" sz="2800" b="1">
                <a:solidFill>
                  <a:schemeClr val="tx1"/>
                </a:solidFill>
              </a:rPr>
              <a:t>2023</a:t>
            </a:r>
            <a:endParaRPr lang="en-US" sz="2800" b="1">
              <a:solidFill>
                <a:schemeClr val="tx1"/>
              </a:solidFill>
            </a:endParaRPr>
          </a:p>
          <a:p>
            <a:pPr marL="0" indent="0" algn="ctr">
              <a:buNone/>
              <a:defRPr/>
            </a:pPr>
            <a:endParaRPr lang="en-US" b="1">
              <a:solidFill>
                <a:schemeClr val="tx1"/>
              </a:solidFill>
            </a:endParaRPr>
          </a:p>
          <a:p>
            <a:pPr marL="0" indent="0" algn="ctr">
              <a:buNone/>
              <a:defRPr/>
            </a:pPr>
            <a:endParaRPr lang="en-US" b="1"/>
          </a:p>
          <a:p>
            <a:pPr marL="0" indent="0" algn="ctr">
              <a:buNone/>
              <a:defRPr/>
            </a:pPr>
            <a:r>
              <a:rPr lang="en-US" sz="2400" b="1">
                <a:solidFill>
                  <a:schemeClr val="tx1"/>
                </a:solidFill>
              </a:rPr>
              <a:t>Sections: A, B, </a:t>
            </a:r>
            <a:r>
              <a:rPr lang="en-US" sz="2400" b="1">
                <a:solidFill>
                  <a:srgbClr val="00B050"/>
                </a:solidFill>
              </a:rPr>
              <a:t>C</a:t>
            </a:r>
            <a:r>
              <a:rPr lang="en-US" sz="2400" b="1">
                <a:solidFill>
                  <a:schemeClr val="tx1"/>
                </a:solidFill>
              </a:rPr>
              <a:t>, D, E, F</a:t>
            </a:r>
            <a:endParaRPr/>
          </a:p>
        </p:txBody>
      </p:sp>
      <p:pic>
        <p:nvPicPr>
          <p:cNvPr id="202140078" name="Picture 4" descr="Related image"/>
          <p:cNvPicPr>
            <a:picLocks noChangeAspect="1" noChangeArrowheads="1"/>
          </p:cNvPicPr>
          <p:nvPr/>
        </p:nvPicPr>
        <p:blipFill>
          <a:blip r:embed="rId3"/>
          <a:stretch/>
        </p:blipFill>
        <p:spPr bwMode="auto">
          <a:xfrm>
            <a:off x="0" y="0"/>
            <a:ext cx="8305800" cy="1676400"/>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95224598" name="Title 1"/>
          <p:cNvSpPr>
            <a:spLocks noGrp="1"/>
          </p:cNvSpPr>
          <p:nvPr>
            <p:ph type="title"/>
          </p:nvPr>
        </p:nvSpPr>
        <p:spPr bwMode="auto">
          <a:xfrm>
            <a:off x="534924" y="304800"/>
            <a:ext cx="7269480" cy="1325562"/>
          </a:xfrm>
        </p:spPr>
        <p:txBody>
          <a:bodyPr>
            <a:normAutofit/>
          </a:bodyPr>
          <a:lstStyle/>
          <a:p>
            <a:pPr algn="ctr">
              <a:defRPr/>
            </a:pPr>
            <a:r>
              <a:rPr lang="en-US">
                <a:latin typeface="FrankRuehl"/>
                <a:cs typeface="FrankRuehl"/>
              </a:rPr>
              <a:t>Professional Practices </a:t>
            </a:r>
            <a:br>
              <a:rPr lang="en-US" sz="4800">
                <a:latin typeface="FrankRuehl"/>
                <a:cs typeface="FrankRuehl"/>
              </a:rPr>
            </a:br>
            <a:r>
              <a:rPr lang="en-US" sz="3600" i="1" u="sng">
                <a:latin typeface="FrankRuehl"/>
                <a:cs typeface="FrankRuehl"/>
              </a:rPr>
              <a:t>Credit Hours: 3</a:t>
            </a:r>
            <a:endParaRPr lang="en-GB"/>
          </a:p>
        </p:txBody>
      </p:sp>
      <p:sp>
        <p:nvSpPr>
          <p:cNvPr id="1684038950" name="Content Placeholder 2"/>
          <p:cNvSpPr>
            <a:spLocks noGrp="1"/>
          </p:cNvSpPr>
          <p:nvPr>
            <p:ph idx="1"/>
          </p:nvPr>
        </p:nvSpPr>
        <p:spPr bwMode="auto"/>
        <p:txBody>
          <a:bodyPr>
            <a:normAutofit lnSpcReduction="10000"/>
          </a:bodyPr>
          <a:lstStyle/>
          <a:p>
            <a:pPr algn="just">
              <a:buFont typeface="Wingdings"/>
              <a:buChar char="q"/>
              <a:defRPr/>
            </a:pPr>
            <a:r>
              <a:rPr lang="en-US" sz="2000"/>
              <a:t>Professional Practices is a very interesting course in which you will be introduced to Professional practices being followed in different organizations. </a:t>
            </a:r>
            <a:endParaRPr/>
          </a:p>
          <a:p>
            <a:pPr algn="just">
              <a:buFont typeface="Wingdings"/>
              <a:buChar char="q"/>
              <a:defRPr/>
            </a:pPr>
            <a:endParaRPr lang="en-US" sz="2000"/>
          </a:p>
          <a:p>
            <a:pPr algn="just">
              <a:buFont typeface="Wingdings"/>
              <a:buChar char="q"/>
              <a:defRPr/>
            </a:pPr>
            <a:r>
              <a:rPr lang="en-US" sz="2000"/>
              <a:t>Objective of this course is to provide you an insight about working environment of organizations, your future destination.</a:t>
            </a:r>
            <a:endParaRPr/>
          </a:p>
          <a:p>
            <a:pPr algn="just">
              <a:buFont typeface="Wingdings"/>
              <a:buChar char="q"/>
              <a:defRPr/>
            </a:pPr>
            <a:endParaRPr lang="en-US" sz="2000"/>
          </a:p>
          <a:p>
            <a:pPr algn="just">
              <a:buFont typeface="Wingdings"/>
              <a:buChar char="q"/>
              <a:defRPr/>
            </a:pPr>
            <a:r>
              <a:rPr lang="en-US" sz="2000"/>
              <a:t>In this course, you will learn everything about organizational Practices ranging from Employee's perspective to organizational strategies in an organization.</a:t>
            </a:r>
            <a:endParaRPr/>
          </a:p>
          <a:p>
            <a:pPr algn="just">
              <a:defRPr/>
            </a:pPr>
            <a:endParaRPr lang="en-US"/>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60787591" name="TextBox 1"/>
          <p:cNvSpPr txBox="1"/>
          <p:nvPr/>
        </p:nvSpPr>
        <p:spPr bwMode="auto">
          <a:xfrm>
            <a:off x="457200" y="484909"/>
            <a:ext cx="2047355" cy="369332"/>
          </a:xfrm>
          <a:prstGeom prst="rect">
            <a:avLst/>
          </a:prstGeom>
          <a:noFill/>
        </p:spPr>
        <p:txBody>
          <a:bodyPr wrap="none" rtlCol="0">
            <a:spAutoFit/>
          </a:bodyPr>
          <a:lstStyle/>
          <a:p>
            <a:pPr>
              <a:defRPr/>
            </a:pPr>
            <a:r>
              <a:rPr lang="en-US" b="1"/>
              <a:t>Week # 01 Plan:</a:t>
            </a:r>
            <a:endParaRPr/>
          </a:p>
        </p:txBody>
      </p:sp>
      <p:graphicFrame>
        <p:nvGraphicFramePr>
          <p:cNvPr id="1813226894" name="Content Placeholder 4"/>
          <p:cNvGraphicFramePr>
            <a:graphicFrameLocks xmlns:a="http://schemas.openxmlformats.org/drawingml/2006/main" noGrp="1"/>
          </p:cNvGraphicFramePr>
          <p:nvPr>
            <p:ph idx="1"/>
          </p:nvPr>
        </p:nvGraphicFramePr>
        <p:xfrm>
          <a:off x="457200" y="1295400"/>
          <a:ext cx="7543800" cy="4876800"/>
        </p:xfrm>
        <a:graphic>
          <a:graphicData uri="http://schemas.openxmlformats.org/drawingml/2006/table">
            <a:tbl>
              <a:tblPr firstRow="1" firstCol="1" lastRow="1" lastCol="1" bandRow="1" bandCol="1">
                <a:tableStyleId>{5C22544A-7EE6-4342-B048-85BDC9FD1C3A}</a:tableStyleId>
              </a:tblPr>
              <a:tblGrid>
                <a:gridCol w="884646"/>
                <a:gridCol w="1858555"/>
                <a:gridCol w="3488211"/>
                <a:gridCol w="1312388"/>
              </a:tblGrid>
              <a:tr h="605092">
                <a:tc>
                  <a:txBody>
                    <a:bodyPr/>
                    <a:p>
                      <a:pPr marL="0" marR="0" algn="ctr">
                        <a:spcBef>
                          <a:spcPts val="0"/>
                        </a:spcBef>
                        <a:spcAft>
                          <a:spcPts val="0"/>
                        </a:spcAft>
                        <a:defRPr/>
                      </a:pPr>
                      <a:r>
                        <a:rPr lang="en-US" sz="1200">
                          <a:solidFill>
                            <a:schemeClr val="tx1"/>
                          </a:solidFill>
                        </a:rPr>
                        <a:t>Week #</a:t>
                      </a:r>
                      <a:endParaRPr lang="en-US" sz="1200">
                        <a:solidFill>
                          <a:schemeClr val="tx1"/>
                        </a:solidFill>
                        <a:latin typeface="Times New Roman"/>
                        <a:ea typeface="Times New Roman"/>
                      </a:endParaRPr>
                    </a:p>
                  </a:txBody>
                  <a:tcPr marL="68580" marR="68580" marT="0" marB="0" anchor="ctr">
                    <a:solidFill>
                      <a:schemeClr val="accent1">
                        <a:lumMod val="40000"/>
                        <a:lumOff val="60000"/>
                      </a:schemeClr>
                    </a:solidFill>
                  </a:tcPr>
                </a:tc>
                <a:tc>
                  <a:txBody>
                    <a:bodyPr/>
                    <a:p>
                      <a:pPr marL="0" marR="0" algn="ctr">
                        <a:spcBef>
                          <a:spcPts val="0"/>
                        </a:spcBef>
                        <a:spcAft>
                          <a:spcPts val="0"/>
                        </a:spcAft>
                        <a:defRPr/>
                      </a:pPr>
                      <a:r>
                        <a:rPr lang="en-US" sz="1200">
                          <a:solidFill>
                            <a:schemeClr val="tx1"/>
                          </a:solidFill>
                        </a:rPr>
                        <a:t>Lecture #</a:t>
                      </a:r>
                      <a:endParaRPr lang="en-US" sz="1200">
                        <a:solidFill>
                          <a:schemeClr val="tx1"/>
                        </a:solidFill>
                        <a:latin typeface="Times New Roman"/>
                        <a:ea typeface="Times New Roman"/>
                      </a:endParaRPr>
                    </a:p>
                  </a:txBody>
                  <a:tcPr marL="68580" marR="68580" marT="0" marB="0" anchor="ctr">
                    <a:solidFill>
                      <a:schemeClr val="accent1">
                        <a:lumMod val="40000"/>
                        <a:lumOff val="60000"/>
                      </a:schemeClr>
                    </a:solidFill>
                  </a:tcPr>
                </a:tc>
                <a:tc>
                  <a:txBody>
                    <a:bodyPr/>
                    <a:p>
                      <a:pPr marL="0" marR="0" algn="ctr">
                        <a:spcBef>
                          <a:spcPts val="0"/>
                        </a:spcBef>
                        <a:spcAft>
                          <a:spcPts val="0"/>
                        </a:spcAft>
                        <a:defRPr/>
                      </a:pPr>
                      <a:r>
                        <a:rPr lang="en-US" sz="1200">
                          <a:solidFill>
                            <a:schemeClr val="tx1"/>
                          </a:solidFill>
                        </a:rPr>
                        <a:t>Topics Covered</a:t>
                      </a:r>
                      <a:endParaRPr lang="en-US" sz="1200">
                        <a:solidFill>
                          <a:schemeClr val="tx1"/>
                        </a:solidFill>
                        <a:latin typeface="Times New Roman"/>
                        <a:ea typeface="Times New Roman"/>
                      </a:endParaRPr>
                    </a:p>
                  </a:txBody>
                  <a:tcPr marL="68580" marR="68580" marT="0" marB="0" anchor="ctr">
                    <a:solidFill>
                      <a:schemeClr val="accent1">
                        <a:lumMod val="40000"/>
                        <a:lumOff val="60000"/>
                      </a:schemeClr>
                    </a:solidFill>
                  </a:tcPr>
                </a:tc>
                <a:tc>
                  <a:txBody>
                    <a:bodyPr/>
                    <a:p>
                      <a:pPr marL="0" marR="0" algn="ctr">
                        <a:spcBef>
                          <a:spcPts val="0"/>
                        </a:spcBef>
                        <a:spcAft>
                          <a:spcPts val="0"/>
                        </a:spcAft>
                        <a:defRPr/>
                      </a:pPr>
                      <a:r>
                        <a:rPr lang="en-US" sz="1200">
                          <a:solidFill>
                            <a:schemeClr val="tx1"/>
                          </a:solidFill>
                        </a:rPr>
                        <a:t> </a:t>
                      </a:r>
                      <a:endParaRPr/>
                    </a:p>
                    <a:p>
                      <a:pPr marL="0" marR="0" algn="ctr">
                        <a:spcBef>
                          <a:spcPts val="0"/>
                        </a:spcBef>
                        <a:spcAft>
                          <a:spcPts val="0"/>
                        </a:spcAft>
                        <a:defRPr/>
                      </a:pPr>
                      <a:r>
                        <a:rPr lang="en-US" sz="1200">
                          <a:solidFill>
                            <a:schemeClr val="tx1"/>
                          </a:solidFill>
                        </a:rPr>
                        <a:t>Evaluation Instrument Used</a:t>
                      </a:r>
                      <a:endParaRPr lang="en-US" sz="1200">
                        <a:solidFill>
                          <a:schemeClr val="tx1"/>
                        </a:solidFill>
                        <a:latin typeface="Times New Roman"/>
                        <a:ea typeface="Times New Roman"/>
                      </a:endParaRPr>
                    </a:p>
                  </a:txBody>
                  <a:tcPr marL="68580" marR="68580" marT="0" marB="0" anchor="ctr">
                    <a:solidFill>
                      <a:schemeClr val="accent1">
                        <a:lumMod val="40000"/>
                        <a:lumOff val="60000"/>
                      </a:schemeClr>
                    </a:solidFill>
                  </a:tcPr>
                </a:tc>
              </a:tr>
              <a:tr h="1442720">
                <a:tc rowSpan="2">
                  <a:txBody>
                    <a:bodyPr/>
                    <a:p>
                      <a:pPr marL="0" marR="0" algn="ctr">
                        <a:spcBef>
                          <a:spcPts val="0"/>
                        </a:spcBef>
                        <a:spcAft>
                          <a:spcPts val="0"/>
                        </a:spcAft>
                        <a:defRPr/>
                      </a:pPr>
                      <a:r>
                        <a:rPr lang="en-US" sz="1200">
                          <a:solidFill>
                            <a:schemeClr val="tx1"/>
                          </a:solidFill>
                        </a:rPr>
                        <a:t>1</a:t>
                      </a:r>
                      <a:endParaRPr/>
                    </a:p>
                    <a:p>
                      <a:pPr marL="0" marR="0" algn="ctr">
                        <a:spcBef>
                          <a:spcPts val="0"/>
                        </a:spcBef>
                        <a:spcAft>
                          <a:spcPts val="0"/>
                        </a:spcAft>
                        <a:defRPr/>
                      </a:pPr>
                      <a:r>
                        <a:rPr lang="en-US" sz="1200">
                          <a:solidFill>
                            <a:schemeClr val="tx1"/>
                          </a:solidFill>
                        </a:rPr>
                        <a:t> </a:t>
                      </a:r>
                      <a:endParaRPr lang="en-US" sz="1200">
                        <a:solidFill>
                          <a:schemeClr val="tx1"/>
                        </a:solidFill>
                        <a:latin typeface="Times New Roman"/>
                        <a:ea typeface="Times New Roman"/>
                      </a:endParaRPr>
                    </a:p>
                  </a:txBody>
                  <a:tcPr marL="68580" marR="68580" marT="0" marB="0" anchor="ctr">
                    <a:solidFill>
                      <a:schemeClr val="accent1">
                        <a:lumMod val="40000"/>
                        <a:lumOff val="60000"/>
                      </a:schemeClr>
                    </a:solidFill>
                  </a:tcPr>
                </a:tc>
                <a:tc>
                  <a:txBody>
                    <a:bodyPr/>
                    <a:p>
                      <a:pPr marL="0" marR="0" algn="ctr">
                        <a:spcBef>
                          <a:spcPts val="0"/>
                        </a:spcBef>
                        <a:spcAft>
                          <a:spcPts val="0"/>
                        </a:spcAft>
                        <a:defRPr/>
                      </a:pPr>
                      <a:r>
                        <a:rPr lang="en-US" sz="1200">
                          <a:solidFill>
                            <a:schemeClr val="tx1"/>
                          </a:solidFill>
                        </a:rPr>
                        <a:t>1</a:t>
                      </a:r>
                      <a:endParaRPr lang="en-US" sz="1200">
                        <a:solidFill>
                          <a:schemeClr val="tx1"/>
                        </a:solidFill>
                        <a:latin typeface="Times New Roman"/>
                        <a:ea typeface="Times New Roman"/>
                      </a:endParaRPr>
                    </a:p>
                  </a:txBody>
                  <a:tcPr marL="68580" marR="68580" marT="0" marB="0" anchor="ctr">
                    <a:solidFill>
                      <a:schemeClr val="accent1">
                        <a:lumMod val="40000"/>
                        <a:lumOff val="60000"/>
                      </a:schemeClr>
                    </a:solidFill>
                  </a:tcPr>
                </a:tc>
                <a:tc>
                  <a:txBody>
                    <a:bodyPr/>
                    <a:p>
                      <a:pPr marL="0" marR="0" algn="l">
                        <a:spcBef>
                          <a:spcPts val="0"/>
                        </a:spcBef>
                        <a:spcAft>
                          <a:spcPts val="0"/>
                        </a:spcAft>
                        <a:defRPr/>
                      </a:pPr>
                      <a:r>
                        <a:rPr lang="en-US" sz="1600" b="1" u="sng">
                          <a:solidFill>
                            <a:schemeClr val="tx1"/>
                          </a:solidFill>
                          <a:latin typeface="+mn-lt"/>
                        </a:rPr>
                        <a:t>Introduction</a:t>
                      </a:r>
                      <a:endParaRPr lang="en-US" sz="1600" b="1">
                        <a:solidFill>
                          <a:schemeClr val="tx1"/>
                        </a:solidFill>
                        <a:latin typeface="+mn-lt"/>
                      </a:endParaRPr>
                    </a:p>
                    <a:p>
                      <a:pPr marL="0" marR="0" algn="l">
                        <a:spcBef>
                          <a:spcPts val="0"/>
                        </a:spcBef>
                        <a:spcAft>
                          <a:spcPts val="0"/>
                        </a:spcAft>
                        <a:defRPr/>
                      </a:pPr>
                      <a:r>
                        <a:rPr lang="en-US" sz="1600" b="1">
                          <a:solidFill>
                            <a:schemeClr val="tx1"/>
                          </a:solidFill>
                          <a:latin typeface="+mn-lt"/>
                        </a:rPr>
                        <a:t>Introduction to Professional Practices</a:t>
                      </a:r>
                      <a:endParaRPr/>
                    </a:p>
                    <a:p>
                      <a:pPr marL="0" marR="0" algn="l">
                        <a:spcBef>
                          <a:spcPts val="0"/>
                        </a:spcBef>
                        <a:spcAft>
                          <a:spcPts val="0"/>
                        </a:spcAft>
                        <a:defRPr/>
                      </a:pPr>
                      <a:r>
                        <a:rPr lang="en-US" sz="1600" b="1">
                          <a:latin typeface="+mn-lt"/>
                          <a:cs typeface="FrankRuehl"/>
                        </a:rPr>
                        <a:t>Professional Responsibilities</a:t>
                      </a:r>
                      <a:endParaRPr/>
                    </a:p>
                    <a:p>
                      <a:pPr marL="0" marR="0" algn="l">
                        <a:spcBef>
                          <a:spcPts val="0"/>
                        </a:spcBef>
                        <a:spcAft>
                          <a:spcPts val="0"/>
                        </a:spcAft>
                        <a:defRPr/>
                      </a:pPr>
                      <a:r>
                        <a:rPr lang="en-US" sz="1600" b="1">
                          <a:latin typeface="+mn-lt"/>
                          <a:cs typeface="FrankRuehl"/>
                        </a:rPr>
                        <a:t>Traits of a Profession.</a:t>
                      </a:r>
                      <a:endParaRPr/>
                    </a:p>
                    <a:p>
                      <a:pPr marL="0" marR="0" algn="l">
                        <a:spcBef>
                          <a:spcPts val="0"/>
                        </a:spcBef>
                        <a:spcAft>
                          <a:spcPts val="0"/>
                        </a:spcAft>
                        <a:defRPr/>
                      </a:pPr>
                      <a:r>
                        <a:rPr lang="en-US" sz="1600" b="1">
                          <a:solidFill>
                            <a:schemeClr val="tx1"/>
                          </a:solidFill>
                          <a:latin typeface="+mn-lt"/>
                        </a:rPr>
                        <a:t>Applying</a:t>
                      </a:r>
                      <a:r>
                        <a:rPr lang="en-US" sz="1600" b="1">
                          <a:solidFill>
                            <a:schemeClr val="tx1"/>
                          </a:solidFill>
                          <a:latin typeface="+mn-lt"/>
                        </a:rPr>
                        <a:t> profession on scenarios</a:t>
                      </a:r>
                      <a:endParaRPr/>
                    </a:p>
                    <a:p>
                      <a:pPr marL="0" marR="0" indent="0" algn="l" defTabSz="914400" rtl="0">
                        <a:lnSpc>
                          <a:spcPct val="100000"/>
                        </a:lnSpc>
                        <a:spcBef>
                          <a:spcPts val="0"/>
                        </a:spcBef>
                        <a:spcAft>
                          <a:spcPts val="0"/>
                        </a:spcAft>
                        <a:buClrTx/>
                        <a:buSzTx/>
                        <a:buFontTx/>
                        <a:buNone/>
                        <a:defRPr/>
                      </a:pPr>
                      <a:r>
                        <a:rPr lang="en-US" sz="1600" b="1">
                          <a:solidFill>
                            <a:schemeClr val="tx1"/>
                          </a:solidFill>
                          <a:latin typeface="+mn-lt"/>
                        </a:rPr>
                        <a:t>What are the characteristics of a professional?</a:t>
                      </a:r>
                      <a:endParaRPr/>
                    </a:p>
                  </a:txBody>
                  <a:tcPr marL="68580" marR="68580" marT="0" marB="0">
                    <a:solidFill>
                      <a:schemeClr val="accent1">
                        <a:lumMod val="40000"/>
                        <a:lumOff val="60000"/>
                      </a:schemeClr>
                    </a:solidFill>
                  </a:tcPr>
                </a:tc>
                <a:tc>
                  <a:txBody>
                    <a:bodyPr/>
                    <a:p>
                      <a:pPr marL="0" marR="0" algn="l">
                        <a:spcBef>
                          <a:spcPts val="0"/>
                        </a:spcBef>
                        <a:spcAft>
                          <a:spcPts val="0"/>
                        </a:spcAft>
                        <a:defRPr/>
                      </a:pPr>
                      <a:r>
                        <a:rPr lang="en-US" sz="1200">
                          <a:solidFill>
                            <a:schemeClr val="tx1"/>
                          </a:solidFill>
                        </a:rPr>
                        <a:t> </a:t>
                      </a:r>
                      <a:endParaRPr lang="en-US" sz="1200">
                        <a:solidFill>
                          <a:schemeClr val="tx1"/>
                        </a:solidFill>
                        <a:latin typeface="Times New Roman"/>
                        <a:ea typeface="Times New Roman"/>
                      </a:endParaRPr>
                    </a:p>
                  </a:txBody>
                  <a:tcPr marL="68580" marR="68580" marT="0" marB="0">
                    <a:solidFill>
                      <a:schemeClr val="accent1">
                        <a:lumMod val="40000"/>
                        <a:lumOff val="60000"/>
                      </a:schemeClr>
                    </a:solidFill>
                  </a:tcPr>
                </a:tc>
              </a:tr>
              <a:tr h="320343">
                <a:tc vMerge="1">
                  <a:txBody>
                    <a:bodyPr/>
                    <a:p>
                      <a:pPr>
                        <a:defRPr/>
                      </a:pPr>
                      <a:endParaRPr lang="en-US"/>
                    </a:p>
                  </a:txBody>
                  <a:tcPr/>
                </a:tc>
                <a:tc>
                  <a:txBody>
                    <a:bodyPr/>
                    <a:p>
                      <a:pPr marL="0" marR="0" algn="ctr">
                        <a:spcBef>
                          <a:spcPts val="0"/>
                        </a:spcBef>
                        <a:spcAft>
                          <a:spcPts val="0"/>
                        </a:spcAft>
                        <a:defRPr/>
                      </a:pPr>
                      <a:r>
                        <a:rPr lang="en-US" sz="1200">
                          <a:solidFill>
                            <a:schemeClr val="tx1"/>
                          </a:solidFill>
                        </a:rPr>
                        <a:t>2</a:t>
                      </a:r>
                      <a:endParaRPr lang="en-US" sz="1200">
                        <a:solidFill>
                          <a:schemeClr val="tx1"/>
                        </a:solidFill>
                        <a:latin typeface="Times New Roman"/>
                        <a:ea typeface="Times New Roman"/>
                      </a:endParaRPr>
                    </a:p>
                  </a:txBody>
                  <a:tcPr marL="68580" marR="68580" marT="0" marB="0" anchor="ctr">
                    <a:solidFill>
                      <a:schemeClr val="accent1">
                        <a:lumMod val="40000"/>
                        <a:lumOff val="60000"/>
                      </a:schemeClr>
                    </a:solidFill>
                  </a:tcPr>
                </a:tc>
                <a:tc>
                  <a:txBody>
                    <a:bodyPr/>
                    <a:p>
                      <a:pPr marL="0" marR="0" algn="l">
                        <a:spcBef>
                          <a:spcPts val="0"/>
                        </a:spcBef>
                        <a:spcAft>
                          <a:spcPts val="0"/>
                        </a:spcAft>
                        <a:defRPr/>
                      </a:pPr>
                      <a:r>
                        <a:rPr lang="en-US" sz="1600" b="1">
                          <a:solidFill>
                            <a:schemeClr val="tx1"/>
                          </a:solidFill>
                        </a:rPr>
                        <a:t>What is ethics?</a:t>
                      </a:r>
                      <a:endParaRPr/>
                    </a:p>
                    <a:p>
                      <a:pPr marL="0" marR="0" algn="l">
                        <a:spcBef>
                          <a:spcPts val="0"/>
                        </a:spcBef>
                        <a:spcAft>
                          <a:spcPts val="0"/>
                        </a:spcAft>
                        <a:defRPr/>
                      </a:pPr>
                      <a:r>
                        <a:rPr lang="en-US" sz="1600" b="1">
                          <a:solidFill>
                            <a:schemeClr val="tx1"/>
                          </a:solidFill>
                        </a:rPr>
                        <a:t>Definition of ethics</a:t>
                      </a:r>
                      <a:endParaRPr/>
                    </a:p>
                    <a:p>
                      <a:pPr marL="0" marR="0" algn="l">
                        <a:spcBef>
                          <a:spcPts val="0"/>
                        </a:spcBef>
                        <a:spcAft>
                          <a:spcPts val="0"/>
                        </a:spcAft>
                        <a:defRPr/>
                      </a:pPr>
                      <a:r>
                        <a:rPr lang="en-US" sz="1600" b="1">
                          <a:solidFill>
                            <a:schemeClr val="tx1"/>
                          </a:solidFill>
                        </a:rPr>
                        <a:t>Importance of integrity</a:t>
                      </a:r>
                      <a:endParaRPr/>
                    </a:p>
                    <a:p>
                      <a:pPr marL="0" marR="0" algn="l">
                        <a:spcBef>
                          <a:spcPts val="0"/>
                        </a:spcBef>
                        <a:spcAft>
                          <a:spcPts val="0"/>
                        </a:spcAft>
                        <a:defRPr/>
                      </a:pPr>
                      <a:r>
                        <a:rPr lang="en-US" sz="1600" b="1">
                          <a:solidFill>
                            <a:schemeClr val="tx1"/>
                          </a:solidFill>
                        </a:rPr>
                        <a:t>The difference between Morals, Ethics, and Laws</a:t>
                      </a:r>
                      <a:endParaRPr/>
                    </a:p>
                    <a:p>
                      <a:pPr marL="0" marR="0" algn="l">
                        <a:spcBef>
                          <a:spcPts val="0"/>
                        </a:spcBef>
                        <a:spcAft>
                          <a:spcPts val="0"/>
                        </a:spcAft>
                        <a:defRPr/>
                      </a:pPr>
                      <a:r>
                        <a:rPr lang="en-US" sz="1600" b="1">
                          <a:solidFill>
                            <a:schemeClr val="tx1"/>
                          </a:solidFill>
                        </a:rPr>
                        <a:t>Ethics In Information Technology</a:t>
                      </a:r>
                      <a:endParaRPr lang="en-US" sz="1600" b="1">
                        <a:solidFill>
                          <a:schemeClr val="tx1"/>
                        </a:solidFill>
                        <a:latin typeface="Times New Roman"/>
                        <a:ea typeface="Times New Roman"/>
                      </a:endParaRPr>
                    </a:p>
                    <a:p>
                      <a:pPr marL="0" marR="0" algn="l">
                        <a:spcBef>
                          <a:spcPts val="0"/>
                        </a:spcBef>
                        <a:spcAft>
                          <a:spcPts val="0"/>
                        </a:spcAft>
                        <a:defRPr/>
                      </a:pPr>
                      <a:endParaRPr lang="en-US" sz="1600">
                        <a:solidFill>
                          <a:schemeClr val="tx1"/>
                        </a:solidFill>
                        <a:latin typeface="Times New Roman"/>
                        <a:ea typeface="Times New Roman"/>
                      </a:endParaRPr>
                    </a:p>
                  </a:txBody>
                  <a:tcPr marL="68580" marR="68580" marT="0" marB="0">
                    <a:solidFill>
                      <a:schemeClr val="accent1">
                        <a:lumMod val="40000"/>
                        <a:lumOff val="60000"/>
                      </a:schemeClr>
                    </a:solidFill>
                  </a:tcPr>
                </a:tc>
                <a:tc>
                  <a:txBody>
                    <a:bodyPr/>
                    <a:p>
                      <a:pPr marL="0" marR="0" algn="l">
                        <a:spcBef>
                          <a:spcPts val="0"/>
                        </a:spcBef>
                        <a:spcAft>
                          <a:spcPts val="0"/>
                        </a:spcAft>
                        <a:defRPr/>
                      </a:pPr>
                      <a:r>
                        <a:rPr lang="en-US" sz="1200">
                          <a:solidFill>
                            <a:schemeClr val="tx1"/>
                          </a:solidFill>
                        </a:rPr>
                        <a:t> </a:t>
                      </a:r>
                      <a:endParaRPr lang="en-US" sz="1200">
                        <a:solidFill>
                          <a:schemeClr val="tx1"/>
                        </a:solidFill>
                        <a:latin typeface="Times New Roman"/>
                        <a:ea typeface="Times New Roman"/>
                      </a:endParaRPr>
                    </a:p>
                  </a:txBody>
                  <a:tcPr marL="68580" marR="68580" marT="0" marB="0">
                    <a:solidFill>
                      <a:schemeClr val="accent1">
                        <a:lumMod val="40000"/>
                        <a:lumOff val="60000"/>
                      </a:schemeClr>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73951695" name="Picture 5"/>
          <p:cNvPicPr>
            <a:picLocks noChangeAspect="1"/>
          </p:cNvPicPr>
          <p:nvPr/>
        </p:nvPicPr>
        <p:blipFill>
          <a:blip r:embed="rId3"/>
          <a:stretch/>
        </p:blipFill>
        <p:spPr bwMode="auto">
          <a:xfrm>
            <a:off x="3461905" y="2667000"/>
            <a:ext cx="1915390" cy="1382537"/>
          </a:xfrm>
          <a:prstGeom prst="rect">
            <a:avLst/>
          </a:prstGeom>
        </p:spPr>
      </p:pic>
      <p:pic>
        <p:nvPicPr>
          <p:cNvPr id="123675996" name="Picture 7"/>
          <p:cNvPicPr>
            <a:picLocks noChangeAspect="1"/>
          </p:cNvPicPr>
          <p:nvPr/>
        </p:nvPicPr>
        <p:blipFill>
          <a:blip r:embed="rId4"/>
          <a:stretch/>
        </p:blipFill>
        <p:spPr bwMode="auto">
          <a:xfrm>
            <a:off x="3352800" y="4227918"/>
            <a:ext cx="2133600" cy="1933575"/>
          </a:xfrm>
          <a:prstGeom prst="rect">
            <a:avLst/>
          </a:prstGeom>
        </p:spPr>
      </p:pic>
      <p:pic>
        <p:nvPicPr>
          <p:cNvPr id="817838357" name="Picture 9"/>
          <p:cNvPicPr>
            <a:picLocks noChangeAspect="1"/>
          </p:cNvPicPr>
          <p:nvPr/>
        </p:nvPicPr>
        <p:blipFill>
          <a:blip r:embed="rId4"/>
          <a:stretch/>
        </p:blipFill>
        <p:spPr bwMode="auto">
          <a:xfrm>
            <a:off x="3352800" y="598775"/>
            <a:ext cx="2133600" cy="1933575"/>
          </a:xfrm>
          <a:prstGeom prst="rect">
            <a:avLst/>
          </a:prstGeom>
        </p:spPr>
      </p:pic>
      <p:pic>
        <p:nvPicPr>
          <p:cNvPr id="2037486324" name="Picture 1"/>
          <p:cNvPicPr>
            <a:picLocks noChangeAspect="1"/>
          </p:cNvPicPr>
          <p:nvPr/>
        </p:nvPicPr>
        <p:blipFill>
          <a:blip r:embed="rId5"/>
          <a:stretch/>
        </p:blipFill>
        <p:spPr bwMode="auto">
          <a:xfrm>
            <a:off x="0" y="3172610"/>
            <a:ext cx="3264345" cy="3609189"/>
          </a:xfrm>
          <a:prstGeom prst="rect">
            <a:avLst/>
          </a:prstGeom>
          <a:ln w="101600">
            <a:solidFill>
              <a:srgbClr val="FF0000"/>
            </a:solidFill>
          </a:ln>
        </p:spPr>
      </p:pic>
      <p:pic>
        <p:nvPicPr>
          <p:cNvPr id="1571935269" name="Picture 2"/>
          <p:cNvPicPr>
            <a:picLocks noChangeAspect="1"/>
          </p:cNvPicPr>
          <p:nvPr/>
        </p:nvPicPr>
        <p:blipFill>
          <a:blip r:embed="rId6"/>
          <a:stretch/>
        </p:blipFill>
        <p:spPr bwMode="auto">
          <a:xfrm>
            <a:off x="-13855" y="-34636"/>
            <a:ext cx="3292054" cy="2971800"/>
          </a:xfrm>
          <a:prstGeom prst="rect">
            <a:avLst/>
          </a:prstGeom>
          <a:ln w="101600">
            <a:solidFill>
              <a:srgbClr val="0070C0"/>
            </a:solidFill>
          </a:ln>
        </p:spPr>
      </p:pic>
      <p:pic>
        <p:nvPicPr>
          <p:cNvPr id="623790425" name="Picture 4"/>
          <p:cNvPicPr>
            <a:picLocks noChangeAspect="1"/>
          </p:cNvPicPr>
          <p:nvPr/>
        </p:nvPicPr>
        <p:blipFill>
          <a:blip r:embed="rId7"/>
          <a:stretch/>
        </p:blipFill>
        <p:spPr bwMode="auto">
          <a:xfrm>
            <a:off x="5715000" y="0"/>
            <a:ext cx="3435927" cy="2971800"/>
          </a:xfrm>
          <a:prstGeom prst="rect">
            <a:avLst/>
          </a:prstGeom>
          <a:ln w="101600">
            <a:solidFill>
              <a:srgbClr val="FF0000"/>
            </a:solidFill>
          </a:ln>
        </p:spPr>
      </p:pic>
      <p:pic>
        <p:nvPicPr>
          <p:cNvPr id="114624392" name="Picture 10"/>
          <p:cNvPicPr>
            <a:picLocks noChangeAspect="1"/>
          </p:cNvPicPr>
          <p:nvPr/>
        </p:nvPicPr>
        <p:blipFill>
          <a:blip r:embed="rId8"/>
          <a:stretch/>
        </p:blipFill>
        <p:spPr bwMode="auto">
          <a:xfrm>
            <a:off x="5721927" y="3221142"/>
            <a:ext cx="3422072" cy="3560658"/>
          </a:xfrm>
          <a:prstGeom prst="rect">
            <a:avLst/>
          </a:prstGeom>
          <a:ln w="101600">
            <a:solidFill>
              <a:schemeClr val="tx2"/>
            </a:solid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50152881" name="Title 1"/>
          <p:cNvSpPr>
            <a:spLocks noGrp="1"/>
          </p:cNvSpPr>
          <p:nvPr>
            <p:ph type="title"/>
          </p:nvPr>
        </p:nvSpPr>
        <p:spPr bwMode="auto"/>
        <p:txBody>
          <a:bodyPr>
            <a:normAutofit/>
          </a:bodyPr>
          <a:lstStyle/>
          <a:p>
            <a:pPr>
              <a:defRPr/>
            </a:pPr>
            <a:r>
              <a:rPr lang="en-US" b="1"/>
              <a:t>Today’s Agenda</a:t>
            </a:r>
            <a:br>
              <a:rPr lang="en-US" b="1">
                <a:solidFill>
                  <a:srgbClr val="00B050"/>
                </a:solidFill>
              </a:rPr>
            </a:br>
            <a:endParaRPr lang="en-US" b="1">
              <a:solidFill>
                <a:srgbClr val="00B050"/>
              </a:solidFill>
            </a:endParaRPr>
          </a:p>
        </p:txBody>
      </p:sp>
      <p:sp>
        <p:nvSpPr>
          <p:cNvPr id="313642303" name="Content Placeholder 2"/>
          <p:cNvSpPr>
            <a:spLocks noGrp="1"/>
          </p:cNvSpPr>
          <p:nvPr>
            <p:ph idx="1"/>
          </p:nvPr>
        </p:nvSpPr>
        <p:spPr bwMode="auto"/>
        <p:txBody>
          <a:bodyPr/>
          <a:lstStyle/>
          <a:p>
            <a:pPr marL="0" indent="0">
              <a:buNone/>
              <a:defRPr/>
            </a:pPr>
            <a:r>
              <a:rPr lang="en-US"/>
              <a:t>• Get to Know Each Other </a:t>
            </a:r>
            <a:endParaRPr/>
          </a:p>
          <a:p>
            <a:pPr marL="0" indent="0">
              <a:buNone/>
              <a:defRPr/>
            </a:pPr>
            <a:r>
              <a:rPr lang="en-US"/>
              <a:t>• Course Contents </a:t>
            </a:r>
            <a:endParaRPr/>
          </a:p>
          <a:p>
            <a:pPr marL="0" indent="0">
              <a:buNone/>
              <a:defRPr/>
            </a:pPr>
            <a:r>
              <a:rPr lang="en-US"/>
              <a:t>• Grading Policy</a:t>
            </a:r>
            <a:endParaRPr/>
          </a:p>
          <a:p>
            <a:pPr marL="0" indent="0">
              <a:buNone/>
              <a:defRPr/>
            </a:pPr>
            <a:r>
              <a:rPr lang="en-US"/>
              <a:t>• Introduction to Professional Practices</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80572196" name="Title 1"/>
          <p:cNvSpPr>
            <a:spLocks noGrp="1"/>
          </p:cNvSpPr>
          <p:nvPr>
            <p:ph type="title"/>
          </p:nvPr>
        </p:nvSpPr>
        <p:spPr bwMode="auto"/>
        <p:txBody>
          <a:bodyPr>
            <a:normAutofit/>
          </a:bodyPr>
          <a:lstStyle/>
          <a:p>
            <a:pPr>
              <a:defRPr/>
            </a:pPr>
            <a:r>
              <a:rPr lang="en-US" b="1"/>
              <a:t>Course Outline</a:t>
            </a:r>
            <a:br>
              <a:rPr lang="en-US" b="1"/>
            </a:br>
            <a:endParaRPr lang="en-US" b="1"/>
          </a:p>
        </p:txBody>
      </p:sp>
      <p:sp>
        <p:nvSpPr>
          <p:cNvPr id="25430007" name="Content Placeholder 2"/>
          <p:cNvSpPr>
            <a:spLocks noGrp="1"/>
          </p:cNvSpPr>
          <p:nvPr>
            <p:ph sz="half" idx="1"/>
          </p:nvPr>
        </p:nvSpPr>
        <p:spPr bwMode="auto"/>
        <p:txBody>
          <a:bodyPr>
            <a:normAutofit/>
          </a:bodyPr>
          <a:lstStyle/>
          <a:p>
            <a:pPr>
              <a:defRPr/>
            </a:pPr>
            <a:endParaRPr lang="en-US"/>
          </a:p>
          <a:p>
            <a:pPr marL="0" indent="0">
              <a:buNone/>
              <a:defRPr/>
            </a:pPr>
            <a:endParaRPr lang="en-US"/>
          </a:p>
        </p:txBody>
      </p:sp>
      <p:sp>
        <p:nvSpPr>
          <p:cNvPr id="821003339" name="Content Placeholder 7"/>
          <p:cNvSpPr>
            <a:spLocks noGrp="1"/>
          </p:cNvSpPr>
          <p:nvPr>
            <p:ph sz="half" idx="2"/>
          </p:nvPr>
        </p:nvSpPr>
        <p:spPr bwMode="auto">
          <a:xfrm>
            <a:off x="838200" y="1600200"/>
            <a:ext cx="7848600" cy="4525963"/>
          </a:xfrm>
        </p:spPr>
        <p:txBody>
          <a:bodyPr/>
          <a:lstStyle/>
          <a:p>
            <a:pPr>
              <a:defRPr/>
            </a:pPr>
            <a:r>
              <a:rPr lang="en-US"/>
              <a:t>Introduction </a:t>
            </a:r>
            <a:endParaRPr/>
          </a:p>
          <a:p>
            <a:pPr>
              <a:defRPr/>
            </a:pPr>
            <a:r>
              <a:rPr lang="en-US"/>
              <a:t>Ethics </a:t>
            </a:r>
            <a:endParaRPr/>
          </a:p>
          <a:p>
            <a:pPr>
              <a:defRPr/>
            </a:pPr>
            <a:r>
              <a:rPr lang="en-US"/>
              <a:t>Privacy </a:t>
            </a:r>
            <a:endParaRPr/>
          </a:p>
          <a:p>
            <a:pPr>
              <a:defRPr/>
            </a:pPr>
            <a:r>
              <a:rPr lang="en-US"/>
              <a:t>Intellectual property </a:t>
            </a:r>
            <a:endParaRPr/>
          </a:p>
          <a:p>
            <a:pPr>
              <a:defRPr/>
            </a:pPr>
            <a:r>
              <a:rPr lang="en-US"/>
              <a:t>SE/ACM codes </a:t>
            </a:r>
            <a:endParaRPr/>
          </a:p>
          <a:p>
            <a:pPr>
              <a:defRPr/>
            </a:pPr>
            <a:r>
              <a:rPr lang="en-US"/>
              <a:t>Crimes </a:t>
            </a:r>
            <a:endParaRPr/>
          </a:p>
          <a:p>
            <a:pPr>
              <a:defRPr/>
            </a:pPr>
            <a:r>
              <a:rPr lang="en-US"/>
              <a:t>Errors failures and risks</a:t>
            </a:r>
            <a:endParaRPr/>
          </a:p>
          <a:p>
            <a:pPr>
              <a:defRPr/>
            </a:pPr>
            <a:r>
              <a:rPr lang="en-US"/>
              <a:t>Ethics of IT organizations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53538969" name="Title 1"/>
          <p:cNvSpPr>
            <a:spLocks noGrp="1"/>
          </p:cNvSpPr>
          <p:nvPr>
            <p:ph type="title"/>
          </p:nvPr>
        </p:nvSpPr>
        <p:spPr bwMode="auto">
          <a:xfrm>
            <a:off x="533400" y="533400"/>
            <a:ext cx="8229600" cy="1143000"/>
          </a:xfrm>
        </p:spPr>
        <p:txBody>
          <a:bodyPr>
            <a:normAutofit fontScale="90000"/>
          </a:bodyPr>
          <a:lstStyle/>
          <a:p>
            <a:pPr>
              <a:defRPr/>
            </a:pPr>
            <a:r>
              <a:rPr lang="en-US" b="1"/>
              <a:t>Marks Distribution </a:t>
            </a:r>
            <a:br>
              <a:rPr lang="en-US" b="1">
                <a:solidFill>
                  <a:srgbClr val="00B050"/>
                </a:solidFill>
              </a:rPr>
            </a:br>
            <a:endParaRPr lang="en-US" b="1">
              <a:solidFill>
                <a:srgbClr val="00B050"/>
              </a:solidFill>
            </a:endParaRPr>
          </a:p>
        </p:txBody>
      </p:sp>
      <p:sp>
        <p:nvSpPr>
          <p:cNvPr id="256341987" name="Content Placeholder 2"/>
          <p:cNvSpPr>
            <a:spLocks noGrp="1"/>
          </p:cNvSpPr>
          <p:nvPr>
            <p:ph idx="1"/>
          </p:nvPr>
        </p:nvSpPr>
        <p:spPr bwMode="auto"/>
        <p:txBody>
          <a:bodyPr>
            <a:normAutofit/>
          </a:bodyPr>
          <a:lstStyle/>
          <a:p>
            <a:pPr marL="0" indent="0" algn="ctr">
              <a:buNone/>
              <a:defRPr/>
            </a:pPr>
            <a:r>
              <a:rPr lang="en-US" sz="2400" b="1">
                <a:solidFill>
                  <a:srgbClr val="0070C0"/>
                </a:solidFill>
              </a:rPr>
              <a:t>Mid Term (25%) </a:t>
            </a:r>
            <a:endParaRPr/>
          </a:p>
          <a:p>
            <a:pPr marL="0" indent="0" algn="ctr">
              <a:buNone/>
              <a:defRPr/>
            </a:pPr>
            <a:r>
              <a:rPr lang="en-US" sz="2400" b="1">
                <a:solidFill>
                  <a:srgbClr val="0070C0"/>
                </a:solidFill>
              </a:rPr>
              <a:t>4 Assignments (10%) </a:t>
            </a:r>
            <a:endParaRPr/>
          </a:p>
          <a:p>
            <a:pPr marL="0" indent="0" algn="ctr">
              <a:buNone/>
              <a:defRPr/>
            </a:pPr>
            <a:r>
              <a:rPr lang="en-US" sz="2400" b="1">
                <a:solidFill>
                  <a:srgbClr val="0070C0"/>
                </a:solidFill>
              </a:rPr>
              <a:t>6  Quizzes (10 %)</a:t>
            </a:r>
            <a:endParaRPr/>
          </a:p>
          <a:p>
            <a:pPr marL="0" indent="0" algn="ctr">
              <a:buNone/>
              <a:defRPr/>
            </a:pPr>
            <a:r>
              <a:rPr lang="en-US" sz="2400" b="1">
                <a:solidFill>
                  <a:srgbClr val="0070C0"/>
                </a:solidFill>
              </a:rPr>
              <a:t>Final Exam (40%)</a:t>
            </a:r>
            <a:endParaRPr/>
          </a:p>
          <a:p>
            <a:pPr marL="0" indent="0" algn="ctr">
              <a:buNone/>
              <a:defRPr/>
            </a:pPr>
            <a:r>
              <a:rPr lang="en-US" sz="2400" b="1">
                <a:solidFill>
                  <a:srgbClr val="0070C0"/>
                </a:solidFill>
              </a:rPr>
              <a:t>Project Presentation (10%)</a:t>
            </a:r>
            <a:endParaRPr/>
          </a:p>
          <a:p>
            <a:pPr marL="0" indent="0" algn="ctr">
              <a:buNone/>
              <a:defRPr/>
            </a:pPr>
            <a:r>
              <a:rPr lang="en-US" sz="2400" b="1">
                <a:solidFill>
                  <a:srgbClr val="0070C0"/>
                </a:solidFill>
              </a:rPr>
              <a:t>Class Participation (5%)</a:t>
            </a:r>
            <a:endParaRPr/>
          </a:p>
          <a:p>
            <a:pPr marL="0" indent="0" algn="ctr">
              <a:buNone/>
              <a:defRPr/>
            </a:pPr>
            <a:endParaRPr lang="en-US" sz="4400" b="1">
              <a:solidFill>
                <a:srgbClr val="0070C0"/>
              </a:solidFill>
            </a:endParaRPr>
          </a:p>
          <a:p>
            <a:pPr>
              <a:defRPr/>
            </a:pPr>
            <a:endParaRPr lang="en-US">
              <a:solidFill>
                <a:srgbClr val="0070C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82336081" name="Title 1"/>
          <p:cNvSpPr>
            <a:spLocks noGrp="1"/>
          </p:cNvSpPr>
          <p:nvPr>
            <p:ph type="title"/>
          </p:nvPr>
        </p:nvSpPr>
        <p:spPr bwMode="auto"/>
        <p:txBody>
          <a:bodyPr/>
          <a:lstStyle/>
          <a:p>
            <a:pPr>
              <a:defRPr/>
            </a:pPr>
            <a:r>
              <a:rPr lang="en-US"/>
              <a:t>Assignments &amp; Quizzes</a:t>
            </a:r>
            <a:endParaRPr/>
          </a:p>
        </p:txBody>
      </p:sp>
      <p:sp>
        <p:nvSpPr>
          <p:cNvPr id="1841869880" name="Content Placeholder 2"/>
          <p:cNvSpPr>
            <a:spLocks noGrp="1"/>
          </p:cNvSpPr>
          <p:nvPr>
            <p:ph idx="1"/>
          </p:nvPr>
        </p:nvSpPr>
        <p:spPr bwMode="auto"/>
        <p:txBody>
          <a:bodyPr>
            <a:normAutofit/>
          </a:bodyPr>
          <a:lstStyle/>
          <a:p>
            <a:pPr marL="0" indent="0">
              <a:buNone/>
              <a:defRPr/>
            </a:pPr>
            <a:r>
              <a:rPr lang="en-US" u="sng">
                <a:hlinkClick r:id="rId3" action="ppaction://hlinkfile" tooltip=""/>
              </a:rPr>
              <a:t>Before Midterm</a:t>
            </a:r>
            <a:endParaRPr/>
          </a:p>
          <a:p>
            <a:pPr marL="0" indent="0">
              <a:buNone/>
              <a:defRPr/>
            </a:pPr>
            <a:r>
              <a:rPr lang="en-US" u="sng">
                <a:solidFill>
                  <a:schemeClr val="tx2"/>
                </a:solidFill>
                <a:hlinkClick r:id="rId3" action="ppaction://hlinkfile" tooltip=""/>
              </a:rPr>
              <a:t>A1</a:t>
            </a:r>
            <a:r>
              <a:rPr lang="en-US">
                <a:solidFill>
                  <a:schemeClr val="tx2"/>
                </a:solidFill>
              </a:rPr>
              <a:t>           </a:t>
            </a:r>
            <a:r>
              <a:rPr lang="en-US" u="sng">
                <a:solidFill>
                  <a:srgbClr val="0070C0"/>
                </a:solidFill>
              </a:rPr>
              <a:t>Q1</a:t>
            </a:r>
            <a:endParaRPr/>
          </a:p>
          <a:p>
            <a:pPr marL="0" indent="0">
              <a:buNone/>
              <a:defRPr/>
            </a:pPr>
            <a:r>
              <a:rPr lang="en-US" u="sng">
                <a:solidFill>
                  <a:srgbClr val="0070C0"/>
                </a:solidFill>
                <a:hlinkClick r:id="rId4" action="ppaction://hlinkfile" tooltip=""/>
              </a:rPr>
              <a:t>A2</a:t>
            </a:r>
            <a:r>
              <a:rPr lang="en-US">
                <a:solidFill>
                  <a:srgbClr val="0070C0"/>
                </a:solidFill>
              </a:rPr>
              <a:t>	  </a:t>
            </a:r>
            <a:r>
              <a:rPr lang="en-US" u="sng">
                <a:solidFill>
                  <a:srgbClr val="0070C0"/>
                </a:solidFill>
              </a:rPr>
              <a:t>Q2</a:t>
            </a:r>
            <a:endParaRPr/>
          </a:p>
          <a:p>
            <a:pPr marL="0" indent="0">
              <a:buNone/>
              <a:defRPr/>
            </a:pPr>
            <a:r>
              <a:rPr lang="en-US">
                <a:solidFill>
                  <a:srgbClr val="0070C0"/>
                </a:solidFill>
              </a:rPr>
              <a:t>	  </a:t>
            </a:r>
            <a:r>
              <a:rPr lang="en-US" u="sng">
                <a:solidFill>
                  <a:srgbClr val="0070C0"/>
                </a:solidFill>
              </a:rPr>
              <a:t>Q3</a:t>
            </a:r>
            <a:r>
              <a:rPr lang="en-US">
                <a:solidFill>
                  <a:srgbClr val="0070C0"/>
                </a:solidFill>
              </a:rPr>
              <a:t>	</a:t>
            </a:r>
            <a:r>
              <a:rPr lang="en-US"/>
              <a:t>	</a:t>
            </a:r>
            <a:endParaRPr/>
          </a:p>
          <a:p>
            <a:pPr marL="0" indent="0">
              <a:buNone/>
              <a:defRPr/>
            </a:pPr>
            <a:r>
              <a:rPr lang="en-US" u="sng">
                <a:hlinkClick r:id="rId3" action="ppaction://hlinkfile" tooltip=""/>
              </a:rPr>
              <a:t>After  Midterm</a:t>
            </a:r>
            <a:endParaRPr/>
          </a:p>
          <a:p>
            <a:pPr marL="0" indent="0">
              <a:buNone/>
              <a:defRPr/>
            </a:pPr>
            <a:r>
              <a:rPr lang="en-US" u="sng">
                <a:hlinkClick r:id="rId5" action="ppaction://hlinkfile" tooltip=""/>
              </a:rPr>
              <a:t>A3</a:t>
            </a:r>
            <a:r>
              <a:rPr lang="en-US"/>
              <a:t>          </a:t>
            </a:r>
            <a:r>
              <a:rPr lang="en-US" u="sng">
                <a:solidFill>
                  <a:srgbClr val="0070C0"/>
                </a:solidFill>
              </a:rPr>
              <a:t>Q4</a:t>
            </a:r>
            <a:endParaRPr/>
          </a:p>
          <a:p>
            <a:pPr marL="0" indent="0">
              <a:buNone/>
              <a:defRPr/>
            </a:pPr>
            <a:r>
              <a:rPr lang="en-US" u="sng">
                <a:hlinkClick r:id="rId6" action="ppaction://hlinkfile" tooltip=""/>
              </a:rPr>
              <a:t>A4</a:t>
            </a:r>
            <a:r>
              <a:rPr lang="en-US"/>
              <a:t>	 </a:t>
            </a:r>
            <a:r>
              <a:rPr lang="en-US" u="sng">
                <a:solidFill>
                  <a:srgbClr val="0070C0"/>
                </a:solidFill>
              </a:rPr>
              <a:t>Q5</a:t>
            </a:r>
            <a:endParaRPr/>
          </a:p>
          <a:p>
            <a:pPr marL="0" indent="0">
              <a:buNone/>
              <a:defRPr/>
            </a:pPr>
            <a:r>
              <a:rPr lang="en-US">
                <a:solidFill>
                  <a:srgbClr val="0070C0"/>
                </a:solidFill>
              </a:rPr>
              <a:t>	 </a:t>
            </a:r>
            <a:r>
              <a:rPr lang="en-US" u="sng">
                <a:solidFill>
                  <a:srgbClr val="0070C0"/>
                </a:solidFill>
              </a:rPr>
              <a:t>Q6</a:t>
            </a:r>
            <a:r>
              <a:rPr lang="en-US">
                <a:solidFill>
                  <a:srgbClr val="0070C0"/>
                </a:solidFill>
              </a:rPr>
              <a:t>	</a:t>
            </a:r>
            <a:r>
              <a:rPr lang="en-US"/>
              <a:t>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14857676" name="Title 1"/>
          <p:cNvSpPr>
            <a:spLocks noGrp="1"/>
          </p:cNvSpPr>
          <p:nvPr>
            <p:ph type="title"/>
          </p:nvPr>
        </p:nvSpPr>
        <p:spPr bwMode="auto">
          <a:prstGeom prst="rect">
            <a:avLst/>
          </a:prstGeom>
          <a:noFill/>
        </p:spPr>
        <p:txBody>
          <a:bodyPr vert="horz" wrap="square" lIns="91440" tIns="45720" rIns="91440" bIns="45720" numCol="1" anchor="t" anchorCtr="0" compatLnSpc="1">
            <a:prstTxWarp prst="textNoShape"/>
          </a:bodyPr>
          <a:lstStyle/>
          <a:p>
            <a:pPr>
              <a:defRPr/>
            </a:pPr>
            <a:r>
              <a:rPr lang="en-US" b="1">
                <a:latin typeface="FrankRuehl"/>
                <a:cs typeface="FrankRuehl"/>
              </a:rPr>
              <a:t>Introduction</a:t>
            </a:r>
            <a:endParaRPr/>
          </a:p>
        </p:txBody>
      </p:sp>
      <p:sp>
        <p:nvSpPr>
          <p:cNvPr id="1257996397" name="Content Placeholder 2"/>
          <p:cNvSpPr>
            <a:spLocks noGrp="1"/>
          </p:cNvSpPr>
          <p:nvPr>
            <p:ph idx="1"/>
          </p:nvPr>
        </p:nvSpPr>
        <p:spPr bwMode="auto">
          <a:xfrm>
            <a:off x="1" y="1143000"/>
            <a:ext cx="7924799" cy="4733925"/>
          </a:xfrm>
        </p:spPr>
        <p:txBody>
          <a:bodyPr>
            <a:normAutofit/>
          </a:bodyPr>
          <a:lstStyle/>
          <a:p>
            <a:pPr algn="just">
              <a:defRPr/>
            </a:pPr>
            <a:r>
              <a:rPr lang="en-US" b="1" u="sng">
                <a:solidFill>
                  <a:srgbClr val="0087B9"/>
                </a:solidFill>
              </a:rPr>
              <a:t>Profession</a:t>
            </a:r>
            <a:r>
              <a:rPr lang="en-US">
                <a:solidFill>
                  <a:schemeClr val="tx1"/>
                </a:solidFill>
              </a:rPr>
              <a:t>: </a:t>
            </a:r>
            <a:endParaRPr/>
          </a:p>
          <a:p>
            <a:pPr marL="0" indent="0" algn="just">
              <a:buNone/>
              <a:defRPr/>
            </a:pPr>
            <a:r>
              <a:rPr lang="en-US"/>
              <a:t>A paid occupation, especially one that involves prolonged training and a formal qualification.</a:t>
            </a:r>
            <a:endParaRPr/>
          </a:p>
          <a:p>
            <a:pPr marL="0" indent="0" algn="just">
              <a:buFont typeface="Wingdings"/>
              <a:buNone/>
              <a:defRPr/>
            </a:pPr>
            <a:endParaRPr lang="en-US">
              <a:solidFill>
                <a:schemeClr val="tx1"/>
              </a:solidFill>
            </a:endParaRPr>
          </a:p>
          <a:p>
            <a:pPr algn="just">
              <a:defRPr/>
            </a:pPr>
            <a:r>
              <a:rPr lang="en-US" b="1" u="sng">
                <a:solidFill>
                  <a:srgbClr val="0087B9"/>
                </a:solidFill>
              </a:rPr>
              <a:t>Professional</a:t>
            </a:r>
            <a:r>
              <a:rPr lang="en-US">
                <a:solidFill>
                  <a:schemeClr val="tx1"/>
                </a:solidFill>
              </a:rPr>
              <a:t>: </a:t>
            </a:r>
            <a:endParaRPr/>
          </a:p>
          <a:p>
            <a:pPr marL="0" indent="0" algn="just">
              <a:buNone/>
              <a:defRPr/>
            </a:pPr>
            <a:r>
              <a:rPr lang="en-US">
                <a:solidFill>
                  <a:schemeClr val="tx1"/>
                </a:solidFill>
              </a:rPr>
              <a:t>A professional is a member of a profession or any person who earns their living from a specified professional activity. The term also describes the standards of education and training that prepare members of the profession with the particular knowledge and skills necessary to perform their specific role within that profession.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10703752" name="Title 1"/>
          <p:cNvSpPr>
            <a:spLocks noGrp="1"/>
          </p:cNvSpPr>
          <p:nvPr>
            <p:ph type="title"/>
          </p:nvPr>
        </p:nvSpPr>
        <p:spPr bwMode="auto">
          <a:xfrm>
            <a:off x="854202" y="838200"/>
            <a:ext cx="5987796" cy="1325562"/>
          </a:xfrm>
          <a:prstGeom prst="rect">
            <a:avLst/>
          </a:prstGeom>
          <a:noFill/>
        </p:spPr>
        <p:txBody>
          <a:bodyPr vert="horz" wrap="square" lIns="91440" tIns="45720" rIns="91440" bIns="45720" numCol="1" anchor="t" anchorCtr="0" compatLnSpc="1">
            <a:prstTxWarp prst="textNoShape"/>
          </a:bodyPr>
          <a:lstStyle/>
          <a:p>
            <a:pPr>
              <a:defRPr/>
            </a:pPr>
            <a:r>
              <a:rPr lang="en-US">
                <a:latin typeface="Arial"/>
                <a:cs typeface="Arial"/>
              </a:rPr>
              <a:t>The Professionalism</a:t>
            </a:r>
            <a:endParaRPr/>
          </a:p>
        </p:txBody>
      </p:sp>
      <p:sp>
        <p:nvSpPr>
          <p:cNvPr id="598339507" name="Content Placeholder 2"/>
          <p:cNvSpPr>
            <a:spLocks noGrp="1"/>
          </p:cNvSpPr>
          <p:nvPr>
            <p:ph idx="1"/>
          </p:nvPr>
        </p:nvSpPr>
        <p:spPr bwMode="auto">
          <a:xfrm>
            <a:off x="457200" y="2286000"/>
            <a:ext cx="6781800" cy="4105275"/>
          </a:xfrm>
        </p:spPr>
        <p:txBody>
          <a:bodyPr/>
          <a:lstStyle/>
          <a:p>
            <a:pPr>
              <a:defRPr/>
            </a:pPr>
            <a:r>
              <a:rPr lang="en-US">
                <a:latin typeface="Arial"/>
                <a:cs typeface="Arial"/>
              </a:rPr>
              <a:t>A profession isn’t just what you do, it’s who you are. </a:t>
            </a:r>
            <a:endParaRPr/>
          </a:p>
          <a:p>
            <a:pPr>
              <a:defRPr/>
            </a:pPr>
            <a:endParaRPr lang="en-US">
              <a:latin typeface="Arial"/>
              <a:cs typeface="Arial"/>
            </a:endParaRPr>
          </a:p>
          <a:p>
            <a:pPr>
              <a:defRPr/>
            </a:pPr>
            <a:r>
              <a:rPr lang="en-US">
                <a:latin typeface="Arial"/>
                <a:cs typeface="Arial"/>
              </a:rPr>
              <a:t>Professionalism is a way of thinking and living rather than an accumulation of learning.</a:t>
            </a:r>
            <a:endParaRPr/>
          </a:p>
          <a:p>
            <a:pPr>
              <a:defRPr/>
            </a:pPr>
            <a:endParaRPr lang="en-US">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12917046" name="Title 1"/>
          <p:cNvSpPr>
            <a:spLocks noGrp="1"/>
          </p:cNvSpPr>
          <p:nvPr>
            <p:ph type="title"/>
          </p:nvPr>
        </p:nvSpPr>
        <p:spPr bwMode="auto"/>
        <p:txBody>
          <a:bodyPr>
            <a:normAutofit/>
          </a:bodyPr>
          <a:lstStyle/>
          <a:p>
            <a:pPr>
              <a:defRPr/>
            </a:pPr>
            <a:r>
              <a:rPr lang="en-US">
                <a:latin typeface="Arial"/>
                <a:cs typeface="Arial"/>
              </a:rPr>
              <a:t>Professional Practices</a:t>
            </a:r>
            <a:endParaRPr/>
          </a:p>
        </p:txBody>
      </p:sp>
      <p:sp>
        <p:nvSpPr>
          <p:cNvPr id="1529164178" name="Subtitle 2"/>
          <p:cNvSpPr>
            <a:spLocks noGrp="1"/>
          </p:cNvSpPr>
          <p:nvPr>
            <p:ph idx="1"/>
          </p:nvPr>
        </p:nvSpPr>
        <p:spPr bwMode="auto"/>
        <p:txBody>
          <a:bodyPr>
            <a:normAutofit fontScale="92500" lnSpcReduction="10000"/>
          </a:bodyPr>
          <a:lstStyle/>
          <a:p>
            <a:pPr algn="just">
              <a:spcAft>
                <a:spcPts val="600"/>
              </a:spcAft>
              <a:buFont typeface="Wingdings"/>
              <a:buChar char="q"/>
              <a:defRPr/>
            </a:pPr>
            <a:r>
              <a:rPr lang="en-US" sz="2400">
                <a:solidFill>
                  <a:schemeClr val="tx1"/>
                </a:solidFill>
                <a:latin typeface="Arial"/>
                <a:cs typeface="Arial"/>
              </a:rPr>
              <a:t>Professional Practices is partly comprised of what a professional should or should not do in  the work-place.</a:t>
            </a:r>
            <a:endParaRPr/>
          </a:p>
          <a:p>
            <a:pPr algn="just">
              <a:spcAft>
                <a:spcPts val="600"/>
              </a:spcAft>
              <a:buFont typeface="Wingdings"/>
              <a:buChar char="q"/>
              <a:defRPr/>
            </a:pPr>
            <a:endParaRPr lang="en-US" sz="2400">
              <a:solidFill>
                <a:schemeClr val="tx1"/>
              </a:solidFill>
              <a:latin typeface="Arial"/>
              <a:cs typeface="Arial"/>
            </a:endParaRPr>
          </a:p>
          <a:p>
            <a:pPr algn="just">
              <a:spcAft>
                <a:spcPts val="600"/>
              </a:spcAft>
              <a:buFont typeface="Wingdings"/>
              <a:buChar char="q"/>
              <a:defRPr/>
            </a:pPr>
            <a:r>
              <a:rPr lang="en-US" sz="2400">
                <a:solidFill>
                  <a:schemeClr val="tx1"/>
                </a:solidFill>
                <a:latin typeface="Arial"/>
                <a:cs typeface="Arial"/>
              </a:rPr>
              <a:t>  If a professional is to have ethics then that person needs to adopt that conduct in all of  his dealings.</a:t>
            </a:r>
            <a:endParaRPr/>
          </a:p>
          <a:p>
            <a:pPr algn="just">
              <a:spcAft>
                <a:spcPts val="600"/>
              </a:spcAft>
              <a:buFont typeface="Wingdings"/>
              <a:buChar char="q"/>
              <a:defRPr/>
            </a:pPr>
            <a:endParaRPr lang="en-US" sz="2400">
              <a:solidFill>
                <a:schemeClr val="tx1"/>
              </a:solidFill>
              <a:latin typeface="Arial"/>
              <a:cs typeface="Arial"/>
            </a:endParaRPr>
          </a:p>
          <a:p>
            <a:pPr algn="just">
              <a:spcAft>
                <a:spcPts val="600"/>
              </a:spcAft>
              <a:buFont typeface="Wingdings"/>
              <a:buChar char="q"/>
              <a:defRPr/>
            </a:pPr>
            <a:r>
              <a:rPr lang="en-US" sz="2400">
                <a:solidFill>
                  <a:schemeClr val="tx1"/>
                </a:solidFill>
                <a:latin typeface="Arial"/>
                <a:cs typeface="Arial"/>
              </a:rPr>
              <a:t>  Another aspect is the enhancement of the profession and the industry within which the professional works.</a:t>
            </a:r>
            <a:endParaRPr/>
          </a:p>
          <a:p>
            <a:pPr>
              <a:defRPr/>
            </a:pPr>
            <a:endParaRPr lang="en-US" sz="2400">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56564337" name="Title 1"/>
          <p:cNvSpPr>
            <a:spLocks noGrp="1"/>
          </p:cNvSpPr>
          <p:nvPr>
            <p:ph type="title"/>
          </p:nvPr>
        </p:nvSpPr>
        <p:spPr bwMode="auto"/>
        <p:txBody>
          <a:bodyPr>
            <a:normAutofit/>
          </a:bodyPr>
          <a:lstStyle/>
          <a:p>
            <a:pPr>
              <a:defRPr/>
            </a:pPr>
            <a:r>
              <a:rPr lang="en-US">
                <a:latin typeface="Arial"/>
                <a:cs typeface="Arial"/>
              </a:rPr>
              <a:t>Professional Practices</a:t>
            </a:r>
            <a:endParaRPr/>
          </a:p>
        </p:txBody>
      </p:sp>
      <p:sp>
        <p:nvSpPr>
          <p:cNvPr id="132759755" name="Subtitle 2"/>
          <p:cNvSpPr>
            <a:spLocks noGrp="1"/>
          </p:cNvSpPr>
          <p:nvPr>
            <p:ph idx="1"/>
          </p:nvPr>
        </p:nvSpPr>
        <p:spPr bwMode="auto"/>
        <p:txBody>
          <a:bodyPr>
            <a:normAutofit/>
          </a:bodyPr>
          <a:lstStyle/>
          <a:p>
            <a:pPr algn="just">
              <a:defRPr/>
            </a:pPr>
            <a:r>
              <a:rPr lang="en-US" sz="2400">
                <a:solidFill>
                  <a:schemeClr val="tx1">
                    <a:lumMod val="85000"/>
                    <a:lumOff val="15000"/>
                  </a:schemeClr>
                </a:solidFill>
                <a:latin typeface="Arial"/>
                <a:cs typeface="Arial"/>
              </a:rPr>
              <a:t>Professional Practices is a discipline aimed at: -</a:t>
            </a:r>
            <a:endParaRPr/>
          </a:p>
          <a:p>
            <a:pPr algn="just">
              <a:defRPr/>
            </a:pPr>
            <a:endParaRPr lang="en-US" sz="2400">
              <a:solidFill>
                <a:schemeClr val="tx1">
                  <a:lumMod val="85000"/>
                  <a:lumOff val="15000"/>
                </a:schemeClr>
              </a:solidFill>
              <a:latin typeface="Arial"/>
              <a:cs typeface="Arial"/>
            </a:endParaRPr>
          </a:p>
          <a:p>
            <a:pPr marL="342900" indent="-342900" algn="just">
              <a:buFont typeface="Arial"/>
              <a:buChar char="•"/>
              <a:defRPr/>
            </a:pPr>
            <a:r>
              <a:rPr lang="en-US" sz="2400">
                <a:solidFill>
                  <a:schemeClr val="tx1">
                    <a:lumMod val="85000"/>
                    <a:lumOff val="15000"/>
                  </a:schemeClr>
                </a:solidFill>
                <a:latin typeface="Arial"/>
                <a:cs typeface="Arial"/>
              </a:rPr>
              <a:t>Understanding the moral values that ought to guide engineering profession or practice.</a:t>
            </a:r>
            <a:endParaRPr/>
          </a:p>
          <a:p>
            <a:pPr marL="342900" indent="-342900" algn="just">
              <a:buFont typeface="Arial"/>
              <a:buChar char="•"/>
              <a:defRPr/>
            </a:pPr>
            <a:r>
              <a:rPr lang="en-US" sz="2400">
                <a:solidFill>
                  <a:schemeClr val="tx1">
                    <a:lumMod val="85000"/>
                    <a:lumOff val="15000"/>
                  </a:schemeClr>
                </a:solidFill>
                <a:latin typeface="Arial"/>
                <a:cs typeface="Arial"/>
              </a:rPr>
              <a:t> Resolving moral issue in engineering.</a:t>
            </a:r>
            <a:endParaRPr/>
          </a:p>
          <a:p>
            <a:pPr marL="342900" indent="-342900" algn="just">
              <a:buFont typeface="Arial"/>
              <a:buChar char="•"/>
              <a:defRPr/>
            </a:pPr>
            <a:r>
              <a:rPr lang="en-US" sz="2400">
                <a:solidFill>
                  <a:schemeClr val="tx1">
                    <a:lumMod val="85000"/>
                    <a:lumOff val="15000"/>
                  </a:schemeClr>
                </a:solidFill>
                <a:latin typeface="Arial"/>
                <a:cs typeface="Arial"/>
              </a:rPr>
              <a:t> Justifying the moral judgment in engineering.</a:t>
            </a:r>
            <a:endParaRPr/>
          </a:p>
          <a:p>
            <a:pPr marL="342900" indent="-342900">
              <a:buFont typeface="Arial"/>
              <a:buChar char="•"/>
              <a:defRPr/>
            </a:pPr>
            <a:endParaRPr lang="en-US" sz="2400">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04932002" name="Title 1"/>
          <p:cNvSpPr>
            <a:spLocks noGrp="1"/>
          </p:cNvSpPr>
          <p:nvPr>
            <p:ph type="title"/>
          </p:nvPr>
        </p:nvSpPr>
        <p:spPr bwMode="auto"/>
        <p:txBody>
          <a:bodyPr>
            <a:normAutofit/>
          </a:bodyPr>
          <a:lstStyle/>
          <a:p>
            <a:pPr>
              <a:defRPr/>
            </a:pPr>
            <a:r>
              <a:rPr lang="en-US">
                <a:latin typeface="Arial"/>
                <a:cs typeface="Arial"/>
              </a:rPr>
              <a:t>Professional</a:t>
            </a:r>
            <a:r>
              <a:rPr lang="en-US">
                <a:cs typeface="Arial"/>
              </a:rPr>
              <a:t> </a:t>
            </a:r>
            <a:r>
              <a:rPr lang="en-US">
                <a:latin typeface="Arial"/>
                <a:cs typeface="Arial"/>
              </a:rPr>
              <a:t>Practices</a:t>
            </a:r>
            <a:endParaRPr/>
          </a:p>
        </p:txBody>
      </p:sp>
      <p:sp>
        <p:nvSpPr>
          <p:cNvPr id="393369677" name="Subtitle 2"/>
          <p:cNvSpPr>
            <a:spLocks noGrp="1"/>
          </p:cNvSpPr>
          <p:nvPr>
            <p:ph idx="1"/>
          </p:nvPr>
        </p:nvSpPr>
        <p:spPr bwMode="auto"/>
        <p:txBody>
          <a:bodyPr>
            <a:normAutofit/>
          </a:bodyPr>
          <a:lstStyle/>
          <a:p>
            <a:pPr algn="just">
              <a:spcAft>
                <a:spcPts val="600"/>
              </a:spcAft>
              <a:buFont typeface="Wingdings"/>
              <a:buChar char="q"/>
              <a:defRPr/>
            </a:pPr>
            <a:endParaRPr lang="en-US" sz="2400">
              <a:solidFill>
                <a:srgbClr val="0070C0"/>
              </a:solidFill>
              <a:latin typeface="Arial"/>
              <a:cs typeface="Arial"/>
            </a:endParaRPr>
          </a:p>
          <a:p>
            <a:pPr marL="342900" indent="-342900" algn="just">
              <a:spcAft>
                <a:spcPts val="600"/>
              </a:spcAft>
              <a:buFont typeface="Arial"/>
              <a:buChar char="•"/>
              <a:defRPr/>
            </a:pPr>
            <a:r>
              <a:rPr lang="en-US" sz="2400">
                <a:solidFill>
                  <a:schemeClr val="tx1">
                    <a:lumMod val="85000"/>
                    <a:lumOff val="15000"/>
                  </a:schemeClr>
                </a:solidFill>
                <a:latin typeface="Arial"/>
                <a:cs typeface="Arial"/>
              </a:rPr>
              <a:t>It deals with moral problems and issues connected with engineering.</a:t>
            </a:r>
            <a:endParaRPr/>
          </a:p>
          <a:p>
            <a:pPr marL="342900" indent="-342900" algn="just">
              <a:spcAft>
                <a:spcPts val="600"/>
              </a:spcAft>
              <a:buFont typeface="Arial"/>
              <a:buChar char="•"/>
              <a:defRPr/>
            </a:pPr>
            <a:r>
              <a:rPr lang="en-US" sz="2400">
                <a:solidFill>
                  <a:schemeClr val="tx1">
                    <a:lumMod val="85000"/>
                    <a:lumOff val="15000"/>
                  </a:schemeClr>
                </a:solidFill>
                <a:latin typeface="Arial"/>
                <a:cs typeface="Arial"/>
              </a:rPr>
              <a:t>Another important goal is to discover the  set  of  justified  moral  principles  or  obligations, rights and ideals and apply  them to concrete situations.</a:t>
            </a:r>
            <a:endParaRPr/>
          </a:p>
          <a:p>
            <a:pPr algn="just">
              <a:spcAft>
                <a:spcPts val="600"/>
              </a:spcAft>
              <a:defRPr/>
            </a:pPr>
            <a:endParaRPr lang="en-US" sz="2400">
              <a:solidFill>
                <a:schemeClr val="tx1">
                  <a:lumMod val="85000"/>
                  <a:lumOff val="15000"/>
                </a:schemeClr>
              </a:solidFill>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86564723" name="Title 1"/>
          <p:cNvSpPr>
            <a:spLocks noGrp="1"/>
          </p:cNvSpPr>
          <p:nvPr>
            <p:ph type="title"/>
          </p:nvPr>
        </p:nvSpPr>
        <p:spPr bwMode="auto">
          <a:xfrm>
            <a:off x="946404" y="808038"/>
            <a:ext cx="7269480" cy="1325562"/>
          </a:xfrm>
          <a:prstGeom prst="rect">
            <a:avLst/>
          </a:prstGeom>
          <a:noFill/>
        </p:spPr>
        <p:txBody>
          <a:bodyPr vert="horz" wrap="square" lIns="91440" tIns="45720" rIns="91440" bIns="45720" numCol="1" anchor="t" anchorCtr="0" compatLnSpc="1">
            <a:prstTxWarp prst="textNoShape"/>
          </a:bodyPr>
          <a:lstStyle/>
          <a:p>
            <a:pPr>
              <a:defRPr/>
            </a:pPr>
            <a:r>
              <a:rPr lang="en-US">
                <a:latin typeface="FrankRuehl"/>
                <a:cs typeface="FrankRuehl"/>
              </a:rPr>
              <a:t>Traits of a Profession</a:t>
            </a:r>
            <a:endParaRPr/>
          </a:p>
        </p:txBody>
      </p:sp>
      <p:sp>
        <p:nvSpPr>
          <p:cNvPr id="1010092736" name="Content Placeholder 2"/>
          <p:cNvSpPr>
            <a:spLocks noGrp="1"/>
          </p:cNvSpPr>
          <p:nvPr>
            <p:ph idx="1"/>
          </p:nvPr>
        </p:nvSpPr>
        <p:spPr bwMode="auto">
          <a:xfrm>
            <a:off x="466344" y="2133600"/>
            <a:ext cx="8229600" cy="4421188"/>
          </a:xfrm>
        </p:spPr>
        <p:txBody>
          <a:bodyPr vert="horz" wrap="square" lIns="91440" tIns="45720" rIns="91440" bIns="45720" numCol="1" anchor="t" anchorCtr="0" compatLnSpc="1">
            <a:prstTxWarp prst="textNoShape"/>
          </a:bodyPr>
          <a:lstStyle/>
          <a:p>
            <a:pPr marL="0" indent="0">
              <a:buFont typeface="Wingdings"/>
              <a:buNone/>
              <a:defRPr/>
            </a:pPr>
            <a:r>
              <a:rPr lang="en-US" sz="2000">
                <a:solidFill>
                  <a:srgbClr val="0D0D0D"/>
                </a:solidFill>
                <a:latin typeface="FrankRuehl"/>
                <a:cs typeface="FrankRuehl"/>
              </a:rPr>
              <a:t>Four Traits of Profession</a:t>
            </a:r>
            <a:endParaRPr/>
          </a:p>
          <a:p>
            <a:pPr marL="914400" lvl="1" indent="-457200">
              <a:buFontTx/>
              <a:buAutoNum type="arabicPeriod"/>
              <a:defRPr/>
            </a:pPr>
            <a:r>
              <a:rPr lang="en-US" sz="1800">
                <a:solidFill>
                  <a:srgbClr val="0D0D0D"/>
                </a:solidFill>
                <a:latin typeface="FrankRuehl"/>
                <a:cs typeface="FrankRuehl"/>
              </a:rPr>
              <a:t>Varied activities requiring special skills</a:t>
            </a:r>
            <a:endParaRPr/>
          </a:p>
          <a:p>
            <a:pPr marL="914400" lvl="1" indent="-457200">
              <a:buFontTx/>
              <a:buAutoNum type="arabicPeriod"/>
              <a:defRPr/>
            </a:pPr>
            <a:r>
              <a:rPr lang="en-US" sz="1800">
                <a:solidFill>
                  <a:srgbClr val="0D0D0D"/>
                </a:solidFill>
                <a:latin typeface="FrankRuehl"/>
                <a:cs typeface="FrankRuehl"/>
              </a:rPr>
              <a:t>Society-centric motivation</a:t>
            </a:r>
            <a:endParaRPr/>
          </a:p>
          <a:p>
            <a:pPr marL="914400" lvl="1" indent="-457200">
              <a:buFontTx/>
              <a:buAutoNum type="arabicPeriod"/>
              <a:defRPr/>
            </a:pPr>
            <a:r>
              <a:rPr lang="en-US" sz="1800">
                <a:solidFill>
                  <a:srgbClr val="0D0D0D"/>
                </a:solidFill>
                <a:latin typeface="FrankRuehl"/>
                <a:cs typeface="FrankRuehl"/>
              </a:rPr>
              <a:t>Personal standards of excellence</a:t>
            </a:r>
            <a:endParaRPr/>
          </a:p>
          <a:p>
            <a:pPr marL="914400" lvl="1" indent="-457200">
              <a:buFontTx/>
              <a:buAutoNum type="arabicPeriod"/>
              <a:defRPr/>
            </a:pPr>
            <a:r>
              <a:rPr lang="en-US" sz="1800">
                <a:solidFill>
                  <a:srgbClr val="0D0D0D"/>
                </a:solidFill>
                <a:latin typeface="FrankRuehl"/>
                <a:cs typeface="FrankRuehl"/>
              </a:rPr>
              <a:t>Giving back to society</a:t>
            </a:r>
            <a:endParaRPr/>
          </a:p>
          <a:p>
            <a:pPr marL="0" indent="0">
              <a:buFontTx/>
              <a:buAutoNum type="arabicPeriod"/>
              <a:defRPr/>
            </a:pPr>
            <a:endParaRPr lang="en-US">
              <a:solidFill>
                <a:srgbClr val="0D0D0D"/>
              </a:solidFill>
              <a:latin typeface="FrankRuehl"/>
              <a:cs typeface="FrankRueh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77337594" name="Title 1"/>
          <p:cNvSpPr>
            <a:spLocks noGrp="1"/>
          </p:cNvSpPr>
          <p:nvPr>
            <p:ph type="title"/>
          </p:nvPr>
        </p:nvSpPr>
        <p:spPr bwMode="auto">
          <a:prstGeom prst="rect">
            <a:avLst/>
          </a:prstGeom>
          <a:noFill/>
        </p:spPr>
        <p:txBody>
          <a:bodyPr vert="horz" wrap="square" lIns="91440" tIns="45720" rIns="91440" bIns="45720" numCol="1" anchor="t" anchorCtr="0" compatLnSpc="1">
            <a:prstTxWarp prst="textNoShape"/>
            <a:normAutofit/>
          </a:bodyPr>
          <a:lstStyle/>
          <a:p>
            <a:pPr>
              <a:defRPr/>
            </a:pPr>
            <a:r>
              <a:rPr lang="en-US">
                <a:latin typeface="FrankRuehl"/>
                <a:cs typeface="FrankRuehl"/>
              </a:rPr>
              <a:t>A professional behaves ethically</a:t>
            </a:r>
            <a:br>
              <a:rPr lang="en-US">
                <a:latin typeface="FrankRuehl"/>
                <a:cs typeface="FrankRuehl"/>
              </a:rPr>
            </a:br>
            <a:endParaRPr lang="en-US">
              <a:latin typeface="FrankRuehl"/>
              <a:cs typeface="FrankRuehl"/>
            </a:endParaRPr>
          </a:p>
        </p:txBody>
      </p:sp>
      <p:sp>
        <p:nvSpPr>
          <p:cNvPr id="39039846" name="Content Placeholder 2"/>
          <p:cNvSpPr>
            <a:spLocks noGrp="1"/>
          </p:cNvSpPr>
          <p:nvPr>
            <p:ph idx="1"/>
          </p:nvPr>
        </p:nvSpPr>
        <p:spPr bwMode="auto">
          <a:xfrm>
            <a:off x="457200" y="1600200"/>
            <a:ext cx="8229600" cy="4421188"/>
          </a:xfrm>
        </p:spPr>
        <p:txBody>
          <a:bodyPr/>
          <a:lstStyle/>
          <a:p>
            <a:pPr>
              <a:defRPr/>
            </a:pPr>
            <a:r>
              <a:rPr lang="en-US"/>
              <a:t>Ethics means something more than ‘law’ and ‘morals’.</a:t>
            </a:r>
            <a:endParaRPr/>
          </a:p>
          <a:p>
            <a:pPr>
              <a:defRPr/>
            </a:pPr>
            <a:r>
              <a:rPr lang="en-US"/>
              <a:t>It carries an additional connotation of ‘rightness’.</a:t>
            </a:r>
            <a:endParaRPr/>
          </a:p>
          <a:p>
            <a:pPr lvl="1">
              <a:defRPr/>
            </a:pPr>
            <a:r>
              <a:rPr lang="en-US" u="sng"/>
              <a:t>Breaking the law</a:t>
            </a:r>
            <a:r>
              <a:rPr lang="en-US"/>
              <a:t>: can earn a fine or jail time</a:t>
            </a:r>
            <a:endParaRPr/>
          </a:p>
          <a:p>
            <a:pPr lvl="1">
              <a:defRPr/>
            </a:pPr>
            <a:r>
              <a:rPr lang="en-US" u="sng"/>
              <a:t>Breaking a moral</a:t>
            </a:r>
            <a:r>
              <a:rPr lang="en-US"/>
              <a:t>: can ruin your reputation</a:t>
            </a:r>
            <a:endParaRPr/>
          </a:p>
          <a:p>
            <a:pPr lvl="1">
              <a:defRPr/>
            </a:pPr>
            <a:r>
              <a:rPr lang="en-US" u="sng"/>
              <a:t>Breaking an ethic</a:t>
            </a:r>
            <a:r>
              <a:rPr lang="en-US"/>
              <a:t>: can ruin your conscience</a:t>
            </a:r>
            <a:endParaRPr/>
          </a:p>
          <a:p>
            <a:pPr marL="457200" lvl="1" indent="0">
              <a:buFont typeface="Wingdings"/>
              <a:buNone/>
              <a:defRPr/>
            </a:pPr>
            <a:r>
              <a:rPr lang="en-US"/>
              <a:t>It’s possible to break all three, simultaneously!</a:t>
            </a:r>
            <a:endParaRPr/>
          </a:p>
          <a:p>
            <a:pPr lvl="1">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5868080" name="Title 1"/>
          <p:cNvSpPr>
            <a:spLocks noGrp="1"/>
          </p:cNvSpPr>
          <p:nvPr>
            <p:ph type="title"/>
          </p:nvPr>
        </p:nvSpPr>
        <p:spPr bwMode="auto">
          <a:prstGeom prst="rect">
            <a:avLst/>
          </a:prstGeom>
          <a:noFill/>
        </p:spPr>
        <p:txBody>
          <a:bodyPr vert="horz" wrap="square" lIns="91440" tIns="45720" rIns="91440" bIns="45720" numCol="1" anchor="t" anchorCtr="0" compatLnSpc="1">
            <a:prstTxWarp prst="textNoShape"/>
          </a:bodyPr>
          <a:lstStyle/>
          <a:p>
            <a:pPr>
              <a:defRPr/>
            </a:pPr>
            <a:r>
              <a:rPr lang="en-US">
                <a:latin typeface="FrankRuehl"/>
                <a:cs typeface="FrankRuehl"/>
              </a:rPr>
              <a:t>Traits of a Professional</a:t>
            </a:r>
            <a:endParaRPr/>
          </a:p>
        </p:txBody>
      </p:sp>
      <p:sp>
        <p:nvSpPr>
          <p:cNvPr id="2058085066" name="Content Placeholder 2"/>
          <p:cNvSpPr>
            <a:spLocks noGrp="1"/>
          </p:cNvSpPr>
          <p:nvPr>
            <p:ph idx="1"/>
          </p:nvPr>
        </p:nvSpPr>
        <p:spPr bwMode="auto">
          <a:xfrm>
            <a:off x="457200" y="1600200"/>
            <a:ext cx="8229600" cy="4421188"/>
          </a:xfrm>
        </p:spPr>
        <p:txBody>
          <a:bodyPr/>
          <a:lstStyle/>
          <a:p>
            <a:pPr>
              <a:defRPr/>
            </a:pPr>
            <a:r>
              <a:rPr lang="en-US"/>
              <a:t>Being a professional means that there are certain traits which are expected from you.</a:t>
            </a:r>
            <a:endParaRPr/>
          </a:p>
          <a:p>
            <a:pPr>
              <a:defRPr/>
            </a:pPr>
            <a:endParaRPr lang="en-US"/>
          </a:p>
          <a:p>
            <a:pPr>
              <a:defRPr/>
            </a:pPr>
            <a:r>
              <a:rPr lang="en-US"/>
              <a:t>We will go through Each of them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81815375" name="Title 1"/>
          <p:cNvSpPr>
            <a:spLocks noGrp="1"/>
          </p:cNvSpPr>
          <p:nvPr>
            <p:ph type="title"/>
          </p:nvPr>
        </p:nvSpPr>
        <p:spPr bwMode="auto">
          <a:prstGeom prst="rect">
            <a:avLst/>
          </a:prstGeom>
          <a:noFill/>
        </p:spPr>
        <p:txBody>
          <a:bodyPr vert="horz" wrap="square" lIns="91440" tIns="45720" rIns="91440" bIns="45720" numCol="1" anchor="t" anchorCtr="0" compatLnSpc="1">
            <a:prstTxWarp prst="textNoShape"/>
            <a:normAutofit fontScale="90000"/>
          </a:bodyPr>
          <a:lstStyle/>
          <a:p>
            <a:pPr>
              <a:defRPr/>
            </a:pPr>
            <a:r>
              <a:rPr lang="en-US">
                <a:latin typeface="FrankRuehl"/>
                <a:cs typeface="FrankRuehl"/>
              </a:rPr>
              <a:t>Trait # 1 of a professional: Seriousness</a:t>
            </a:r>
            <a:br>
              <a:rPr lang="en-US">
                <a:latin typeface="FrankRuehl"/>
                <a:cs typeface="FrankRuehl"/>
              </a:rPr>
            </a:br>
            <a:endParaRPr lang="en-US">
              <a:latin typeface="FrankRuehl"/>
              <a:cs typeface="FrankRuehl"/>
            </a:endParaRPr>
          </a:p>
        </p:txBody>
      </p:sp>
      <p:sp>
        <p:nvSpPr>
          <p:cNvPr id="1408787240" name="Content Placeholder 2"/>
          <p:cNvSpPr>
            <a:spLocks noGrp="1"/>
          </p:cNvSpPr>
          <p:nvPr>
            <p:ph idx="1"/>
          </p:nvPr>
        </p:nvSpPr>
        <p:spPr bwMode="auto">
          <a:xfrm>
            <a:off x="457200" y="1600200"/>
            <a:ext cx="8229600" cy="4421188"/>
          </a:xfrm>
        </p:spPr>
        <p:txBody>
          <a:bodyPr/>
          <a:lstStyle/>
          <a:p>
            <a:pPr>
              <a:defRPr/>
            </a:pPr>
            <a:endParaRPr lang="en-US" b="1"/>
          </a:p>
          <a:p>
            <a:pPr>
              <a:defRPr/>
            </a:pPr>
            <a:endParaRPr lang="en-US" b="1"/>
          </a:p>
          <a:p>
            <a:pPr>
              <a:defRPr/>
            </a:pPr>
            <a:r>
              <a:rPr lang="en-US"/>
              <a:t>Serious about job</a:t>
            </a:r>
            <a:endParaRPr/>
          </a:p>
          <a:p>
            <a:pPr>
              <a:defRPr/>
            </a:pPr>
            <a:r>
              <a:rPr lang="en-US"/>
              <a:t>The job is only a job.  A means to an end</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36975600" name="Title 1"/>
          <p:cNvSpPr>
            <a:spLocks noGrp="1"/>
          </p:cNvSpPr>
          <p:nvPr>
            <p:ph type="title"/>
          </p:nvPr>
        </p:nvSpPr>
        <p:spPr bwMode="auto">
          <a:prstGeom prst="rect">
            <a:avLst/>
          </a:prstGeom>
          <a:noFill/>
        </p:spPr>
        <p:txBody>
          <a:bodyPr vert="horz" wrap="square" lIns="91440" tIns="45720" rIns="91440" bIns="45720" numCol="1" anchor="t" anchorCtr="0" compatLnSpc="1">
            <a:prstTxWarp prst="textNoShape"/>
            <a:normAutofit/>
          </a:bodyPr>
          <a:lstStyle/>
          <a:p>
            <a:pPr>
              <a:defRPr/>
            </a:pPr>
            <a:r>
              <a:rPr lang="en-US">
                <a:latin typeface="FrankRuehl"/>
                <a:cs typeface="FrankRuehl"/>
              </a:rPr>
              <a:t>Trait # 2 of a professional: Wanting to do better</a:t>
            </a:r>
            <a:endParaRPr/>
          </a:p>
        </p:txBody>
      </p:sp>
      <p:sp>
        <p:nvSpPr>
          <p:cNvPr id="305623659" name="Content Placeholder 2"/>
          <p:cNvSpPr>
            <a:spLocks noGrp="1"/>
          </p:cNvSpPr>
          <p:nvPr>
            <p:ph idx="1"/>
          </p:nvPr>
        </p:nvSpPr>
        <p:spPr bwMode="auto">
          <a:xfrm>
            <a:off x="152400" y="2286000"/>
            <a:ext cx="8229600" cy="3671888"/>
          </a:xfrm>
        </p:spPr>
        <p:txBody>
          <a:bodyPr/>
          <a:lstStyle/>
          <a:p>
            <a:pPr algn="just">
              <a:defRPr/>
            </a:pPr>
            <a:r>
              <a:rPr lang="en-US"/>
              <a:t>Exhibit a never-ending quest to improve their performance in every variable, every project, every relationship, and every detail.</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0270359" name="Title 1"/>
          <p:cNvSpPr>
            <a:spLocks noGrp="1"/>
          </p:cNvSpPr>
          <p:nvPr>
            <p:ph type="title"/>
          </p:nvPr>
        </p:nvSpPr>
        <p:spPr bwMode="auto">
          <a:prstGeom prst="rect">
            <a:avLst/>
          </a:prstGeom>
          <a:noFill/>
        </p:spPr>
        <p:txBody>
          <a:bodyPr vert="horz" wrap="square" lIns="91440" tIns="45720" rIns="91440" bIns="45720" numCol="1" anchor="t" anchorCtr="0" compatLnSpc="1">
            <a:prstTxWarp prst="textNoShape"/>
            <a:normAutofit/>
          </a:bodyPr>
          <a:lstStyle/>
          <a:p>
            <a:pPr>
              <a:defRPr/>
            </a:pPr>
            <a:r>
              <a:rPr lang="en-US">
                <a:latin typeface="FrankRuehl"/>
                <a:cs typeface="FrankRuehl"/>
              </a:rPr>
              <a:t>Trait # 3 of a professional: Dealing with the Unexpected</a:t>
            </a:r>
            <a:endParaRPr/>
          </a:p>
        </p:txBody>
      </p:sp>
      <p:sp>
        <p:nvSpPr>
          <p:cNvPr id="157776823" name="Content Placeholder 2"/>
          <p:cNvSpPr>
            <a:spLocks noGrp="1"/>
          </p:cNvSpPr>
          <p:nvPr>
            <p:ph idx="1"/>
          </p:nvPr>
        </p:nvSpPr>
        <p:spPr bwMode="auto">
          <a:xfrm>
            <a:off x="457200" y="1600200"/>
            <a:ext cx="8229600" cy="4421188"/>
          </a:xfrm>
        </p:spPr>
        <p:txBody>
          <a:bodyPr/>
          <a:lstStyle/>
          <a:p>
            <a:pPr>
              <a:defRPr/>
            </a:pPr>
            <a:endParaRPr lang="en-US" b="1"/>
          </a:p>
          <a:p>
            <a:pPr>
              <a:defRPr/>
            </a:pPr>
            <a:endParaRPr lang="en-US" b="1"/>
          </a:p>
          <a:p>
            <a:pPr>
              <a:defRPr/>
            </a:pPr>
            <a:r>
              <a:rPr lang="en-US"/>
              <a:t>Stuff happens, things change, and the true professional rises to the occasion</a:t>
            </a:r>
            <a:endParaRPr/>
          </a:p>
          <a:p>
            <a:pPr>
              <a:defRPr/>
            </a:pPr>
            <a:endParaRPr lang="en-US"/>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10000028" name="Title 1"/>
          <p:cNvSpPr>
            <a:spLocks noGrp="1"/>
          </p:cNvSpPr>
          <p:nvPr>
            <p:ph type="title"/>
          </p:nvPr>
        </p:nvSpPr>
        <p:spPr bwMode="auto">
          <a:prstGeom prst="rect">
            <a:avLst/>
          </a:prstGeom>
          <a:noFill/>
        </p:spPr>
        <p:txBody>
          <a:bodyPr vert="horz" wrap="square" lIns="91440" tIns="45720" rIns="91440" bIns="45720" numCol="1" anchor="t" anchorCtr="0" compatLnSpc="1">
            <a:prstTxWarp prst="textNoShape"/>
            <a:normAutofit fontScale="90000"/>
          </a:bodyPr>
          <a:lstStyle/>
          <a:p>
            <a:pPr>
              <a:defRPr/>
            </a:pPr>
            <a:r>
              <a:rPr lang="en-US">
                <a:latin typeface="FrankRuehl"/>
                <a:cs typeface="FrankRuehl"/>
              </a:rPr>
              <a:t>Trait # 4 of a professional: Communication Skills</a:t>
            </a:r>
            <a:br>
              <a:rPr lang="en-US">
                <a:latin typeface="FrankRuehl"/>
                <a:cs typeface="FrankRuehl"/>
              </a:rPr>
            </a:br>
            <a:endParaRPr lang="en-US">
              <a:latin typeface="FrankRuehl"/>
              <a:cs typeface="FrankRuehl"/>
            </a:endParaRPr>
          </a:p>
        </p:txBody>
      </p:sp>
      <p:sp>
        <p:nvSpPr>
          <p:cNvPr id="124205508" name="Content Placeholder 2"/>
          <p:cNvSpPr>
            <a:spLocks noGrp="1"/>
          </p:cNvSpPr>
          <p:nvPr>
            <p:ph idx="1"/>
          </p:nvPr>
        </p:nvSpPr>
        <p:spPr bwMode="auto">
          <a:xfrm>
            <a:off x="457200" y="2565400"/>
            <a:ext cx="8229600" cy="3455988"/>
          </a:xfrm>
        </p:spPr>
        <p:txBody>
          <a:bodyPr/>
          <a:lstStyle/>
          <a:p>
            <a:pPr>
              <a:defRPr/>
            </a:pPr>
            <a:r>
              <a:rPr lang="en-US"/>
              <a:t>Clear</a:t>
            </a:r>
            <a:endParaRPr/>
          </a:p>
          <a:p>
            <a:pPr>
              <a:defRPr/>
            </a:pPr>
            <a:r>
              <a:rPr lang="en-US"/>
              <a:t>Concise </a:t>
            </a:r>
            <a:endParaRPr/>
          </a:p>
          <a:p>
            <a:pPr>
              <a:defRPr/>
            </a:pPr>
            <a:r>
              <a:rPr lang="en-US"/>
              <a:t>Confident</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8495955" name="Title 1"/>
          <p:cNvSpPr>
            <a:spLocks noGrp="1"/>
          </p:cNvSpPr>
          <p:nvPr>
            <p:ph type="title"/>
          </p:nvPr>
        </p:nvSpPr>
        <p:spPr bwMode="auto">
          <a:prstGeom prst="rect">
            <a:avLst/>
          </a:prstGeom>
          <a:noFill/>
        </p:spPr>
        <p:txBody>
          <a:bodyPr vert="horz" wrap="square" lIns="91440" tIns="45720" rIns="91440" bIns="45720" numCol="1" anchor="t" anchorCtr="0" compatLnSpc="1">
            <a:prstTxWarp prst="textNoShape"/>
            <a:normAutofit fontScale="90000"/>
          </a:bodyPr>
          <a:lstStyle/>
          <a:p>
            <a:pPr>
              <a:defRPr/>
            </a:pPr>
            <a:r>
              <a:rPr lang="en-US">
                <a:latin typeface="FrankRuehl"/>
                <a:cs typeface="FrankRuehl"/>
              </a:rPr>
              <a:t>Trait # 5 of a professional: Enthusiasm</a:t>
            </a:r>
            <a:br>
              <a:rPr lang="en-US">
                <a:latin typeface="FrankRuehl"/>
                <a:cs typeface="FrankRuehl"/>
              </a:rPr>
            </a:br>
            <a:endParaRPr lang="en-US">
              <a:latin typeface="FrankRuehl"/>
              <a:cs typeface="FrankRuehl"/>
            </a:endParaRPr>
          </a:p>
        </p:txBody>
      </p:sp>
      <p:sp>
        <p:nvSpPr>
          <p:cNvPr id="274066195" name="Content Placeholder 2"/>
          <p:cNvSpPr>
            <a:spLocks noGrp="1"/>
          </p:cNvSpPr>
          <p:nvPr>
            <p:ph idx="1"/>
          </p:nvPr>
        </p:nvSpPr>
        <p:spPr bwMode="auto">
          <a:xfrm>
            <a:off x="228600" y="1600200"/>
            <a:ext cx="8229600" cy="4421188"/>
          </a:xfrm>
        </p:spPr>
        <p:txBody>
          <a:bodyPr/>
          <a:lstStyle/>
          <a:p>
            <a:pPr algn="just">
              <a:defRPr/>
            </a:pPr>
            <a:endParaRPr lang="en-US" b="1"/>
          </a:p>
          <a:p>
            <a:pPr algn="just">
              <a:defRPr/>
            </a:pPr>
            <a:endParaRPr lang="en-US" b="1"/>
          </a:p>
          <a:p>
            <a:pPr algn="just">
              <a:defRPr/>
            </a:pPr>
            <a:r>
              <a:rPr lang="en-US"/>
              <a:t>Attitude is everything.  Those who exhibit enthusiasm for what they do and greet each day with a positive attitude inevitably become a leader</a:t>
            </a:r>
            <a:endParaRPr/>
          </a:p>
          <a:p>
            <a:pPr algn="just">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51910651" name="Title 1"/>
          <p:cNvSpPr>
            <a:spLocks noGrp="1"/>
          </p:cNvSpPr>
          <p:nvPr>
            <p:ph type="title"/>
          </p:nvPr>
        </p:nvSpPr>
        <p:spPr bwMode="auto">
          <a:prstGeom prst="rect">
            <a:avLst/>
          </a:prstGeom>
          <a:noFill/>
        </p:spPr>
        <p:txBody>
          <a:bodyPr vert="horz" wrap="square" lIns="91440" tIns="45720" rIns="91440" bIns="45720" numCol="1" anchor="t" anchorCtr="0" compatLnSpc="1">
            <a:prstTxWarp prst="textNoShape"/>
            <a:normAutofit fontScale="90000"/>
          </a:bodyPr>
          <a:lstStyle/>
          <a:p>
            <a:pPr>
              <a:defRPr/>
            </a:pPr>
            <a:r>
              <a:rPr lang="en-US">
                <a:latin typeface="FrankRuehl"/>
                <a:cs typeface="FrankRuehl"/>
              </a:rPr>
              <a:t>Trait # 6 of a professional: Helpfulness</a:t>
            </a:r>
            <a:br>
              <a:rPr lang="en-US">
                <a:latin typeface="FrankRuehl"/>
                <a:cs typeface="FrankRuehl"/>
              </a:rPr>
            </a:br>
            <a:endParaRPr lang="en-US">
              <a:latin typeface="FrankRuehl"/>
              <a:cs typeface="FrankRuehl"/>
            </a:endParaRPr>
          </a:p>
        </p:txBody>
      </p:sp>
      <p:sp>
        <p:nvSpPr>
          <p:cNvPr id="1074847192" name="Content Placeholder 2"/>
          <p:cNvSpPr>
            <a:spLocks noGrp="1"/>
          </p:cNvSpPr>
          <p:nvPr>
            <p:ph idx="1"/>
          </p:nvPr>
        </p:nvSpPr>
        <p:spPr bwMode="auto">
          <a:xfrm>
            <a:off x="457200" y="2349500"/>
            <a:ext cx="8435975" cy="3671888"/>
          </a:xfrm>
        </p:spPr>
        <p:txBody>
          <a:bodyPr/>
          <a:lstStyle/>
          <a:p>
            <a:pPr>
              <a:defRPr/>
            </a:pPr>
            <a:r>
              <a:rPr lang="en-US"/>
              <a:t>Understand that real success in the workplace requires teamwork</a:t>
            </a:r>
            <a:endParaRPr/>
          </a:p>
          <a:p>
            <a:pPr>
              <a:defRPr/>
            </a:pPr>
            <a:r>
              <a:rPr lang="en-US"/>
              <a:t>Always ready to lend a hand</a:t>
            </a:r>
            <a:endParaRPr/>
          </a:p>
          <a:p>
            <a:pPr>
              <a:defRPr/>
            </a:pPr>
            <a:r>
              <a:rPr lang="en-US"/>
              <a:t> Make a suggestion </a:t>
            </a:r>
            <a:endParaRPr/>
          </a:p>
          <a:p>
            <a:pPr>
              <a:defRPr/>
            </a:pPr>
            <a:r>
              <a:rPr lang="en-US"/>
              <a:t>Offer a compliment when it’s deserved</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22469970" name="Title 1"/>
          <p:cNvSpPr>
            <a:spLocks noGrp="1"/>
          </p:cNvSpPr>
          <p:nvPr>
            <p:ph type="title"/>
          </p:nvPr>
        </p:nvSpPr>
        <p:spPr bwMode="auto">
          <a:prstGeom prst="rect">
            <a:avLst/>
          </a:prstGeom>
          <a:noFill/>
        </p:spPr>
        <p:txBody>
          <a:bodyPr vert="horz" wrap="square" lIns="91440" tIns="45720" rIns="91440" bIns="45720" numCol="1" anchor="t" anchorCtr="0" compatLnSpc="1">
            <a:prstTxWarp prst="textNoShape"/>
            <a:normAutofit/>
          </a:bodyPr>
          <a:lstStyle/>
          <a:p>
            <a:pPr>
              <a:defRPr/>
            </a:pPr>
            <a:r>
              <a:rPr lang="en-US">
                <a:latin typeface="FrankRuehl"/>
                <a:cs typeface="FrankRuehl"/>
              </a:rPr>
              <a:t>Trait # 7 of a professional: Taking the Initiative</a:t>
            </a:r>
            <a:endParaRPr/>
          </a:p>
        </p:txBody>
      </p:sp>
      <p:sp>
        <p:nvSpPr>
          <p:cNvPr id="1474849705" name="Content Placeholder 2"/>
          <p:cNvSpPr>
            <a:spLocks noGrp="1"/>
          </p:cNvSpPr>
          <p:nvPr>
            <p:ph idx="1"/>
          </p:nvPr>
        </p:nvSpPr>
        <p:spPr bwMode="auto">
          <a:xfrm>
            <a:off x="457200" y="1600200"/>
            <a:ext cx="8229600" cy="4421188"/>
          </a:xfrm>
        </p:spPr>
        <p:txBody>
          <a:bodyPr/>
          <a:lstStyle/>
          <a:p>
            <a:pPr>
              <a:defRPr/>
            </a:pPr>
            <a:endParaRPr lang="en-US"/>
          </a:p>
          <a:p>
            <a:pPr marL="0" indent="0">
              <a:buFont typeface="Wingdings"/>
              <a:buNone/>
              <a:defRPr/>
            </a:pPr>
            <a:endParaRPr lang="en-US"/>
          </a:p>
          <a:p>
            <a:pPr>
              <a:defRPr/>
            </a:pPr>
            <a:r>
              <a:rPr lang="en-US"/>
              <a:t>Takes the initiative to get things done </a:t>
            </a:r>
            <a:endParaRPr/>
          </a:p>
          <a:p>
            <a:pPr marL="0" indent="0">
              <a:buFont typeface="Wingdings"/>
              <a:buNone/>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41515367" name="Title 1"/>
          <p:cNvSpPr>
            <a:spLocks noGrp="1"/>
          </p:cNvSpPr>
          <p:nvPr>
            <p:ph type="title"/>
          </p:nvPr>
        </p:nvSpPr>
        <p:spPr bwMode="auto">
          <a:prstGeom prst="rect">
            <a:avLst/>
          </a:prstGeom>
          <a:noFill/>
        </p:spPr>
        <p:txBody>
          <a:bodyPr vert="horz" wrap="square" lIns="91440" tIns="45720" rIns="91440" bIns="45720" numCol="1" anchor="t" anchorCtr="0" compatLnSpc="1">
            <a:prstTxWarp prst="textNoShape"/>
            <a:normAutofit fontScale="90000"/>
          </a:bodyPr>
          <a:lstStyle/>
          <a:p>
            <a:pPr>
              <a:defRPr/>
            </a:pPr>
            <a:r>
              <a:rPr lang="en-US">
                <a:latin typeface="FrankRuehl"/>
                <a:cs typeface="FrankRuehl"/>
              </a:rPr>
              <a:t>Trait # 8 of a professional: Cool under Pressure</a:t>
            </a:r>
            <a:br>
              <a:rPr lang="en-US">
                <a:latin typeface="FrankRuehl"/>
                <a:cs typeface="FrankRuehl"/>
              </a:rPr>
            </a:br>
            <a:endParaRPr lang="en-US">
              <a:latin typeface="FrankRuehl"/>
              <a:cs typeface="FrankRuehl"/>
            </a:endParaRPr>
          </a:p>
        </p:txBody>
      </p:sp>
      <p:sp>
        <p:nvSpPr>
          <p:cNvPr id="1628706970" name="Content Placeholder 2"/>
          <p:cNvSpPr>
            <a:spLocks noGrp="1"/>
          </p:cNvSpPr>
          <p:nvPr>
            <p:ph idx="1"/>
          </p:nvPr>
        </p:nvSpPr>
        <p:spPr bwMode="auto">
          <a:xfrm>
            <a:off x="457200" y="1600200"/>
            <a:ext cx="8229600" cy="4421188"/>
          </a:xfrm>
        </p:spPr>
        <p:txBody>
          <a:bodyPr/>
          <a:lstStyle/>
          <a:p>
            <a:pPr>
              <a:defRPr/>
            </a:pPr>
            <a:endParaRPr lang="en-US"/>
          </a:p>
          <a:p>
            <a:pPr>
              <a:defRPr/>
            </a:pPr>
            <a:endParaRPr lang="en-US"/>
          </a:p>
          <a:p>
            <a:pPr>
              <a:defRPr/>
            </a:pPr>
            <a:r>
              <a:rPr lang="en-US"/>
              <a:t>Level headed and calm</a:t>
            </a:r>
            <a:endParaRPr/>
          </a:p>
          <a:p>
            <a:pPr>
              <a:defRPr/>
            </a:pPr>
            <a:r>
              <a:rPr lang="en-US"/>
              <a:t>Cheerful demeanor-even under stressful times</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89041308" name="Title 1"/>
          <p:cNvSpPr>
            <a:spLocks noGrp="1"/>
          </p:cNvSpPr>
          <p:nvPr>
            <p:ph type="title"/>
          </p:nvPr>
        </p:nvSpPr>
        <p:spPr bwMode="auto">
          <a:prstGeom prst="rect">
            <a:avLst/>
          </a:prstGeom>
          <a:noFill/>
        </p:spPr>
        <p:txBody>
          <a:bodyPr vert="horz" wrap="square" lIns="91440" tIns="45720" rIns="91440" bIns="45720" numCol="1" anchor="t" anchorCtr="0" compatLnSpc="1">
            <a:prstTxWarp prst="textNoShape"/>
            <a:normAutofit fontScale="90000"/>
          </a:bodyPr>
          <a:lstStyle/>
          <a:p>
            <a:pPr>
              <a:defRPr/>
            </a:pPr>
            <a:r>
              <a:rPr lang="en-US">
                <a:latin typeface="FrankRuehl"/>
                <a:cs typeface="FrankRuehl"/>
              </a:rPr>
              <a:t>Trait # 9 of a professional: Remains Focused</a:t>
            </a:r>
            <a:br>
              <a:rPr lang="en-US">
                <a:latin typeface="FrankRuehl"/>
                <a:cs typeface="FrankRuehl"/>
              </a:rPr>
            </a:br>
            <a:endParaRPr lang="en-US">
              <a:latin typeface="FrankRuehl"/>
              <a:cs typeface="FrankRuehl"/>
            </a:endParaRPr>
          </a:p>
        </p:txBody>
      </p:sp>
      <p:sp>
        <p:nvSpPr>
          <p:cNvPr id="478537645" name="Content Placeholder 2"/>
          <p:cNvSpPr>
            <a:spLocks noGrp="1"/>
          </p:cNvSpPr>
          <p:nvPr>
            <p:ph idx="1"/>
          </p:nvPr>
        </p:nvSpPr>
        <p:spPr bwMode="auto">
          <a:xfrm>
            <a:off x="228600" y="1600200"/>
            <a:ext cx="8229600" cy="4421188"/>
          </a:xfrm>
        </p:spPr>
        <p:txBody>
          <a:bodyPr/>
          <a:lstStyle/>
          <a:p>
            <a:pPr marL="0" indent="0">
              <a:buFont typeface="Wingdings"/>
              <a:buNone/>
              <a:defRPr/>
            </a:pPr>
            <a:endParaRPr lang="en-US"/>
          </a:p>
          <a:p>
            <a:pPr>
              <a:defRPr/>
            </a:pPr>
            <a:r>
              <a:rPr lang="en-US"/>
              <a:t>Stay focused on the task at hand and the goal ahead</a:t>
            </a:r>
            <a:endParaRPr/>
          </a:p>
          <a:p>
            <a:pPr>
              <a:defRPr/>
            </a:pPr>
            <a:r>
              <a:rPr lang="en-US"/>
              <a:t>Navigate through obstacles or setbacks but never lose sight of where they headed</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90153263" name="Title 1"/>
          <p:cNvSpPr>
            <a:spLocks noGrp="1"/>
          </p:cNvSpPr>
          <p:nvPr>
            <p:ph type="title"/>
          </p:nvPr>
        </p:nvSpPr>
        <p:spPr bwMode="auto">
          <a:prstGeom prst="rect">
            <a:avLst/>
          </a:prstGeom>
          <a:noFill/>
        </p:spPr>
        <p:txBody>
          <a:bodyPr vert="horz" wrap="square" lIns="91440" tIns="45720" rIns="91440" bIns="45720" numCol="1" anchor="t" anchorCtr="0" compatLnSpc="1">
            <a:prstTxWarp prst="textNoShape"/>
            <a:normAutofit fontScale="90000"/>
          </a:bodyPr>
          <a:lstStyle/>
          <a:p>
            <a:pPr>
              <a:defRPr/>
            </a:pPr>
            <a:r>
              <a:rPr lang="en-US">
                <a:latin typeface="FrankRuehl"/>
                <a:cs typeface="FrankRuehl"/>
              </a:rPr>
              <a:t>Trait # 10 of a professional: Don’t Follow, Lead</a:t>
            </a:r>
            <a:br>
              <a:rPr lang="en-US">
                <a:latin typeface="FrankRuehl"/>
                <a:cs typeface="FrankRuehl"/>
              </a:rPr>
            </a:br>
            <a:endParaRPr lang="en-US">
              <a:latin typeface="FrankRuehl"/>
              <a:cs typeface="FrankRuehl"/>
            </a:endParaRPr>
          </a:p>
        </p:txBody>
      </p:sp>
      <p:sp>
        <p:nvSpPr>
          <p:cNvPr id="1308621619" name="Content Placeholder 2"/>
          <p:cNvSpPr>
            <a:spLocks noGrp="1"/>
          </p:cNvSpPr>
          <p:nvPr>
            <p:ph idx="1"/>
          </p:nvPr>
        </p:nvSpPr>
        <p:spPr bwMode="auto">
          <a:xfrm>
            <a:off x="457200" y="1600200"/>
            <a:ext cx="8229600" cy="4421188"/>
          </a:xfrm>
        </p:spPr>
        <p:txBody>
          <a:bodyPr/>
          <a:lstStyle/>
          <a:p>
            <a:pPr marL="0" indent="0">
              <a:buFont typeface="Wingdings"/>
              <a:buNone/>
              <a:defRPr/>
            </a:pPr>
            <a:endParaRPr lang="en-US" b="1"/>
          </a:p>
          <a:p>
            <a:pPr>
              <a:defRPr/>
            </a:pPr>
            <a:r>
              <a:rPr lang="en-US"/>
              <a:t>True Professionals aren’t faint of heart</a:t>
            </a:r>
            <a:endParaRPr/>
          </a:p>
          <a:p>
            <a:pPr>
              <a:defRPr/>
            </a:pPr>
            <a:r>
              <a:rPr lang="en-US"/>
              <a:t>Analyze the situation and willing to take new paths and try new solutions</a:t>
            </a:r>
            <a:endParaRPr/>
          </a:p>
          <a:p>
            <a:pPr>
              <a:defRPr/>
            </a:pPr>
            <a:r>
              <a:rPr lang="en-US"/>
              <a:t>That’s why they call it LEADERSHIP!</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48553403" name="Title 1"/>
          <p:cNvSpPr>
            <a:spLocks noGrp="1"/>
          </p:cNvSpPr>
          <p:nvPr>
            <p:ph type="title"/>
          </p:nvPr>
        </p:nvSpPr>
        <p:spPr bwMode="auto">
          <a:prstGeom prst="rect">
            <a:avLst/>
          </a:prstGeom>
          <a:noFill/>
        </p:spPr>
        <p:txBody>
          <a:bodyPr vert="horz" wrap="square" lIns="91440" tIns="45720" rIns="91440" bIns="45720" numCol="1" anchor="t" anchorCtr="0" compatLnSpc="1">
            <a:prstTxWarp prst="textNoShape"/>
            <a:normAutofit/>
          </a:bodyPr>
          <a:lstStyle/>
          <a:p>
            <a:pPr>
              <a:defRPr/>
            </a:pPr>
            <a:r>
              <a:rPr lang="en-US">
                <a:latin typeface="FrankRuehl"/>
                <a:cs typeface="FrankRuehl"/>
              </a:rPr>
              <a:t>Applying Professionalism in Real Life</a:t>
            </a:r>
            <a:endParaRPr/>
          </a:p>
        </p:txBody>
      </p:sp>
      <p:sp>
        <p:nvSpPr>
          <p:cNvPr id="1798631159" name="Content Placeholder 2"/>
          <p:cNvSpPr>
            <a:spLocks noGrp="1"/>
          </p:cNvSpPr>
          <p:nvPr>
            <p:ph idx="1"/>
          </p:nvPr>
        </p:nvSpPr>
        <p:spPr bwMode="auto">
          <a:xfrm>
            <a:off x="152400" y="1600200"/>
            <a:ext cx="8229600" cy="4421188"/>
          </a:xfrm>
        </p:spPr>
        <p:txBody>
          <a:bodyPr/>
          <a:lstStyle/>
          <a:p>
            <a:pPr marL="0" indent="0" algn="just">
              <a:buFont typeface="Wingdings"/>
              <a:buNone/>
              <a:defRPr/>
            </a:pPr>
            <a:r>
              <a:rPr lang="en-US" sz="3600"/>
              <a:t>Scenario #1</a:t>
            </a:r>
            <a:endParaRPr/>
          </a:p>
          <a:p>
            <a:pPr algn="just">
              <a:defRPr/>
            </a:pPr>
            <a:r>
              <a:rPr lang="en-US"/>
              <a:t>You are the owner of a software engineering company. Your employees (engineers) want you to pay for them to attend training.</a:t>
            </a:r>
            <a:endParaRPr/>
          </a:p>
          <a:p>
            <a:pPr algn="just">
              <a:defRPr/>
            </a:pPr>
            <a:r>
              <a:rPr lang="en-US"/>
              <a:t>How would you respond in a way that is legal, moral, and ethical?</a:t>
            </a:r>
            <a:endParaRPr/>
          </a:p>
          <a:p>
            <a:pPr marL="0" indent="0" algn="just">
              <a:buFont typeface="Wingdings"/>
              <a:buNone/>
              <a:defRPr/>
            </a:pPr>
            <a:endParaRPr lang="en-US" sz="3600">
              <a:solidFill>
                <a:srgbClr val="0070C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34453698" name="Title 1"/>
          <p:cNvSpPr>
            <a:spLocks noGrp="1"/>
          </p:cNvSpPr>
          <p:nvPr>
            <p:ph type="title"/>
          </p:nvPr>
        </p:nvSpPr>
        <p:spPr bwMode="auto">
          <a:prstGeom prst="rect">
            <a:avLst/>
          </a:prstGeom>
          <a:noFill/>
        </p:spPr>
        <p:txBody>
          <a:bodyPr vert="horz" wrap="square" lIns="91440" tIns="45720" rIns="91440" bIns="45720" numCol="1" anchor="t" anchorCtr="0" compatLnSpc="1">
            <a:prstTxWarp prst="textNoShape"/>
            <a:normAutofit/>
          </a:bodyPr>
          <a:lstStyle/>
          <a:p>
            <a:pPr>
              <a:defRPr/>
            </a:pPr>
            <a:r>
              <a:rPr lang="en-US">
                <a:latin typeface="FrankRuehl"/>
                <a:cs typeface="FrankRuehl"/>
              </a:rPr>
              <a:t>Scenario #2</a:t>
            </a:r>
            <a:br>
              <a:rPr lang="en-US">
                <a:latin typeface="FrankRuehl"/>
                <a:cs typeface="FrankRuehl"/>
              </a:rPr>
            </a:br>
            <a:endParaRPr lang="en-US">
              <a:latin typeface="FrankRuehl"/>
              <a:cs typeface="FrankRuehl"/>
            </a:endParaRPr>
          </a:p>
        </p:txBody>
      </p:sp>
      <p:sp>
        <p:nvSpPr>
          <p:cNvPr id="212568348" name="Content Placeholder 2"/>
          <p:cNvSpPr>
            <a:spLocks noGrp="1"/>
          </p:cNvSpPr>
          <p:nvPr>
            <p:ph idx="1"/>
          </p:nvPr>
        </p:nvSpPr>
        <p:spPr bwMode="auto">
          <a:xfrm>
            <a:off x="76200" y="1600200"/>
            <a:ext cx="8229600" cy="4421188"/>
          </a:xfrm>
        </p:spPr>
        <p:txBody>
          <a:bodyPr/>
          <a:lstStyle/>
          <a:p>
            <a:pPr algn="just">
              <a:defRPr/>
            </a:pPr>
            <a:r>
              <a:rPr lang="en-US"/>
              <a:t>You are the owner of a software engineering company. Your employees (engineers) want you to let them do pro bono work for a local non-profit organization on company time.</a:t>
            </a:r>
            <a:endParaRPr/>
          </a:p>
          <a:p>
            <a:pPr algn="just">
              <a:defRPr/>
            </a:pPr>
            <a:r>
              <a:rPr lang="en-US"/>
              <a:t>How would you respond in a way that is legal, moral, and ethical?</a:t>
            </a:r>
            <a:endParaRPr/>
          </a:p>
          <a:p>
            <a:pPr>
              <a:defRPr/>
            </a:pPr>
            <a:endParaRPr lang="en-US"/>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17068779" name="Title 1"/>
          <p:cNvSpPr>
            <a:spLocks noGrp="1"/>
          </p:cNvSpPr>
          <p:nvPr>
            <p:ph type="title"/>
          </p:nvPr>
        </p:nvSpPr>
        <p:spPr bwMode="auto">
          <a:prstGeom prst="rect">
            <a:avLst/>
          </a:prstGeom>
          <a:noFill/>
        </p:spPr>
        <p:txBody>
          <a:bodyPr vert="horz" wrap="square" lIns="91440" tIns="45720" rIns="91440" bIns="45720" numCol="1" anchor="t" anchorCtr="0" compatLnSpc="1">
            <a:prstTxWarp prst="textNoShape"/>
            <a:normAutofit/>
          </a:bodyPr>
          <a:lstStyle/>
          <a:p>
            <a:pPr>
              <a:defRPr/>
            </a:pPr>
            <a:r>
              <a:rPr lang="en-US">
                <a:latin typeface="FrankRuehl"/>
                <a:cs typeface="FrankRuehl"/>
              </a:rPr>
              <a:t>Scenario #3</a:t>
            </a:r>
            <a:br>
              <a:rPr lang="en-US">
                <a:latin typeface="FrankRuehl"/>
                <a:cs typeface="FrankRuehl"/>
              </a:rPr>
            </a:br>
            <a:endParaRPr lang="en-US">
              <a:latin typeface="FrankRuehl"/>
              <a:cs typeface="FrankRuehl"/>
            </a:endParaRPr>
          </a:p>
        </p:txBody>
      </p:sp>
      <p:sp>
        <p:nvSpPr>
          <p:cNvPr id="1572077615" name="Content Placeholder 2"/>
          <p:cNvSpPr>
            <a:spLocks noGrp="1"/>
          </p:cNvSpPr>
          <p:nvPr>
            <p:ph idx="1"/>
          </p:nvPr>
        </p:nvSpPr>
        <p:spPr bwMode="auto">
          <a:xfrm>
            <a:off x="29183" y="1600200"/>
            <a:ext cx="8229600" cy="4421188"/>
          </a:xfrm>
        </p:spPr>
        <p:txBody>
          <a:bodyPr/>
          <a:lstStyle/>
          <a:p>
            <a:pPr algn="just">
              <a:defRPr/>
            </a:pPr>
            <a:r>
              <a:rPr lang="en-US"/>
              <a:t>You are a software engineer at a company where management routinely encourages you and your colleagues to use pirated software.</a:t>
            </a:r>
            <a:endParaRPr/>
          </a:p>
          <a:p>
            <a:pPr algn="just">
              <a:defRPr/>
            </a:pPr>
            <a:r>
              <a:rPr lang="en-US"/>
              <a:t>How would you respond in a way that is legal, moral, and ethical?</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68168949" name="Title 1"/>
          <p:cNvSpPr>
            <a:spLocks noGrp="1"/>
          </p:cNvSpPr>
          <p:nvPr>
            <p:ph type="title"/>
          </p:nvPr>
        </p:nvSpPr>
        <p:spPr bwMode="auto">
          <a:xfrm>
            <a:off x="457200" y="529096"/>
            <a:ext cx="8229600" cy="1143000"/>
          </a:xfrm>
        </p:spPr>
        <p:txBody>
          <a:bodyPr>
            <a:normAutofit fontScale="90000"/>
          </a:bodyPr>
          <a:lstStyle/>
          <a:p>
            <a:pPr>
              <a:defRPr/>
            </a:pPr>
            <a:r>
              <a:rPr lang="en-US" sz="3600" b="1"/>
              <a:t>What are the characteristics of a professional?</a:t>
            </a:r>
            <a:br>
              <a:rPr lang="en-US"/>
            </a:br>
            <a:endParaRPr lang="en-US"/>
          </a:p>
        </p:txBody>
      </p:sp>
      <p:sp>
        <p:nvSpPr>
          <p:cNvPr id="125349906" name="Content Placeholder 2"/>
          <p:cNvSpPr>
            <a:spLocks noGrp="1"/>
          </p:cNvSpPr>
          <p:nvPr>
            <p:ph idx="1"/>
          </p:nvPr>
        </p:nvSpPr>
        <p:spPr bwMode="auto">
          <a:xfrm>
            <a:off x="457200" y="1371600"/>
            <a:ext cx="7886700" cy="5257800"/>
          </a:xfrm>
        </p:spPr>
        <p:txBody>
          <a:bodyPr>
            <a:noAutofit/>
          </a:bodyPr>
          <a:lstStyle/>
          <a:p>
            <a:pPr marL="0" indent="0">
              <a:buNone/>
              <a:defRPr/>
            </a:pPr>
            <a:r>
              <a:rPr lang="en-US" sz="1400" b="1">
                <a:latin typeface="+mj-lt"/>
              </a:rPr>
              <a:t>True professionals possess a number of important characteristics that can apply to virtually any type of business.</a:t>
            </a:r>
            <a:endParaRPr/>
          </a:p>
          <a:p>
            <a:pPr>
              <a:defRPr/>
            </a:pPr>
            <a:r>
              <a:rPr lang="en-US" sz="1400" b="1">
                <a:latin typeface="+mj-lt"/>
              </a:rPr>
              <a:t>Appearance.    [Dress for Success]</a:t>
            </a:r>
            <a:endParaRPr/>
          </a:p>
          <a:p>
            <a:pPr>
              <a:defRPr/>
            </a:pPr>
            <a:r>
              <a:rPr lang="en-US" sz="1400" b="1">
                <a:latin typeface="+mj-lt"/>
              </a:rPr>
              <a:t>Demeanor. [manner, air, attitude, appearance, look]</a:t>
            </a:r>
            <a:endParaRPr/>
          </a:p>
          <a:p>
            <a:pPr>
              <a:defRPr/>
            </a:pPr>
            <a:r>
              <a:rPr lang="en-US" sz="1400" b="1">
                <a:latin typeface="+mj-lt"/>
              </a:rPr>
              <a:t>Reliability.</a:t>
            </a:r>
            <a:endParaRPr/>
          </a:p>
          <a:p>
            <a:pPr>
              <a:defRPr/>
            </a:pPr>
            <a:r>
              <a:rPr lang="en-US" sz="1400" b="1">
                <a:latin typeface="+mj-lt"/>
              </a:rPr>
              <a:t>Competence.</a:t>
            </a:r>
            <a:endParaRPr/>
          </a:p>
          <a:p>
            <a:pPr>
              <a:defRPr/>
            </a:pPr>
            <a:r>
              <a:rPr lang="en-US" sz="1400" b="1">
                <a:latin typeface="+mj-lt"/>
              </a:rPr>
              <a:t>Ethics.</a:t>
            </a:r>
            <a:endParaRPr/>
          </a:p>
          <a:p>
            <a:pPr>
              <a:defRPr/>
            </a:pPr>
            <a:r>
              <a:rPr lang="en-US" sz="1400" b="1">
                <a:latin typeface="+mj-lt"/>
              </a:rPr>
              <a:t>Maintaining Your Poise.[balance · equilibrium · control · grace · gracefulness · presence] </a:t>
            </a:r>
            <a:endParaRPr/>
          </a:p>
          <a:p>
            <a:pPr>
              <a:defRPr/>
            </a:pPr>
            <a:r>
              <a:rPr lang="en-US" sz="1400" b="1">
                <a:latin typeface="+mj-lt"/>
              </a:rPr>
              <a:t>Written Correspondence.</a:t>
            </a:r>
            <a:endParaRPr/>
          </a:p>
          <a:p>
            <a:pPr>
              <a:defRPr/>
            </a:pPr>
            <a:r>
              <a:rPr lang="en-US" sz="1400" b="1">
                <a:latin typeface="+mj-lt"/>
              </a:rPr>
              <a:t>Organizational Skills</a:t>
            </a:r>
            <a:endParaRPr/>
          </a:p>
          <a:p>
            <a:pPr>
              <a:defRPr/>
            </a:pPr>
            <a:r>
              <a:rPr lang="en-US" sz="1400" b="1">
                <a:latin typeface="+mj-lt"/>
              </a:rPr>
              <a:t>Accountability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94411708" name="TextBox 1"/>
          <p:cNvSpPr txBox="1"/>
          <p:nvPr/>
        </p:nvSpPr>
        <p:spPr bwMode="auto">
          <a:xfrm>
            <a:off x="0" y="2133600"/>
            <a:ext cx="8059052" cy="2308324"/>
          </a:xfrm>
          <a:prstGeom prst="rect">
            <a:avLst/>
          </a:prstGeom>
          <a:noFill/>
        </p:spPr>
        <p:txBody>
          <a:bodyPr wrap="square" rtlCol="0">
            <a:spAutoFit/>
          </a:bodyPr>
          <a:lstStyle/>
          <a:p>
            <a:pPr algn="just">
              <a:defRPr/>
            </a:pPr>
            <a:r>
              <a:rPr lang="en-US" sz="3600" b="1">
                <a:solidFill>
                  <a:schemeClr val="accent3">
                    <a:lumMod val="50000"/>
                  </a:schemeClr>
                </a:solidFill>
              </a:rPr>
              <a:t>ETHICS FIRST </a:t>
            </a:r>
            <a:endParaRPr/>
          </a:p>
          <a:p>
            <a:pPr algn="just">
              <a:defRPr/>
            </a:pPr>
            <a:r>
              <a:rPr lang="en-US" sz="3600" b="1">
                <a:solidFill>
                  <a:schemeClr val="accent3">
                    <a:lumMod val="50000"/>
                  </a:schemeClr>
                </a:solidFill>
              </a:rPr>
              <a:t>Wrong is wrong even if everyone is  doing it. Right is right even if no one is doing it.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04417773" name="Title 1"/>
          <p:cNvSpPr>
            <a:spLocks noGrp="1"/>
          </p:cNvSpPr>
          <p:nvPr>
            <p:ph type="title"/>
          </p:nvPr>
        </p:nvSpPr>
        <p:spPr bwMode="auto"/>
        <p:txBody>
          <a:bodyPr/>
          <a:lstStyle/>
          <a:p>
            <a:pPr>
              <a:defRPr/>
            </a:pPr>
            <a:r>
              <a:rPr lang="en-US"/>
              <a:t>Dictionary meaning</a:t>
            </a:r>
            <a:endParaRPr/>
          </a:p>
        </p:txBody>
      </p:sp>
      <p:sp>
        <p:nvSpPr>
          <p:cNvPr id="1392543394" name="Content Placeholder 2"/>
          <p:cNvSpPr>
            <a:spLocks noGrp="1"/>
          </p:cNvSpPr>
          <p:nvPr>
            <p:ph idx="1"/>
          </p:nvPr>
        </p:nvSpPr>
        <p:spPr bwMode="auto"/>
        <p:txBody>
          <a:bodyPr/>
          <a:lstStyle/>
          <a:p>
            <a:pPr marL="0" indent="0">
              <a:buNone/>
              <a:defRPr/>
            </a:pPr>
            <a:r>
              <a:rPr lang="en-US"/>
              <a:t>Ethics</a:t>
            </a:r>
            <a:endParaRPr/>
          </a:p>
          <a:p>
            <a:pPr marL="0" indent="0">
              <a:buNone/>
              <a:defRPr/>
            </a:pPr>
            <a:r>
              <a:rPr lang="en-US" sz="2800"/>
              <a:t>The  branch of knowledge that deals with </a:t>
            </a:r>
            <a:r>
              <a:rPr lang="en-US" sz="2800">
                <a:solidFill>
                  <a:srgbClr val="FF0000"/>
                </a:solidFill>
              </a:rPr>
              <a:t>moral</a:t>
            </a:r>
            <a:r>
              <a:rPr lang="en-US" sz="2800"/>
              <a:t> principles.</a:t>
            </a:r>
            <a:endParaRPr/>
          </a:p>
          <a:p>
            <a:pPr marL="0" indent="0">
              <a:buNone/>
              <a:defRPr/>
            </a:pPr>
            <a:r>
              <a:rPr lang="en-US">
                <a:solidFill>
                  <a:srgbClr val="FF0000"/>
                </a:solidFill>
              </a:rPr>
              <a:t>Moral </a:t>
            </a:r>
            <a:endParaRPr lang="en-US"/>
          </a:p>
          <a:p>
            <a:pPr>
              <a:defRPr/>
            </a:pPr>
            <a:r>
              <a:rPr lang="en-US" sz="2000"/>
              <a:t>Concerned  with the principles of right and wrong behavior and the goodness or badness of human character.</a:t>
            </a:r>
            <a:endParaRPr/>
          </a:p>
          <a:p>
            <a:pPr>
              <a:defRPr/>
            </a:pPr>
            <a:r>
              <a:rPr lang="en-US" sz="2000"/>
              <a:t>Holding  or manifesting high principles for proper conduct.</a:t>
            </a:r>
            <a:endParaRPr/>
          </a:p>
          <a:p>
            <a:pPr>
              <a:defRPr/>
            </a:pPr>
            <a:endParaRPr lang="en-US"/>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70869798" name="Title 1"/>
          <p:cNvSpPr>
            <a:spLocks noGrp="1"/>
          </p:cNvSpPr>
          <p:nvPr>
            <p:ph type="title"/>
          </p:nvPr>
        </p:nvSpPr>
        <p:spPr bwMode="auto">
          <a:xfrm>
            <a:off x="415635" y="152400"/>
            <a:ext cx="8229600" cy="1143000"/>
          </a:xfrm>
        </p:spPr>
        <p:txBody>
          <a:bodyPr/>
          <a:lstStyle/>
          <a:p>
            <a:pPr>
              <a:defRPr/>
            </a:pPr>
            <a:r>
              <a:rPr lang="en-US"/>
              <a:t>Definition of Ethics</a:t>
            </a:r>
            <a:endParaRPr/>
          </a:p>
        </p:txBody>
      </p:sp>
      <p:sp>
        <p:nvSpPr>
          <p:cNvPr id="1374490081" name="Content Placeholder 2"/>
          <p:cNvSpPr>
            <a:spLocks noGrp="1"/>
          </p:cNvSpPr>
          <p:nvPr>
            <p:ph idx="1"/>
          </p:nvPr>
        </p:nvSpPr>
        <p:spPr bwMode="auto">
          <a:xfrm>
            <a:off x="228600" y="1295400"/>
            <a:ext cx="8402781" cy="4373563"/>
          </a:xfrm>
        </p:spPr>
        <p:txBody>
          <a:bodyPr>
            <a:normAutofit/>
          </a:bodyPr>
          <a:lstStyle/>
          <a:p>
            <a:pPr>
              <a:defRPr/>
            </a:pPr>
            <a:r>
              <a:rPr lang="en-US"/>
              <a:t>Ethics is a set of beliefs about right and wrong behavior within a society.</a:t>
            </a:r>
            <a:endParaRPr/>
          </a:p>
          <a:p>
            <a:pPr>
              <a:tabLst>
                <a:tab pos="911225" algn="l"/>
                <a:tab pos="1825625" algn="l"/>
                <a:tab pos="2740024" algn="l"/>
                <a:tab pos="3654425" algn="l"/>
                <a:tab pos="4568825" algn="l"/>
                <a:tab pos="5483225" algn="l"/>
                <a:tab pos="6397625" algn="l"/>
                <a:tab pos="7312025" algn="l"/>
                <a:tab pos="8226425" algn="l"/>
                <a:tab pos="9140825" algn="l"/>
                <a:tab pos="10055225" algn="l"/>
              </a:tabLst>
              <a:defRPr/>
            </a:pPr>
            <a:r>
              <a:rPr lang="en-GB"/>
              <a:t>Virtues</a:t>
            </a:r>
            <a:endParaRPr/>
          </a:p>
          <a:p>
            <a:pPr lvl="1">
              <a:tabLst>
                <a:tab pos="911225" algn="l"/>
                <a:tab pos="1825625" algn="l"/>
                <a:tab pos="2740024" algn="l"/>
                <a:tab pos="3654425" algn="l"/>
                <a:tab pos="4568825" algn="l"/>
                <a:tab pos="5483225" algn="l"/>
                <a:tab pos="6397625" algn="l"/>
                <a:tab pos="7312025" algn="l"/>
                <a:tab pos="8226425" algn="l"/>
                <a:tab pos="9140825" algn="l"/>
                <a:tab pos="10055225" algn="l"/>
              </a:tabLst>
              <a:defRPr/>
            </a:pPr>
            <a:r>
              <a:rPr lang="en-GB"/>
              <a:t>Habits that incline people to do what is acceptable</a:t>
            </a:r>
            <a:endParaRPr/>
          </a:p>
          <a:p>
            <a:pPr>
              <a:tabLst>
                <a:tab pos="911225" algn="l"/>
                <a:tab pos="1825625" algn="l"/>
                <a:tab pos="2740024" algn="l"/>
                <a:tab pos="3654425" algn="l"/>
                <a:tab pos="4568825" algn="l"/>
                <a:tab pos="5483225" algn="l"/>
                <a:tab pos="6397625" algn="l"/>
                <a:tab pos="7312025" algn="l"/>
                <a:tab pos="8226425" algn="l"/>
                <a:tab pos="9140825" algn="l"/>
                <a:tab pos="10055225" algn="l"/>
              </a:tabLst>
              <a:defRPr/>
            </a:pPr>
            <a:r>
              <a:rPr lang="en-GB"/>
              <a:t>Vices</a:t>
            </a:r>
            <a:endParaRPr/>
          </a:p>
          <a:p>
            <a:pPr lvl="1">
              <a:tabLst>
                <a:tab pos="911225" algn="l"/>
                <a:tab pos="1825625" algn="l"/>
                <a:tab pos="2740024" algn="l"/>
                <a:tab pos="3654425" algn="l"/>
                <a:tab pos="4568825" algn="l"/>
                <a:tab pos="5483225" algn="l"/>
                <a:tab pos="6397625" algn="l"/>
                <a:tab pos="7312025" algn="l"/>
                <a:tab pos="8226425" algn="l"/>
                <a:tab pos="9140825" algn="l"/>
                <a:tab pos="10055225" algn="l"/>
              </a:tabLst>
              <a:defRPr/>
            </a:pPr>
            <a:r>
              <a:rPr lang="en-GB"/>
              <a:t>Habits of unacceptable </a:t>
            </a:r>
            <a:r>
              <a:rPr lang="en-US"/>
              <a:t>behavior</a:t>
            </a:r>
            <a:endParaRPr/>
          </a:p>
          <a:p>
            <a:pPr>
              <a:tabLst>
                <a:tab pos="911225" algn="l"/>
                <a:tab pos="1825625" algn="l"/>
                <a:tab pos="2740024" algn="l"/>
                <a:tab pos="3654425" algn="l"/>
                <a:tab pos="4568825" algn="l"/>
                <a:tab pos="5483225" algn="l"/>
                <a:tab pos="6397625" algn="l"/>
                <a:tab pos="7312025" algn="l"/>
                <a:tab pos="8226425" algn="l"/>
                <a:tab pos="9140825" algn="l"/>
                <a:tab pos="10055225" algn="l"/>
              </a:tabLst>
              <a:defRPr/>
            </a:pPr>
            <a:r>
              <a:rPr lang="en-GB"/>
              <a:t>Virtues and vices define a personal value system</a:t>
            </a:r>
            <a:endParaRPr/>
          </a:p>
          <a:p>
            <a:pPr lvl="1">
              <a:tabLst>
                <a:tab pos="911225" algn="l"/>
                <a:tab pos="1825625" algn="l"/>
                <a:tab pos="2740024" algn="l"/>
                <a:tab pos="3654425" algn="l"/>
                <a:tab pos="4568825" algn="l"/>
                <a:tab pos="5483225" algn="l"/>
                <a:tab pos="6397625" algn="l"/>
                <a:tab pos="7312025" algn="l"/>
                <a:tab pos="8226425" algn="l"/>
                <a:tab pos="9140825" algn="l"/>
                <a:tab pos="10055225" algn="l"/>
              </a:tabLst>
              <a:defRPr/>
            </a:pPr>
            <a:r>
              <a:rPr lang="en-GB"/>
              <a:t>Scheme of moral values</a:t>
            </a:r>
            <a:endParaRPr/>
          </a:p>
          <a:p>
            <a:pPr>
              <a:defRPr/>
            </a:pPr>
            <a:endParaRPr lang="en-US"/>
          </a:p>
        </p:txBody>
      </p:sp>
      <p:sp>
        <p:nvSpPr>
          <p:cNvPr id="1176389267" name="Rectangle 3"/>
          <p:cNvSpPr/>
          <p:nvPr/>
        </p:nvSpPr>
        <p:spPr bwMode="auto">
          <a:xfrm>
            <a:off x="457200" y="5618909"/>
            <a:ext cx="8153399" cy="646331"/>
          </a:xfrm>
          <a:prstGeom prst="rect">
            <a:avLst/>
          </a:prstGeom>
        </p:spPr>
        <p:txBody>
          <a:bodyPr wrap="square">
            <a:spAutoFit/>
          </a:bodyPr>
          <a:lstStyle/>
          <a:p>
            <a:pPr>
              <a:defRPr/>
            </a:pPr>
            <a:r>
              <a:rPr lang="en-US" b="1">
                <a:solidFill>
                  <a:schemeClr val="tx1"/>
                </a:solidFill>
              </a:rPr>
              <a:t>Fairness, generosity, and loyalty are examples of virtues,</a:t>
            </a:r>
            <a:endParaRPr/>
          </a:p>
          <a:p>
            <a:pPr>
              <a:defRPr/>
            </a:pPr>
            <a:r>
              <a:rPr lang="en-US" b="1">
                <a:solidFill>
                  <a:schemeClr val="tx1"/>
                </a:solidFill>
              </a:rPr>
              <a:t>while vanity, greed, envy, and anger are considered vices.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06922086" name="Title 1"/>
          <p:cNvSpPr>
            <a:spLocks noGrp="1"/>
          </p:cNvSpPr>
          <p:nvPr>
            <p:ph type="title"/>
          </p:nvPr>
        </p:nvSpPr>
        <p:spPr bwMode="auto"/>
        <p:txBody>
          <a:bodyPr>
            <a:normAutofit/>
          </a:bodyPr>
          <a:lstStyle/>
          <a:p>
            <a:pPr>
              <a:defRPr/>
            </a:pPr>
            <a:r>
              <a:rPr lang="en-US"/>
              <a:t>The Difference Between Morals, Ethics, and Laws</a:t>
            </a:r>
            <a:endParaRPr/>
          </a:p>
        </p:txBody>
      </p:sp>
      <p:sp>
        <p:nvSpPr>
          <p:cNvPr id="336172441" name="Content Placeholder 2"/>
          <p:cNvSpPr>
            <a:spLocks noGrp="1"/>
          </p:cNvSpPr>
          <p:nvPr>
            <p:ph idx="1"/>
          </p:nvPr>
        </p:nvSpPr>
        <p:spPr bwMode="auto"/>
        <p:txBody>
          <a:bodyPr>
            <a:normAutofit/>
          </a:bodyPr>
          <a:lstStyle/>
          <a:p>
            <a:pPr algn="just">
              <a:defRPr/>
            </a:pPr>
            <a:r>
              <a:rPr lang="en-US"/>
              <a:t>Morals: one’s personal beliefs about right and wrong</a:t>
            </a:r>
            <a:endParaRPr/>
          </a:p>
          <a:p>
            <a:pPr algn="just">
              <a:defRPr/>
            </a:pPr>
            <a:r>
              <a:rPr lang="en-US"/>
              <a:t>Ethics: standards or codes of behavior expected of an individual by a group(nation, organization, profession).</a:t>
            </a:r>
            <a:endParaRPr/>
          </a:p>
          <a:p>
            <a:pPr algn="just">
              <a:defRPr/>
            </a:pPr>
            <a:r>
              <a:rPr lang="en-US"/>
              <a:t>Law: system of rules that tells us what we can and cannot do</a:t>
            </a:r>
            <a:endParaRPr/>
          </a:p>
          <a:p>
            <a:pPr lvl="1" algn="just">
              <a:defRPr/>
            </a:pPr>
            <a:r>
              <a:rPr lang="en-US"/>
              <a:t>Laws are enforced by a set of institutions</a:t>
            </a:r>
            <a:endParaRPr/>
          </a:p>
          <a:p>
            <a:pPr lvl="1" algn="just">
              <a:defRPr/>
            </a:pPr>
            <a:r>
              <a:rPr lang="en-US"/>
              <a:t>Legal acts conform to the law</a:t>
            </a:r>
            <a:endParaRPr/>
          </a:p>
          <a:p>
            <a:pPr lvl="1" algn="just">
              <a:defRPr/>
            </a:pPr>
            <a:r>
              <a:rPr lang="en-US"/>
              <a:t>Moral acts conform to what an individual believes is the right belief of right and wrong.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08895886" name="Title 1"/>
          <p:cNvSpPr>
            <a:spLocks noGrp="1"/>
          </p:cNvSpPr>
          <p:nvPr>
            <p:ph type="title"/>
          </p:nvPr>
        </p:nvSpPr>
        <p:spPr bwMode="auto">
          <a:xfrm>
            <a:off x="457200" y="0"/>
            <a:ext cx="8229600" cy="1143000"/>
          </a:xfrm>
        </p:spPr>
        <p:txBody>
          <a:bodyPr/>
          <a:lstStyle/>
          <a:p>
            <a:pPr>
              <a:defRPr/>
            </a:pPr>
            <a:r>
              <a:rPr lang="en-US"/>
              <a:t>Comparison</a:t>
            </a:r>
            <a:endParaRPr/>
          </a:p>
        </p:txBody>
      </p:sp>
      <p:pic>
        <p:nvPicPr>
          <p:cNvPr id="1189919623" name="Picture 2"/>
          <p:cNvPicPr>
            <a:picLocks noChangeAspect="1" noChangeArrowheads="1" noGrp="1"/>
          </p:cNvPicPr>
          <p:nvPr>
            <p:ph idx="1"/>
          </p:nvPr>
        </p:nvPicPr>
        <p:blipFill>
          <a:blip r:embed="rId3"/>
          <a:stretch/>
        </p:blipFill>
        <p:spPr bwMode="auto">
          <a:xfrm>
            <a:off x="304800" y="1143000"/>
            <a:ext cx="8047744" cy="5180806"/>
          </a:xfrm>
          <a:prstGeom prst="rect">
            <a:avLst/>
          </a:prstGeom>
          <a:noFill/>
          <a:ln>
            <a:noFill/>
          </a:ln>
          <a:effectLst/>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36474907" name="Picture 2"/>
          <p:cNvPicPr>
            <a:picLocks noChangeAspect="1" noChangeArrowheads="1" noGrp="1"/>
          </p:cNvPicPr>
          <p:nvPr>
            <p:ph idx="1"/>
          </p:nvPr>
        </p:nvPicPr>
        <p:blipFill>
          <a:blip r:embed="rId3"/>
          <a:stretch/>
        </p:blipFill>
        <p:spPr bwMode="auto">
          <a:xfrm>
            <a:off x="1" y="990600"/>
            <a:ext cx="8305800" cy="4419600"/>
          </a:xfrm>
          <a:prstGeom prst="rect">
            <a:avLst/>
          </a:prstGeom>
          <a:noFill/>
          <a:ln>
            <a:noFill/>
          </a:ln>
          <a:effectLst/>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38982203" name="Title 1"/>
          <p:cNvSpPr>
            <a:spLocks noGrp="1"/>
          </p:cNvSpPr>
          <p:nvPr>
            <p:ph type="title"/>
          </p:nvPr>
        </p:nvSpPr>
        <p:spPr bwMode="auto">
          <a:prstGeom prst="rect">
            <a:avLst/>
          </a:prstGeom>
          <a:noFill/>
        </p:spPr>
        <p:txBody>
          <a:bodyPr vert="horz" wrap="square" lIns="91440" tIns="45720" rIns="91440" bIns="45720" numCol="1" anchor="t" anchorCtr="0" compatLnSpc="1">
            <a:prstTxWarp prst="textNoShape"/>
          </a:bodyPr>
          <a:lstStyle/>
          <a:p>
            <a:pPr>
              <a:defRPr/>
            </a:pPr>
            <a:r>
              <a:rPr lang="en-US"/>
              <a:t>Code of Ethics</a:t>
            </a:r>
            <a:endParaRPr/>
          </a:p>
        </p:txBody>
      </p:sp>
      <p:sp>
        <p:nvSpPr>
          <p:cNvPr id="1175744932" name="Content Placeholder 2"/>
          <p:cNvSpPr>
            <a:spLocks noGrp="1"/>
          </p:cNvSpPr>
          <p:nvPr>
            <p:ph idx="1"/>
          </p:nvPr>
        </p:nvSpPr>
        <p:spPr bwMode="auto">
          <a:xfrm>
            <a:off x="0" y="1371600"/>
            <a:ext cx="8435975" cy="5040313"/>
          </a:xfrm>
        </p:spPr>
        <p:txBody>
          <a:bodyPr/>
          <a:lstStyle/>
          <a:p>
            <a:pPr>
              <a:spcBef>
                <a:spcPts val="0"/>
              </a:spcBef>
              <a:defRPr/>
            </a:pPr>
            <a:r>
              <a:rPr lang="en-US"/>
              <a:t>Established by various professional organizations</a:t>
            </a:r>
            <a:endParaRPr/>
          </a:p>
          <a:p>
            <a:pPr lvl="1">
              <a:spcBef>
                <a:spcPts val="0"/>
              </a:spcBef>
              <a:defRPr/>
            </a:pPr>
            <a:r>
              <a:rPr lang="en-US"/>
              <a:t>Produce a positive effect on judgment.</a:t>
            </a:r>
            <a:endParaRPr/>
          </a:p>
          <a:p>
            <a:pPr lvl="1">
              <a:spcBef>
                <a:spcPts val="0"/>
              </a:spcBef>
              <a:defRPr/>
            </a:pPr>
            <a:r>
              <a:rPr lang="en-US"/>
              <a:t>Establishes responsibility of professionals to act ethically according to the policies and procedures of their employers, professional organizations, and laws of society.</a:t>
            </a:r>
            <a:endParaRPr/>
          </a:p>
          <a:p>
            <a:pPr lvl="1">
              <a:spcBef>
                <a:spcPts val="0"/>
              </a:spcBef>
              <a:defRPr/>
            </a:pPr>
            <a:r>
              <a:rPr lang="en-US"/>
              <a:t>Organizations assume responsibility to develop, disseminate, and enforce policies.</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29887814" name="Title 1"/>
          <p:cNvSpPr>
            <a:spLocks noGrp="1"/>
          </p:cNvSpPr>
          <p:nvPr>
            <p:ph type="title"/>
          </p:nvPr>
        </p:nvSpPr>
        <p:spPr bwMode="auto">
          <a:prstGeom prst="rect">
            <a:avLst/>
          </a:prstGeom>
          <a:noFill/>
        </p:spPr>
        <p:txBody>
          <a:bodyPr vert="horz" wrap="square" lIns="91440" tIns="45720" rIns="91440" bIns="45720" numCol="1" anchor="t" anchorCtr="0" compatLnSpc="1">
            <a:prstTxWarp prst="textNoShape"/>
          </a:bodyPr>
          <a:lstStyle/>
          <a:p>
            <a:pPr>
              <a:defRPr/>
            </a:pPr>
            <a:r>
              <a:rPr lang="en-US" b="1"/>
              <a:t>Code of Ethics’ Goals</a:t>
            </a:r>
            <a:br>
              <a:rPr lang="en-US"/>
            </a:br>
            <a:endParaRPr lang="en-US"/>
          </a:p>
        </p:txBody>
      </p:sp>
      <p:sp>
        <p:nvSpPr>
          <p:cNvPr id="1130831829" name="Content Placeholder 2"/>
          <p:cNvSpPr>
            <a:spLocks noGrp="1"/>
          </p:cNvSpPr>
          <p:nvPr>
            <p:ph idx="1"/>
          </p:nvPr>
        </p:nvSpPr>
        <p:spPr bwMode="auto">
          <a:xfrm>
            <a:off x="76200" y="1028540"/>
            <a:ext cx="8229600" cy="5761038"/>
          </a:xfrm>
        </p:spPr>
        <p:txBody>
          <a:bodyPr/>
          <a:lstStyle/>
          <a:p>
            <a:pPr marL="0" indent="0" algn="just">
              <a:buFont typeface="Wingdings"/>
              <a:buNone/>
              <a:defRPr/>
            </a:pPr>
            <a:r>
              <a:rPr lang="en-US"/>
              <a:t>Provides an aid to individual decision making, presentation addresses nine different cases (with some overlap).</a:t>
            </a:r>
            <a:endParaRPr/>
          </a:p>
          <a:p>
            <a:pPr>
              <a:defRPr/>
            </a:pPr>
            <a:r>
              <a:rPr lang="en-US" sz="2000"/>
              <a:t>Intellectual property</a:t>
            </a:r>
            <a:endParaRPr/>
          </a:p>
          <a:p>
            <a:pPr>
              <a:defRPr/>
            </a:pPr>
            <a:r>
              <a:rPr lang="en-US" sz="2000"/>
              <a:t>Privacy</a:t>
            </a:r>
            <a:endParaRPr/>
          </a:p>
          <a:p>
            <a:pPr>
              <a:defRPr/>
            </a:pPr>
            <a:r>
              <a:rPr lang="en-US" sz="2000"/>
              <a:t>Confidentiality</a:t>
            </a:r>
            <a:endParaRPr/>
          </a:p>
          <a:p>
            <a:pPr>
              <a:defRPr/>
            </a:pPr>
            <a:r>
              <a:rPr lang="en-US" sz="2000"/>
              <a:t>Professional quality</a:t>
            </a:r>
            <a:endParaRPr/>
          </a:p>
          <a:p>
            <a:pPr>
              <a:defRPr/>
            </a:pPr>
            <a:r>
              <a:rPr lang="en-US" sz="2000"/>
              <a:t>Fairness or discrimination</a:t>
            </a:r>
            <a:endParaRPr/>
          </a:p>
          <a:p>
            <a:pPr>
              <a:defRPr/>
            </a:pPr>
            <a:r>
              <a:rPr lang="en-US" sz="2000"/>
              <a:t>Liability</a:t>
            </a:r>
            <a:endParaRPr/>
          </a:p>
          <a:p>
            <a:pPr>
              <a:defRPr/>
            </a:pPr>
            <a:r>
              <a:rPr lang="en-US" sz="2000"/>
              <a:t>Software risks</a:t>
            </a:r>
            <a:endParaRPr/>
          </a:p>
          <a:p>
            <a:pPr>
              <a:defRPr/>
            </a:pPr>
            <a:r>
              <a:rPr lang="en-US" sz="2000"/>
              <a:t>Conflicts of interest</a:t>
            </a:r>
            <a:endParaRPr/>
          </a:p>
          <a:p>
            <a:pPr>
              <a:defRPr/>
            </a:pPr>
            <a:r>
              <a:rPr lang="en-US" sz="2000"/>
              <a:t>Unauthorized access to computer systems</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9154779" name="Title 1"/>
          <p:cNvSpPr>
            <a:spLocks noGrp="1"/>
          </p:cNvSpPr>
          <p:nvPr>
            <p:ph type="title"/>
          </p:nvPr>
        </p:nvSpPr>
        <p:spPr bwMode="auto"/>
        <p:txBody>
          <a:bodyPr/>
          <a:lstStyle/>
          <a:p>
            <a:pPr>
              <a:defRPr/>
            </a:pPr>
            <a:r>
              <a:rPr lang="en-US"/>
              <a:t>The Importance of Integrity</a:t>
            </a:r>
            <a:endParaRPr/>
          </a:p>
        </p:txBody>
      </p:sp>
      <p:sp>
        <p:nvSpPr>
          <p:cNvPr id="795827958" name="Content Placeholder 2"/>
          <p:cNvSpPr>
            <a:spLocks noGrp="1"/>
          </p:cNvSpPr>
          <p:nvPr>
            <p:ph idx="1"/>
          </p:nvPr>
        </p:nvSpPr>
        <p:spPr bwMode="auto"/>
        <p:txBody>
          <a:bodyPr>
            <a:normAutofit/>
          </a:bodyPr>
          <a:lstStyle/>
          <a:p>
            <a:pPr algn="just">
              <a:tabLst>
                <a:tab pos="911225" algn="l"/>
                <a:tab pos="1825625" algn="l"/>
                <a:tab pos="2740024" algn="l"/>
                <a:tab pos="3654425" algn="l"/>
                <a:tab pos="4568825" algn="l"/>
                <a:tab pos="5483225" algn="l"/>
                <a:tab pos="6397625" algn="l"/>
                <a:tab pos="7312025" algn="l"/>
                <a:tab pos="8226425" algn="l"/>
                <a:tab pos="9140825" algn="l"/>
                <a:tab pos="10055225" algn="l"/>
              </a:tabLst>
              <a:defRPr/>
            </a:pPr>
            <a:r>
              <a:rPr lang="en-GB"/>
              <a:t>Integrity is a cornerstone of ethical behaviour</a:t>
            </a:r>
            <a:endParaRPr/>
          </a:p>
          <a:p>
            <a:pPr algn="just">
              <a:tabLst>
                <a:tab pos="911225" algn="l"/>
                <a:tab pos="1825625" algn="l"/>
                <a:tab pos="2740024" algn="l"/>
                <a:tab pos="3654425" algn="l"/>
                <a:tab pos="4568825" algn="l"/>
                <a:tab pos="5483225" algn="l"/>
                <a:tab pos="6397625" algn="l"/>
                <a:tab pos="7312025" algn="l"/>
                <a:tab pos="8226425" algn="l"/>
                <a:tab pos="9140825" algn="l"/>
                <a:tab pos="10055225" algn="l"/>
              </a:tabLst>
              <a:defRPr/>
            </a:pPr>
            <a:r>
              <a:rPr lang="en-GB"/>
              <a:t>People with integrity: </a:t>
            </a:r>
            <a:endParaRPr/>
          </a:p>
          <a:p>
            <a:pPr lvl="1" algn="just">
              <a:tabLst>
                <a:tab pos="911225" algn="l"/>
                <a:tab pos="1825625" algn="l"/>
                <a:tab pos="2740024" algn="l"/>
                <a:tab pos="3654425" algn="l"/>
                <a:tab pos="4568825" algn="l"/>
                <a:tab pos="5483225" algn="l"/>
                <a:tab pos="6397625" algn="l"/>
                <a:tab pos="7312025" algn="l"/>
                <a:tab pos="8226425" algn="l"/>
                <a:tab pos="9140825" algn="l"/>
                <a:tab pos="10055225" algn="l"/>
              </a:tabLst>
              <a:defRPr/>
            </a:pPr>
            <a:r>
              <a:rPr lang="en-GB"/>
              <a:t>Act in accordance with a personal code of principles</a:t>
            </a:r>
            <a:endParaRPr/>
          </a:p>
          <a:p>
            <a:pPr lvl="1" algn="just">
              <a:tabLst>
                <a:tab pos="911225" algn="l"/>
                <a:tab pos="1825625" algn="l"/>
                <a:tab pos="2740024" algn="l"/>
                <a:tab pos="3654425" algn="l"/>
                <a:tab pos="4568825" algn="l"/>
                <a:tab pos="5483225" algn="l"/>
                <a:tab pos="6397625" algn="l"/>
                <a:tab pos="7312025" algn="l"/>
                <a:tab pos="8226425" algn="l"/>
                <a:tab pos="9140825" algn="l"/>
                <a:tab pos="10055225" algn="l"/>
              </a:tabLst>
              <a:defRPr/>
            </a:pPr>
            <a:r>
              <a:rPr lang="en-GB"/>
              <a:t>Extend to all the same respect and consideration</a:t>
            </a:r>
            <a:endParaRPr/>
          </a:p>
          <a:p>
            <a:pPr lvl="1" algn="just">
              <a:tabLst>
                <a:tab pos="911225" algn="l"/>
                <a:tab pos="1825625" algn="l"/>
                <a:tab pos="2740024" algn="l"/>
                <a:tab pos="3654425" algn="l"/>
                <a:tab pos="4568825" algn="l"/>
                <a:tab pos="5483225" algn="l"/>
                <a:tab pos="6397625" algn="l"/>
                <a:tab pos="7312025" algn="l"/>
                <a:tab pos="8226425" algn="l"/>
                <a:tab pos="9140825" algn="l"/>
                <a:tab pos="10055225" algn="l"/>
              </a:tabLst>
              <a:defRPr/>
            </a:pPr>
            <a:r>
              <a:rPr lang="en-GB"/>
              <a:t>Apply the same moral standards in all situations</a:t>
            </a:r>
            <a:endParaRPr/>
          </a:p>
          <a:p>
            <a:pPr algn="just">
              <a:tabLst>
                <a:tab pos="911225" algn="l"/>
                <a:tab pos="1825625" algn="l"/>
                <a:tab pos="2740024" algn="l"/>
                <a:tab pos="3654425" algn="l"/>
                <a:tab pos="4568825" algn="l"/>
                <a:tab pos="5483225" algn="l"/>
                <a:tab pos="6397625" algn="l"/>
                <a:tab pos="7312025" algn="l"/>
                <a:tab pos="8226425" algn="l"/>
                <a:tab pos="9140825" algn="l"/>
                <a:tab pos="10055225" algn="l"/>
              </a:tabLst>
              <a:defRPr/>
            </a:pPr>
            <a:r>
              <a:rPr lang="en-GB"/>
              <a:t>Lack of integrity emerges if you apply moral standards differently according to situation or people involved</a:t>
            </a:r>
            <a:endParaRPr/>
          </a:p>
          <a:p>
            <a:pPr algn="just">
              <a:tabLst>
                <a:tab pos="911225" algn="l"/>
                <a:tab pos="1825625" algn="l"/>
                <a:tab pos="2740024" algn="l"/>
                <a:tab pos="3654425" algn="l"/>
                <a:tab pos="4568825" algn="l"/>
                <a:tab pos="5483225" algn="l"/>
                <a:tab pos="6397625" algn="l"/>
                <a:tab pos="7312025" algn="l"/>
                <a:tab pos="8226425" algn="l"/>
                <a:tab pos="9140825" algn="l"/>
                <a:tab pos="10055225" algn="l"/>
              </a:tabLst>
              <a:defRPr/>
            </a:pPr>
            <a:r>
              <a:rPr lang="en-GB"/>
              <a:t>Many ethical dilemmas are not as simple as right versus wrong</a:t>
            </a:r>
            <a:endParaRPr/>
          </a:p>
          <a:p>
            <a:pPr algn="just">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8247246" name="Title 1"/>
          <p:cNvSpPr>
            <a:spLocks noGrp="1"/>
          </p:cNvSpPr>
          <p:nvPr>
            <p:ph type="title"/>
          </p:nvPr>
        </p:nvSpPr>
        <p:spPr bwMode="auto"/>
        <p:txBody>
          <a:bodyPr/>
          <a:lstStyle/>
          <a:p>
            <a:pPr>
              <a:defRPr/>
            </a:pPr>
            <a:r>
              <a:rPr lang="en-US"/>
              <a:t>Immoral or Unethical ??</a:t>
            </a:r>
            <a:endParaRPr/>
          </a:p>
        </p:txBody>
      </p:sp>
      <p:sp>
        <p:nvSpPr>
          <p:cNvPr id="635624064" name="Content Placeholder 2"/>
          <p:cNvSpPr>
            <a:spLocks noGrp="1"/>
          </p:cNvSpPr>
          <p:nvPr>
            <p:ph idx="1"/>
          </p:nvPr>
        </p:nvSpPr>
        <p:spPr bwMode="auto"/>
        <p:txBody>
          <a:bodyPr>
            <a:normAutofit/>
          </a:bodyPr>
          <a:lstStyle/>
          <a:p>
            <a:pPr>
              <a:defRPr/>
            </a:pPr>
            <a:r>
              <a:rPr lang="en-US"/>
              <a:t>If the son of a big politician has committed a crime and he uses his powers to free his son from legal consequences.</a:t>
            </a:r>
            <a:endParaRPr/>
          </a:p>
          <a:p>
            <a:pPr>
              <a:defRPr/>
            </a:pPr>
            <a:endParaRPr lang="en-US"/>
          </a:p>
          <a:p>
            <a:pPr>
              <a:defRPr/>
            </a:pPr>
            <a:r>
              <a:rPr lang="en-US"/>
              <a:t>A very close friend or relative of an interviewer comes for an interview and without asking a single question, he selects him. </a:t>
            </a:r>
            <a:endParaRPr/>
          </a:p>
          <a:p>
            <a:pPr>
              <a:defRPr/>
            </a:pPr>
            <a:endParaRPr lang="en-US"/>
          </a:p>
          <a:p>
            <a:pPr>
              <a:defRPr/>
            </a:pPr>
            <a:r>
              <a:rPr lang="en-US"/>
              <a:t>A grocer sells adulterated products to his customers to earn more profit.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56717525" name="Title 3"/>
          <p:cNvSpPr>
            <a:spLocks noGrp="1"/>
          </p:cNvSpPr>
          <p:nvPr>
            <p:ph type="title"/>
          </p:nvPr>
        </p:nvSpPr>
        <p:spPr bwMode="auto"/>
        <p:txBody>
          <a:bodyPr/>
          <a:lstStyle/>
          <a:p>
            <a:pPr>
              <a:defRPr/>
            </a:pPr>
            <a:r>
              <a:rPr lang="en-US"/>
              <a:t>Workplace Ethics </a:t>
            </a:r>
            <a:endParaRPr/>
          </a:p>
        </p:txBody>
      </p:sp>
      <p:pic>
        <p:nvPicPr>
          <p:cNvPr id="1670750464" name="Picture 2"/>
          <p:cNvPicPr>
            <a:picLocks noChangeAspect="1" noChangeArrowheads="1"/>
          </p:cNvPicPr>
          <p:nvPr/>
        </p:nvPicPr>
        <p:blipFill>
          <a:blip r:embed="rId3"/>
          <a:stretch/>
        </p:blipFill>
        <p:spPr bwMode="auto">
          <a:xfrm>
            <a:off x="1905000" y="1905000"/>
            <a:ext cx="5172075" cy="4210050"/>
          </a:xfrm>
          <a:prstGeom prst="rect">
            <a:avLst/>
          </a:prstGeom>
          <a:noFill/>
          <a:ln>
            <a:noFill/>
          </a:ln>
          <a:effectLst/>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10822761" name="Content Placeholder 2"/>
          <p:cNvSpPr>
            <a:spLocks noGrp="1"/>
          </p:cNvSpPr>
          <p:nvPr>
            <p:ph idx="1"/>
          </p:nvPr>
        </p:nvSpPr>
        <p:spPr bwMode="auto">
          <a:xfrm>
            <a:off x="533400" y="457200"/>
            <a:ext cx="6858000" cy="6096000"/>
          </a:xfrm>
        </p:spPr>
        <p:txBody>
          <a:bodyPr>
            <a:normAutofit/>
          </a:bodyPr>
          <a:lstStyle/>
          <a:p>
            <a:pPr>
              <a:defRPr/>
            </a:pPr>
            <a:r>
              <a:rPr lang="en-US"/>
              <a:t>Punctuality</a:t>
            </a:r>
            <a:endParaRPr/>
          </a:p>
          <a:p>
            <a:pPr>
              <a:defRPr/>
            </a:pPr>
            <a:r>
              <a:rPr lang="en-US"/>
              <a:t>Responsibility</a:t>
            </a:r>
            <a:endParaRPr/>
          </a:p>
          <a:p>
            <a:pPr>
              <a:defRPr/>
            </a:pPr>
            <a:r>
              <a:rPr lang="en-US"/>
              <a:t>Integrity</a:t>
            </a:r>
            <a:endParaRPr/>
          </a:p>
          <a:p>
            <a:pPr>
              <a:defRPr/>
            </a:pPr>
            <a:r>
              <a:rPr lang="en-US"/>
              <a:t>Loyalty</a:t>
            </a:r>
            <a:endParaRPr/>
          </a:p>
          <a:p>
            <a:pPr>
              <a:defRPr/>
            </a:pPr>
            <a:r>
              <a:rPr lang="en-US"/>
              <a:t>Positive attitude</a:t>
            </a:r>
            <a:endParaRPr/>
          </a:p>
          <a:p>
            <a:pPr>
              <a:defRPr/>
            </a:pPr>
            <a:r>
              <a:rPr lang="en-US"/>
              <a:t>Teamwork</a:t>
            </a:r>
            <a:endParaRPr/>
          </a:p>
          <a:p>
            <a:pPr>
              <a:defRPr/>
            </a:pPr>
            <a:r>
              <a:rPr lang="en-US"/>
              <a:t>Showing respect</a:t>
            </a:r>
            <a:endParaRPr/>
          </a:p>
          <a:p>
            <a:pPr>
              <a:defRPr/>
            </a:pPr>
            <a:r>
              <a:rPr lang="en-US"/>
              <a:t>Courtesy</a:t>
            </a:r>
            <a:endParaRPr/>
          </a:p>
          <a:p>
            <a:pPr>
              <a:defRPr/>
            </a:pPr>
            <a:r>
              <a:rPr lang="en-US"/>
              <a:t>Productivity</a:t>
            </a:r>
            <a:endParaRPr/>
          </a:p>
          <a:p>
            <a:pPr>
              <a:defRPr/>
            </a:pPr>
            <a:r>
              <a:rPr lang="en-US"/>
              <a:t>Taking care of office equipment</a:t>
            </a:r>
            <a:endParaRPr/>
          </a:p>
          <a:p>
            <a:pPr>
              <a:defRPr/>
            </a:pPr>
            <a:r>
              <a:rPr lang="en-US"/>
              <a:t>Minding Language</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47074955" name="Content Placeholder 2"/>
          <p:cNvSpPr>
            <a:spLocks noGrp="1"/>
          </p:cNvSpPr>
          <p:nvPr>
            <p:ph idx="1"/>
          </p:nvPr>
        </p:nvSpPr>
        <p:spPr bwMode="auto">
          <a:xfrm>
            <a:off x="990600" y="609600"/>
            <a:ext cx="6446520" cy="2285999"/>
          </a:xfrm>
        </p:spPr>
        <p:txBody>
          <a:bodyPr>
            <a:normAutofit/>
          </a:bodyPr>
          <a:lstStyle/>
          <a:p>
            <a:pPr>
              <a:defRPr/>
            </a:pPr>
            <a:r>
              <a:rPr lang="en-US"/>
              <a:t>For example, Jon Huntsman, Sr. is a multibillionaire who started a chemical company from scratch and grew it into a $12 billion enterprise. His book, Winners Never Cheat, is filled with stories taken from his own experience in which he steadfastly refused to compromise his principles. Huntsman says that integrity is the reason that he has been as successful as he is.</a:t>
            </a:r>
            <a:endParaRPr/>
          </a:p>
          <a:p>
            <a:pPr>
              <a:defRPr/>
            </a:pPr>
            <a:endParaRPr lang="en-US"/>
          </a:p>
        </p:txBody>
      </p:sp>
      <p:sp>
        <p:nvSpPr>
          <p:cNvPr id="2130535071" name="Content Placeholder 2"/>
          <p:cNvSpPr txBox="1"/>
          <p:nvPr/>
        </p:nvSpPr>
        <p:spPr bwMode="auto">
          <a:xfrm>
            <a:off x="1143000" y="3200400"/>
            <a:ext cx="6446520" cy="2438400"/>
          </a:xfrm>
          <a:prstGeom prst="rect">
            <a:avLst/>
          </a:prstGeom>
        </p:spPr>
        <p:txBody>
          <a:bodyPr vert="horz" lIns="91440" tIns="45720" rIns="91440" bIns="45720" rtlCol="0">
            <a:normAutofit/>
          </a:bodyPr>
          <a:lstStyle>
            <a:lvl1pPr marL="182880" indent="-182880" algn="l" defTabSz="914400" rtl="0">
              <a:lnSpc>
                <a:spcPct val="95000"/>
              </a:lnSpc>
              <a:spcBef>
                <a:spcPts val="1400"/>
              </a:spcBef>
              <a:spcAft>
                <a:spcPts val="200"/>
              </a:spcAft>
              <a:buClr>
                <a:schemeClr val="accent1"/>
              </a:buClr>
              <a:buSzPct val="80000"/>
              <a:buFont typeface="Arial"/>
              <a:buChar char="•"/>
              <a:defRPr sz="1800" spc="10">
                <a:solidFill>
                  <a:schemeClr val="tx1"/>
                </a:solidFill>
                <a:latin typeface="+mn-lt"/>
                <a:ea typeface="+mn-ea"/>
                <a:cs typeface="+mn-cs"/>
              </a:defRPr>
            </a:lvl1pPr>
            <a:lvl2pPr marL="457200" indent="-182880" algn="l" defTabSz="914400" rtl="0">
              <a:lnSpc>
                <a:spcPct val="90000"/>
              </a:lnSpc>
              <a:spcBef>
                <a:spcPts val="300"/>
              </a:spcBef>
              <a:spcAft>
                <a:spcPts val="300"/>
              </a:spcAft>
              <a:buClr>
                <a:schemeClr val="accent1"/>
              </a:buClr>
              <a:buFont typeface="Wingdings 2"/>
              <a:buChar char=""/>
              <a:defRPr sz="1600">
                <a:solidFill>
                  <a:schemeClr val="tx1">
                    <a:lumMod val="85000"/>
                    <a:lumOff val="15000"/>
                  </a:schemeClr>
                </a:solidFill>
                <a:latin typeface="+mn-lt"/>
                <a:ea typeface="+mn-ea"/>
                <a:cs typeface="+mn-cs"/>
              </a:defRPr>
            </a:lvl2pPr>
            <a:lvl3pPr marL="731520" indent="-182880" algn="l" defTabSz="914400" rtl="0">
              <a:lnSpc>
                <a:spcPct val="90000"/>
              </a:lnSpc>
              <a:spcBef>
                <a:spcPts val="300"/>
              </a:spcBef>
              <a:spcAft>
                <a:spcPts val="300"/>
              </a:spcAft>
              <a:buClr>
                <a:schemeClr val="accent1"/>
              </a:buClr>
              <a:buFont typeface="Wingdings 2"/>
              <a:buChar char=""/>
              <a:defRPr sz="1400">
                <a:solidFill>
                  <a:schemeClr val="tx1">
                    <a:lumMod val="85000"/>
                    <a:lumOff val="15000"/>
                  </a:schemeClr>
                </a:solidFill>
                <a:latin typeface="+mn-lt"/>
                <a:ea typeface="+mn-ea"/>
                <a:cs typeface="+mn-cs"/>
              </a:defRPr>
            </a:lvl3pPr>
            <a:lvl4pPr marL="1005840" indent="-182880" algn="l" defTabSz="914400" rtl="0">
              <a:lnSpc>
                <a:spcPct val="90000"/>
              </a:lnSpc>
              <a:spcBef>
                <a:spcPts val="300"/>
              </a:spcBef>
              <a:spcAft>
                <a:spcPts val="300"/>
              </a:spcAft>
              <a:buClr>
                <a:schemeClr val="accent1"/>
              </a:buClr>
              <a:buFont typeface="Wingdings 2"/>
              <a:buChar char=""/>
              <a:defRPr sz="1400">
                <a:solidFill>
                  <a:schemeClr val="tx1">
                    <a:lumMod val="85000"/>
                    <a:lumOff val="15000"/>
                  </a:schemeClr>
                </a:solidFill>
                <a:latin typeface="+mn-lt"/>
                <a:ea typeface="+mn-ea"/>
                <a:cs typeface="+mn-cs"/>
              </a:defRPr>
            </a:lvl4pPr>
            <a:lvl5pPr marL="1280160" indent="-182880" algn="l" defTabSz="914400" rtl="0">
              <a:lnSpc>
                <a:spcPct val="90000"/>
              </a:lnSpc>
              <a:spcBef>
                <a:spcPts val="300"/>
              </a:spcBef>
              <a:spcAft>
                <a:spcPts val="300"/>
              </a:spcAft>
              <a:buClr>
                <a:schemeClr val="accent1"/>
              </a:buClr>
              <a:buFont typeface="Wingdings 2"/>
              <a:buChar char=""/>
              <a:defRPr sz="1400">
                <a:solidFill>
                  <a:schemeClr val="tx1">
                    <a:lumMod val="85000"/>
                    <a:lumOff val="15000"/>
                  </a:schemeClr>
                </a:solidFill>
                <a:latin typeface="+mn-lt"/>
                <a:ea typeface="+mn-ea"/>
                <a:cs typeface="+mn-cs"/>
              </a:defRPr>
            </a:lvl5pPr>
            <a:lvl6pPr marL="1600000" indent="-228600" algn="l" defTabSz="914400" rtl="0">
              <a:lnSpc>
                <a:spcPct val="90000"/>
              </a:lnSpc>
              <a:spcBef>
                <a:spcPts val="300"/>
              </a:spcBef>
              <a:spcAft>
                <a:spcPts val="300"/>
              </a:spcAft>
              <a:buClr>
                <a:schemeClr val="accent1"/>
              </a:buClr>
              <a:buFont typeface="Wingdings 2"/>
              <a:buChar char=""/>
              <a:defRPr sz="1400">
                <a:solidFill>
                  <a:schemeClr val="tx1">
                    <a:lumMod val="85000"/>
                    <a:lumOff val="15000"/>
                  </a:schemeClr>
                </a:solidFill>
                <a:latin typeface="+mn-lt"/>
                <a:ea typeface="+mn-ea"/>
                <a:cs typeface="+mn-cs"/>
              </a:defRPr>
            </a:lvl6pPr>
            <a:lvl7pPr marL="1900000" indent="-228600" algn="l" defTabSz="914400" rtl="0">
              <a:lnSpc>
                <a:spcPct val="90000"/>
              </a:lnSpc>
              <a:spcBef>
                <a:spcPts val="300"/>
              </a:spcBef>
              <a:spcAft>
                <a:spcPts val="300"/>
              </a:spcAft>
              <a:buClr>
                <a:schemeClr val="accent1"/>
              </a:buClr>
              <a:buFont typeface="Wingdings 2"/>
              <a:buChar char=""/>
              <a:defRPr sz="1400">
                <a:solidFill>
                  <a:schemeClr val="tx1">
                    <a:lumMod val="85000"/>
                    <a:lumOff val="15000"/>
                  </a:schemeClr>
                </a:solidFill>
                <a:latin typeface="+mn-lt"/>
                <a:ea typeface="+mn-ea"/>
                <a:cs typeface="+mn-cs"/>
              </a:defRPr>
            </a:lvl7pPr>
            <a:lvl8pPr marL="2200000" indent="-228600" algn="l" defTabSz="914400" rtl="0">
              <a:lnSpc>
                <a:spcPct val="90000"/>
              </a:lnSpc>
              <a:spcBef>
                <a:spcPts val="300"/>
              </a:spcBef>
              <a:spcAft>
                <a:spcPts val="300"/>
              </a:spcAft>
              <a:buClr>
                <a:schemeClr val="accent1"/>
              </a:buClr>
              <a:buFont typeface="Wingdings 2"/>
              <a:buChar char=""/>
              <a:defRPr sz="1400">
                <a:solidFill>
                  <a:schemeClr val="tx1">
                    <a:lumMod val="85000"/>
                    <a:lumOff val="15000"/>
                  </a:schemeClr>
                </a:solidFill>
                <a:latin typeface="+mn-lt"/>
                <a:ea typeface="+mn-ea"/>
                <a:cs typeface="+mn-cs"/>
              </a:defRPr>
            </a:lvl8pPr>
            <a:lvl9pPr marL="2500000" indent="-228600" algn="l" defTabSz="914400" rtl="0">
              <a:lnSpc>
                <a:spcPct val="90000"/>
              </a:lnSpc>
              <a:spcBef>
                <a:spcPts val="300"/>
              </a:spcBef>
              <a:spcAft>
                <a:spcPts val="300"/>
              </a:spcAft>
              <a:buClr>
                <a:schemeClr val="accent1"/>
              </a:buClr>
              <a:buFont typeface="Wingdings 2"/>
              <a:buChar char=""/>
              <a:defRPr sz="1400">
                <a:solidFill>
                  <a:schemeClr val="tx1">
                    <a:lumMod val="85000"/>
                    <a:lumOff val="15000"/>
                  </a:schemeClr>
                </a:solidFill>
                <a:latin typeface="+mn-lt"/>
                <a:ea typeface="+mn-ea"/>
                <a:cs typeface="+mn-cs"/>
              </a:defRPr>
            </a:lvl9pPr>
          </a:lstStyle>
          <a:p>
            <a:pPr marL="0" indent="0">
              <a:buFont typeface="Arial"/>
              <a:buNone/>
              <a:defRPr/>
            </a:pPr>
            <a:endParaRPr lang="en-US" i="1"/>
          </a:p>
          <a:p>
            <a:pPr marL="0" indent="0">
              <a:buFont typeface="Arial"/>
              <a:buNone/>
              <a:defRPr/>
            </a:pPr>
            <a:r>
              <a:rPr lang="en-US" i="1"/>
              <a:t>“There are no moral shortcuts in the game of business or life,”</a:t>
            </a:r>
            <a:r>
              <a:rPr lang="en-US"/>
              <a:t> he writes. </a:t>
            </a:r>
            <a:r>
              <a:rPr lang="en-US" i="1"/>
              <a:t>“There are, basically, three kinds of people, the unsuccessful, the temporarily successful, and those who become and remain successful. The difference is character.”</a:t>
            </a:r>
            <a:endParaRPr lang="en-US"/>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0333537" name="Title 1"/>
          <p:cNvSpPr>
            <a:spLocks noGrp="1"/>
          </p:cNvSpPr>
          <p:nvPr>
            <p:ph type="title"/>
          </p:nvPr>
        </p:nvSpPr>
        <p:spPr bwMode="auto"/>
        <p:txBody>
          <a:bodyPr/>
          <a:lstStyle/>
          <a:p>
            <a:pPr>
              <a:defRPr/>
            </a:pPr>
            <a:r>
              <a:rPr lang="en-US"/>
              <a:t>Leaders with Integrity</a:t>
            </a:r>
            <a:endParaRPr/>
          </a:p>
        </p:txBody>
      </p:sp>
      <p:sp>
        <p:nvSpPr>
          <p:cNvPr id="1684121760" name="Content Placeholder 2"/>
          <p:cNvSpPr>
            <a:spLocks noGrp="1"/>
          </p:cNvSpPr>
          <p:nvPr>
            <p:ph idx="1"/>
          </p:nvPr>
        </p:nvSpPr>
        <p:spPr bwMode="auto"/>
        <p:txBody>
          <a:bodyPr>
            <a:normAutofit/>
          </a:bodyPr>
          <a:lstStyle/>
          <a:p>
            <a:pPr>
              <a:defRPr/>
            </a:pPr>
            <a:r>
              <a:rPr lang="en-US" b="1"/>
              <a:t>Aren’t Afraid Of The Truth</a:t>
            </a:r>
            <a:endParaRPr/>
          </a:p>
          <a:p>
            <a:pPr lvl="1">
              <a:defRPr/>
            </a:pPr>
            <a:r>
              <a:rPr lang="en-US"/>
              <a:t>seeing the world as it really is, not as you wish it to be</a:t>
            </a:r>
            <a:endParaRPr/>
          </a:p>
          <a:p>
            <a:pPr lvl="1">
              <a:defRPr/>
            </a:pPr>
            <a:r>
              <a:rPr lang="en-US"/>
              <a:t>open to the idea that they could be wrong</a:t>
            </a:r>
            <a:endParaRPr lang="en-US" b="1"/>
          </a:p>
          <a:p>
            <a:pPr>
              <a:defRPr/>
            </a:pPr>
            <a:r>
              <a:rPr lang="en-US" b="1"/>
              <a:t> Good at giving And Keeping Promises</a:t>
            </a:r>
            <a:endParaRPr/>
          </a:p>
          <a:p>
            <a:pPr>
              <a:defRPr/>
            </a:pPr>
            <a:r>
              <a:rPr lang="en-US" b="1"/>
              <a:t> Do The Right Thing Because It’s The Right Thing To Do</a:t>
            </a:r>
            <a:endParaRPr/>
          </a:p>
          <a:p>
            <a:pPr>
              <a:defRPr/>
            </a:pPr>
            <a:r>
              <a:rPr lang="en-US" b="1"/>
              <a:t>Never Compromise Their Honesty And Integrity By Cheating</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83871152" name="Rectangle 3"/>
          <p:cNvSpPr>
            <a:spLocks noChangeArrowheads="1" noGrp="1"/>
          </p:cNvSpPr>
          <p:nvPr>
            <p:ph idx="4294967295"/>
          </p:nvPr>
        </p:nvSpPr>
        <p:spPr bwMode="auto">
          <a:xfrm>
            <a:off x="0" y="1981200"/>
            <a:ext cx="8229600" cy="4525963"/>
          </a:xfrm>
        </p:spPr>
        <p:txBody>
          <a:bodyPr>
            <a:normAutofit/>
          </a:bodyPr>
          <a:lstStyle/>
          <a:p>
            <a:pPr marL="365125" indent="-255588">
              <a:buFont typeface="Wingdings"/>
              <a:buNone/>
              <a:defRPr/>
            </a:pPr>
            <a:r>
              <a:rPr lang="en-GB"/>
              <a:t> 	</a:t>
            </a:r>
            <a:r>
              <a:rPr lang="en-GB">
                <a:solidFill>
                  <a:schemeClr val="tx1">
                    <a:lumMod val="85000"/>
                    <a:lumOff val="15000"/>
                  </a:schemeClr>
                </a:solidFill>
                <a:cs typeface="Times New Roman"/>
              </a:rPr>
              <a:t>You are the best nation that has been raised up for mankind; You enjoin right conduct, forbid evil and believe in Allah. (3:110)</a:t>
            </a:r>
            <a:endParaRPr/>
          </a:p>
          <a:p>
            <a:pPr marL="365125" indent="-255588">
              <a:defRPr/>
            </a:pPr>
            <a:endParaRPr lang="en-GB" b="1">
              <a:solidFill>
                <a:schemeClr val="tx1">
                  <a:lumMod val="85000"/>
                  <a:lumOff val="15000"/>
                </a:schemeClr>
              </a:solidFill>
            </a:endParaRPr>
          </a:p>
          <a:p>
            <a:pPr marL="365125" indent="-255588" algn="ctr">
              <a:buFont typeface="Wingdings"/>
              <a:buNone/>
              <a:defRPr/>
            </a:pPr>
            <a:r>
              <a:rPr lang="en-GB" b="1">
                <a:solidFill>
                  <a:schemeClr val="tx1">
                    <a:lumMod val="85000"/>
                    <a:lumOff val="15000"/>
                  </a:schemeClr>
                </a:solidFill>
              </a:rPr>
              <a:t> </a:t>
            </a:r>
            <a:r>
              <a:rPr lang="ar-SA">
                <a:solidFill>
                  <a:schemeClr val="tx1">
                    <a:lumMod val="85000"/>
                    <a:lumOff val="15000"/>
                  </a:schemeClr>
                </a:solidFill>
                <a:cs typeface="Arial"/>
              </a:rPr>
              <a:t>كُنْتُمْ خَيْرَ أُمَّةٍ أُخْرِجَتْ لِلنَّاسِ تَأْمُرُونَ بِالْمَعْرُوفِ وَتَنْهَوْنَ عَنِ الْمُنْكَرِ وَتُؤْمِنُونَ بِاللَّه</a:t>
            </a:r>
            <a:r>
              <a:rPr lang="ar-SA" b="1">
                <a:solidFill>
                  <a:schemeClr val="tx1">
                    <a:lumMod val="85000"/>
                    <a:lumOff val="15000"/>
                  </a:schemeClr>
                </a:solidFill>
                <a:cs typeface="Arial"/>
              </a:rPr>
              <a:t>ِ</a:t>
            </a:r>
            <a:r>
              <a:rPr lang="en-US" b="1">
                <a:solidFill>
                  <a:schemeClr val="tx1">
                    <a:lumMod val="85000"/>
                    <a:lumOff val="15000"/>
                  </a:schemeClr>
                </a:solidFill>
              </a:rPr>
              <a:t> </a:t>
            </a:r>
            <a:endParaRPr/>
          </a:p>
        </p:txBody>
      </p:sp>
      <p:sp>
        <p:nvSpPr>
          <p:cNvPr id="843760652" name="Rectangle 2"/>
          <p:cNvSpPr>
            <a:spLocks noChangeArrowheads="1" noGrp="1"/>
          </p:cNvSpPr>
          <p:nvPr>
            <p:ph type="title" idx="4294967295"/>
          </p:nvPr>
        </p:nvSpPr>
        <p:spPr bwMode="auto">
          <a:xfrm>
            <a:off x="0" y="274638"/>
            <a:ext cx="8229600" cy="1143000"/>
          </a:xfrm>
          <a:prstGeom prst="rect">
            <a:avLst/>
          </a:prstGeom>
          <a:noFill/>
        </p:spPr>
        <p:txBody>
          <a:bodyPr rtlCol="0">
            <a:normAutofit/>
          </a:bodyPr>
          <a:lstStyle/>
          <a:p>
            <a:pPr>
              <a:spcAft>
                <a:spcPts val="0"/>
              </a:spcAft>
              <a:defRPr/>
            </a:pPr>
            <a:r>
              <a:rPr lang="en-US" sz="3200" b="1">
                <a:solidFill>
                  <a:schemeClr val="tx1">
                    <a:lumMod val="85000"/>
                    <a:lumOff val="15000"/>
                  </a:schemeClr>
                </a:solidFill>
                <a:ea typeface="+mj-ea"/>
                <a:cs typeface="Times New Roman"/>
              </a:rPr>
              <a:t>The Quran reminded man of a number of basic moral and ethical values</a:t>
            </a:r>
            <a:endParaRPr lang="en-US" sz="4100" b="1">
              <a:solidFill>
                <a:schemeClr val="tx1">
                  <a:lumMod val="85000"/>
                  <a:lumOff val="15000"/>
                </a:schemeClr>
              </a:solidFill>
              <a:ea typeface="+mj-ea"/>
              <a:cs typeface="Times New Roman"/>
            </a:endParaRPr>
          </a:p>
        </p:txBody>
      </p:sp>
      <p:sp>
        <p:nvSpPr>
          <p:cNvPr id="672917634" name="Date Placeholder 3"/>
          <p:cNvSpPr txBox="1">
            <a:spLocks noGrp="1"/>
          </p:cNvSpPr>
          <p:nvPr/>
        </p:nvSpPr>
        <p:spPr bwMode="auto">
          <a:xfrm>
            <a:off x="6727825" y="6408738"/>
            <a:ext cx="1919288" cy="365125"/>
          </a:xfrm>
          <a:prstGeom prst="rect">
            <a:avLst/>
          </a:prstGeom>
          <a:noFill/>
          <a:ln>
            <a:noFill/>
          </a:ln>
        </p:spPr>
        <p:txBody>
          <a:bodyPr anchor="b"/>
          <a:lstStyle>
            <a:lvl1pPr>
              <a:defRPr>
                <a:solidFill>
                  <a:schemeClr val="tx1"/>
                </a:solidFill>
                <a:latin typeface="Arial"/>
              </a:defRPr>
            </a:lvl1pPr>
            <a:lvl2pPr marL="742950" indent="-285750">
              <a:defRPr>
                <a:solidFill>
                  <a:schemeClr val="tx1"/>
                </a:solidFill>
                <a:latin typeface="Arial"/>
              </a:defRPr>
            </a:lvl2pPr>
            <a:lvl3pPr marL="1143000" indent="-228600">
              <a:defRPr>
                <a:solidFill>
                  <a:schemeClr val="tx1"/>
                </a:solidFill>
                <a:latin typeface="Arial"/>
              </a:defRPr>
            </a:lvl3pPr>
            <a:lvl4pPr marL="1600200" indent="-228600">
              <a:defRPr>
                <a:solidFill>
                  <a:schemeClr val="tx1"/>
                </a:solidFill>
                <a:latin typeface="Arial"/>
              </a:defRPr>
            </a:lvl4pPr>
            <a:lvl5pPr marL="2057400" indent="-228600">
              <a:defRPr>
                <a:solidFill>
                  <a:schemeClr val="tx1"/>
                </a:solidFill>
                <a:latin typeface="Arial"/>
              </a:defRPr>
            </a:lvl5pPr>
            <a:lvl6pPr marL="2514600" indent="-228600">
              <a:spcBef>
                <a:spcPts val="0"/>
              </a:spcBef>
              <a:spcAft>
                <a:spcPts val="0"/>
              </a:spcAft>
              <a:defRPr>
                <a:solidFill>
                  <a:schemeClr val="tx1"/>
                </a:solidFill>
                <a:latin typeface="Arial"/>
              </a:defRPr>
            </a:lvl6pPr>
            <a:lvl7pPr marL="2971800" indent="-228600">
              <a:spcBef>
                <a:spcPts val="0"/>
              </a:spcBef>
              <a:spcAft>
                <a:spcPts val="0"/>
              </a:spcAft>
              <a:defRPr>
                <a:solidFill>
                  <a:schemeClr val="tx1"/>
                </a:solidFill>
                <a:latin typeface="Arial"/>
              </a:defRPr>
            </a:lvl7pPr>
            <a:lvl8pPr marL="3429000" indent="-228600">
              <a:spcBef>
                <a:spcPts val="0"/>
              </a:spcBef>
              <a:spcAft>
                <a:spcPts val="0"/>
              </a:spcAft>
              <a:defRPr>
                <a:solidFill>
                  <a:schemeClr val="tx1"/>
                </a:solidFill>
                <a:latin typeface="Arial"/>
              </a:defRPr>
            </a:lvl8pPr>
            <a:lvl9pPr marL="3886200" indent="-228600">
              <a:spcBef>
                <a:spcPts val="0"/>
              </a:spcBef>
              <a:spcAft>
                <a:spcPts val="0"/>
              </a:spcAft>
              <a:defRPr>
                <a:solidFill>
                  <a:schemeClr val="tx1"/>
                </a:solidFill>
                <a:latin typeface="Arial"/>
              </a:defRPr>
            </a:lvl9pPr>
          </a:lstStyle>
          <a:p>
            <a:pPr>
              <a:defRPr/>
            </a:pPr>
            <a:endParaRPr lang="en-US" sz="1000">
              <a:cs typeface="Arial"/>
            </a:endParaRPr>
          </a:p>
        </p:txBody>
      </p:sp>
      <p:sp>
        <p:nvSpPr>
          <p:cNvPr id="903927550" name="Footer Placeholder 4"/>
          <p:cNvSpPr txBox="1">
            <a:spLocks noGrp="1"/>
          </p:cNvSpPr>
          <p:nvPr/>
        </p:nvSpPr>
        <p:spPr bwMode="auto">
          <a:xfrm>
            <a:off x="4379913" y="6408738"/>
            <a:ext cx="2351087" cy="365125"/>
          </a:xfrm>
          <a:prstGeom prst="rect">
            <a:avLst/>
          </a:prstGeom>
          <a:noFill/>
          <a:ln>
            <a:noFill/>
          </a:ln>
        </p:spPr>
        <p:txBody>
          <a:bodyPr anchor="b"/>
          <a:lstStyle>
            <a:lvl1pPr>
              <a:defRPr>
                <a:solidFill>
                  <a:schemeClr val="tx1"/>
                </a:solidFill>
                <a:latin typeface="Arial"/>
              </a:defRPr>
            </a:lvl1pPr>
            <a:lvl2pPr marL="742950" indent="-285750">
              <a:defRPr>
                <a:solidFill>
                  <a:schemeClr val="tx1"/>
                </a:solidFill>
                <a:latin typeface="Arial"/>
              </a:defRPr>
            </a:lvl2pPr>
            <a:lvl3pPr marL="1143000" indent="-228600">
              <a:defRPr>
                <a:solidFill>
                  <a:schemeClr val="tx1"/>
                </a:solidFill>
                <a:latin typeface="Arial"/>
              </a:defRPr>
            </a:lvl3pPr>
            <a:lvl4pPr marL="1600200" indent="-228600">
              <a:defRPr>
                <a:solidFill>
                  <a:schemeClr val="tx1"/>
                </a:solidFill>
                <a:latin typeface="Arial"/>
              </a:defRPr>
            </a:lvl4pPr>
            <a:lvl5pPr marL="2057400" indent="-228600">
              <a:defRPr>
                <a:solidFill>
                  <a:schemeClr val="tx1"/>
                </a:solidFill>
                <a:latin typeface="Arial"/>
              </a:defRPr>
            </a:lvl5pPr>
            <a:lvl6pPr marL="2514600" indent="-228600">
              <a:spcBef>
                <a:spcPts val="0"/>
              </a:spcBef>
              <a:spcAft>
                <a:spcPts val="0"/>
              </a:spcAft>
              <a:defRPr>
                <a:solidFill>
                  <a:schemeClr val="tx1"/>
                </a:solidFill>
                <a:latin typeface="Arial"/>
              </a:defRPr>
            </a:lvl6pPr>
            <a:lvl7pPr marL="2971800" indent="-228600">
              <a:spcBef>
                <a:spcPts val="0"/>
              </a:spcBef>
              <a:spcAft>
                <a:spcPts val="0"/>
              </a:spcAft>
              <a:defRPr>
                <a:solidFill>
                  <a:schemeClr val="tx1"/>
                </a:solidFill>
                <a:latin typeface="Arial"/>
              </a:defRPr>
            </a:lvl7pPr>
            <a:lvl8pPr marL="3429000" indent="-228600">
              <a:spcBef>
                <a:spcPts val="0"/>
              </a:spcBef>
              <a:spcAft>
                <a:spcPts val="0"/>
              </a:spcAft>
              <a:defRPr>
                <a:solidFill>
                  <a:schemeClr val="tx1"/>
                </a:solidFill>
                <a:latin typeface="Arial"/>
              </a:defRPr>
            </a:lvl8pPr>
            <a:lvl9pPr marL="3886200" indent="-228600">
              <a:spcBef>
                <a:spcPts val="0"/>
              </a:spcBef>
              <a:spcAft>
                <a:spcPts val="0"/>
              </a:spcAft>
              <a:defRPr>
                <a:solidFill>
                  <a:schemeClr val="tx1"/>
                </a:solidFill>
                <a:latin typeface="Arial"/>
              </a:defRPr>
            </a:lvl9pPr>
          </a:lstStyle>
          <a:p>
            <a:pPr algn="r">
              <a:defRPr/>
            </a:pPr>
            <a:endParaRPr lang="en-US" sz="1000">
              <a:cs typeface="Arial"/>
            </a:endParaRPr>
          </a:p>
        </p:txBody>
      </p:sp>
      <p:sp>
        <p:nvSpPr>
          <p:cNvPr id="1984161202" name="Slide Number Placeholder 5"/>
          <p:cNvSpPr txBox="1">
            <a:spLocks noGrp="1"/>
          </p:cNvSpPr>
          <p:nvPr/>
        </p:nvSpPr>
        <p:spPr bwMode="auto">
          <a:xfrm>
            <a:off x="8647113" y="6408738"/>
            <a:ext cx="366712" cy="365125"/>
          </a:xfrm>
          <a:prstGeom prst="rect">
            <a:avLst/>
          </a:prstGeom>
          <a:noFill/>
          <a:ln>
            <a:noFill/>
          </a:ln>
        </p:spPr>
        <p:txBody>
          <a:bodyPr anchor="b"/>
          <a:lstStyle>
            <a:lvl1pPr>
              <a:defRPr>
                <a:solidFill>
                  <a:schemeClr val="tx1"/>
                </a:solidFill>
                <a:latin typeface="Arial"/>
              </a:defRPr>
            </a:lvl1pPr>
            <a:lvl2pPr marL="742950" indent="-285750">
              <a:defRPr>
                <a:solidFill>
                  <a:schemeClr val="tx1"/>
                </a:solidFill>
                <a:latin typeface="Arial"/>
              </a:defRPr>
            </a:lvl2pPr>
            <a:lvl3pPr marL="1143000" indent="-228600">
              <a:defRPr>
                <a:solidFill>
                  <a:schemeClr val="tx1"/>
                </a:solidFill>
                <a:latin typeface="Arial"/>
              </a:defRPr>
            </a:lvl3pPr>
            <a:lvl4pPr marL="1600200" indent="-228600">
              <a:defRPr>
                <a:solidFill>
                  <a:schemeClr val="tx1"/>
                </a:solidFill>
                <a:latin typeface="Arial"/>
              </a:defRPr>
            </a:lvl4pPr>
            <a:lvl5pPr marL="2057400" indent="-228600">
              <a:defRPr>
                <a:solidFill>
                  <a:schemeClr val="tx1"/>
                </a:solidFill>
                <a:latin typeface="Arial"/>
              </a:defRPr>
            </a:lvl5pPr>
            <a:lvl6pPr marL="2514600" indent="-228600">
              <a:spcBef>
                <a:spcPts val="0"/>
              </a:spcBef>
              <a:spcAft>
                <a:spcPts val="0"/>
              </a:spcAft>
              <a:defRPr>
                <a:solidFill>
                  <a:schemeClr val="tx1"/>
                </a:solidFill>
                <a:latin typeface="Arial"/>
              </a:defRPr>
            </a:lvl6pPr>
            <a:lvl7pPr marL="2971800" indent="-228600">
              <a:spcBef>
                <a:spcPts val="0"/>
              </a:spcBef>
              <a:spcAft>
                <a:spcPts val="0"/>
              </a:spcAft>
              <a:defRPr>
                <a:solidFill>
                  <a:schemeClr val="tx1"/>
                </a:solidFill>
                <a:latin typeface="Arial"/>
              </a:defRPr>
            </a:lvl7pPr>
            <a:lvl8pPr marL="3429000" indent="-228600">
              <a:spcBef>
                <a:spcPts val="0"/>
              </a:spcBef>
              <a:spcAft>
                <a:spcPts val="0"/>
              </a:spcAft>
              <a:defRPr>
                <a:solidFill>
                  <a:schemeClr val="tx1"/>
                </a:solidFill>
                <a:latin typeface="Arial"/>
              </a:defRPr>
            </a:lvl8pPr>
            <a:lvl9pPr marL="3886200" indent="-228600">
              <a:spcBef>
                <a:spcPts val="0"/>
              </a:spcBef>
              <a:spcAft>
                <a:spcPts val="0"/>
              </a:spcAft>
              <a:defRPr>
                <a:solidFill>
                  <a:schemeClr val="tx1"/>
                </a:solidFill>
                <a:latin typeface="Arial"/>
              </a:defRPr>
            </a:lvl9pPr>
          </a:lstStyle>
          <a:p>
            <a:pPr algn="r">
              <a:defRPr/>
            </a:pPr>
            <a:fld id="{E4B6CD39-5382-416E-ADFF-8EDFE19B47C9}" type="slidenum">
              <a:rPr lang="en-US" sz="1000">
                <a:cs typeface="Arial"/>
              </a:rPr>
              <a:t>45</a:t>
            </a:fld>
            <a:endParaRPr lang="en-US" sz="1000">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19247368" name="Rectangle 3"/>
          <p:cNvSpPr>
            <a:spLocks noChangeArrowheads="1" noGrp="1"/>
          </p:cNvSpPr>
          <p:nvPr>
            <p:ph idx="4294967295"/>
          </p:nvPr>
        </p:nvSpPr>
        <p:spPr bwMode="auto">
          <a:xfrm>
            <a:off x="0" y="1219200"/>
            <a:ext cx="8229600" cy="4572000"/>
          </a:xfrm>
        </p:spPr>
        <p:txBody>
          <a:bodyPr>
            <a:normAutofit fontScale="70000" lnSpcReduction="20000"/>
          </a:bodyPr>
          <a:lstStyle/>
          <a:p>
            <a:pPr marL="365125" indent="-255588">
              <a:lnSpc>
                <a:spcPct val="80000"/>
              </a:lnSpc>
              <a:buFontTx/>
              <a:buNone/>
              <a:defRPr/>
            </a:pPr>
            <a:r>
              <a:rPr lang="en-US" sz="2600">
                <a:solidFill>
                  <a:schemeClr val="tx1">
                    <a:lumMod val="85000"/>
                    <a:lumOff val="15000"/>
                  </a:schemeClr>
                </a:solidFill>
                <a:latin typeface="Arial"/>
                <a:cs typeface="Arial"/>
              </a:rPr>
              <a:t>The Quran addresses the Prophet. “Thou has been created with an excellent character”</a:t>
            </a:r>
            <a:r>
              <a:rPr lang="en-US" sz="2700">
                <a:solidFill>
                  <a:schemeClr val="tx1">
                    <a:lumMod val="85000"/>
                    <a:lumOff val="15000"/>
                  </a:schemeClr>
                </a:solidFill>
                <a:latin typeface="Arial"/>
                <a:cs typeface="Arial"/>
              </a:rPr>
              <a:t> </a:t>
            </a:r>
            <a:endParaRPr lang="ar-SA" sz="2700">
              <a:solidFill>
                <a:schemeClr val="tx1">
                  <a:lumMod val="85000"/>
                  <a:lumOff val="15000"/>
                </a:schemeClr>
              </a:solidFill>
              <a:latin typeface="Arial"/>
              <a:cs typeface="Arial"/>
            </a:endParaRPr>
          </a:p>
          <a:p>
            <a:pPr marL="365125" indent="-255588">
              <a:lnSpc>
                <a:spcPct val="80000"/>
              </a:lnSpc>
              <a:buFontTx/>
              <a:buNone/>
              <a:defRPr/>
            </a:pPr>
            <a:endParaRPr lang="en-US" sz="2700">
              <a:solidFill>
                <a:schemeClr val="tx1">
                  <a:lumMod val="85000"/>
                  <a:lumOff val="15000"/>
                </a:schemeClr>
              </a:solidFill>
              <a:latin typeface="Arial"/>
              <a:cs typeface="Arial"/>
            </a:endParaRPr>
          </a:p>
          <a:p>
            <a:pPr marL="365125" indent="-255588" algn="ctr">
              <a:lnSpc>
                <a:spcPct val="80000"/>
              </a:lnSpc>
              <a:buFontTx/>
              <a:buNone/>
              <a:defRPr/>
            </a:pPr>
            <a:r>
              <a:rPr lang="ar-SA" sz="2700" b="1">
                <a:solidFill>
                  <a:schemeClr val="tx1">
                    <a:lumMod val="85000"/>
                    <a:lumOff val="15000"/>
                  </a:schemeClr>
                </a:solidFill>
                <a:latin typeface="Arial"/>
                <a:cs typeface="Arial"/>
              </a:rPr>
              <a:t>وانه لعلى خلق عظيم </a:t>
            </a:r>
            <a:endParaRPr lang="en-US" sz="2700" b="1">
              <a:solidFill>
                <a:schemeClr val="tx1">
                  <a:lumMod val="85000"/>
                  <a:lumOff val="15000"/>
                </a:schemeClr>
              </a:solidFill>
              <a:latin typeface="Arial"/>
              <a:cs typeface="Arial"/>
            </a:endParaRPr>
          </a:p>
          <a:p>
            <a:pPr marL="365125" indent="-255588">
              <a:lnSpc>
                <a:spcPct val="80000"/>
              </a:lnSpc>
              <a:buFontTx/>
              <a:buNone/>
              <a:defRPr/>
            </a:pPr>
            <a:endParaRPr lang="en-US" sz="2700">
              <a:solidFill>
                <a:schemeClr val="tx1">
                  <a:lumMod val="85000"/>
                  <a:lumOff val="15000"/>
                </a:schemeClr>
              </a:solidFill>
              <a:latin typeface="Arial"/>
              <a:cs typeface="Arial"/>
            </a:endParaRPr>
          </a:p>
          <a:p>
            <a:pPr marL="365125" indent="-255588">
              <a:lnSpc>
                <a:spcPct val="80000"/>
              </a:lnSpc>
              <a:buFontTx/>
              <a:buNone/>
              <a:defRPr/>
            </a:pPr>
            <a:endParaRPr lang="en-US" sz="2700">
              <a:solidFill>
                <a:schemeClr val="tx1">
                  <a:lumMod val="85000"/>
                  <a:lumOff val="15000"/>
                </a:schemeClr>
              </a:solidFill>
              <a:latin typeface="Arial"/>
              <a:cs typeface="Arial"/>
            </a:endParaRPr>
          </a:p>
          <a:p>
            <a:pPr marL="365125" indent="-255588">
              <a:lnSpc>
                <a:spcPct val="80000"/>
              </a:lnSpc>
              <a:buFontTx/>
              <a:buNone/>
              <a:defRPr/>
            </a:pPr>
            <a:r>
              <a:rPr lang="en-US" sz="2700">
                <a:solidFill>
                  <a:schemeClr val="tx1">
                    <a:lumMod val="85000"/>
                    <a:lumOff val="15000"/>
                  </a:schemeClr>
                </a:solidFill>
                <a:latin typeface="Arial"/>
                <a:cs typeface="Arial"/>
              </a:rPr>
              <a:t>The Prophet highlighted one of his main objective is to perfecting good morals   </a:t>
            </a:r>
            <a:endParaRPr/>
          </a:p>
          <a:p>
            <a:pPr marL="365125" indent="-255588">
              <a:lnSpc>
                <a:spcPct val="80000"/>
              </a:lnSpc>
              <a:buFontTx/>
              <a:buNone/>
              <a:defRPr/>
            </a:pPr>
            <a:endParaRPr lang="en-US" sz="2600">
              <a:solidFill>
                <a:schemeClr val="tx1">
                  <a:lumMod val="85000"/>
                  <a:lumOff val="15000"/>
                </a:schemeClr>
              </a:solidFill>
              <a:latin typeface="Arial"/>
              <a:cs typeface="Arial"/>
            </a:endParaRPr>
          </a:p>
          <a:p>
            <a:pPr marL="365125" indent="-255588">
              <a:lnSpc>
                <a:spcPct val="80000"/>
              </a:lnSpc>
              <a:buFont typeface="Wingdings"/>
              <a:buNone/>
              <a:defRPr/>
            </a:pPr>
            <a:endParaRPr lang="en-GB" sz="2600">
              <a:solidFill>
                <a:schemeClr val="tx1">
                  <a:lumMod val="85000"/>
                  <a:lumOff val="15000"/>
                </a:schemeClr>
              </a:solidFill>
              <a:latin typeface="Arial"/>
              <a:cs typeface="Arial"/>
            </a:endParaRPr>
          </a:p>
          <a:p>
            <a:pPr marL="365125" indent="-255588">
              <a:lnSpc>
                <a:spcPct val="80000"/>
              </a:lnSpc>
              <a:buFont typeface="Wingdings"/>
              <a:buNone/>
              <a:defRPr/>
            </a:pPr>
            <a:r>
              <a:rPr lang="en-GB" sz="2600">
                <a:solidFill>
                  <a:schemeClr val="tx1">
                    <a:lumMod val="85000"/>
                    <a:lumOff val="15000"/>
                  </a:schemeClr>
                </a:solidFill>
                <a:latin typeface="Arial"/>
                <a:cs typeface="Arial"/>
              </a:rPr>
              <a:t>“I have been sent for the purpose of perfecting </a:t>
            </a:r>
            <a:r>
              <a:rPr lang="en-GB" sz="3500">
                <a:solidFill>
                  <a:schemeClr val="tx1">
                    <a:lumMod val="85000"/>
                    <a:lumOff val="15000"/>
                  </a:schemeClr>
                </a:solidFill>
                <a:latin typeface="Arial"/>
                <a:cs typeface="Arial"/>
              </a:rPr>
              <a:t>good morals”.</a:t>
            </a:r>
            <a:r>
              <a:rPr lang="en-US" sz="3500">
                <a:solidFill>
                  <a:schemeClr val="tx1">
                    <a:lumMod val="85000"/>
                    <a:lumOff val="15000"/>
                  </a:schemeClr>
                </a:solidFill>
                <a:latin typeface="Arial"/>
                <a:cs typeface="Arial"/>
              </a:rPr>
              <a:t> </a:t>
            </a:r>
            <a:endParaRPr lang="en-US" sz="2600">
              <a:solidFill>
                <a:schemeClr val="tx1">
                  <a:lumMod val="85000"/>
                  <a:lumOff val="15000"/>
                </a:schemeClr>
              </a:solidFill>
              <a:latin typeface="Arial"/>
              <a:cs typeface="Arial"/>
            </a:endParaRPr>
          </a:p>
          <a:p>
            <a:pPr marL="365125" indent="-255588">
              <a:lnSpc>
                <a:spcPct val="80000"/>
              </a:lnSpc>
              <a:buFont typeface="Wingdings"/>
              <a:buNone/>
              <a:defRPr/>
            </a:pPr>
            <a:endParaRPr lang="en-US" sz="2600">
              <a:solidFill>
                <a:schemeClr val="tx1">
                  <a:lumMod val="85000"/>
                  <a:lumOff val="15000"/>
                </a:schemeClr>
              </a:solidFill>
              <a:latin typeface="Arial"/>
              <a:cs typeface="Arial"/>
            </a:endParaRPr>
          </a:p>
          <a:p>
            <a:pPr marL="365125" indent="-255588" algn="ctr">
              <a:lnSpc>
                <a:spcPct val="80000"/>
              </a:lnSpc>
              <a:buFont typeface="Wingdings"/>
              <a:buNone/>
              <a:defRPr/>
            </a:pPr>
            <a:r>
              <a:rPr lang="ar-SA" sz="3100" b="1">
                <a:solidFill>
                  <a:schemeClr val="tx1">
                    <a:lumMod val="85000"/>
                    <a:lumOff val="15000"/>
                  </a:schemeClr>
                </a:solidFill>
                <a:latin typeface="Arial"/>
                <a:cs typeface="Arial"/>
              </a:rPr>
              <a:t>بعثت لاتمم مكارم الاخلاق </a:t>
            </a:r>
            <a:endParaRPr lang="en-US" sz="3100" b="1">
              <a:solidFill>
                <a:schemeClr val="tx1">
                  <a:lumMod val="85000"/>
                  <a:lumOff val="15000"/>
                </a:schemeClr>
              </a:solidFill>
              <a:latin typeface="Arial"/>
              <a:cs typeface="Arial"/>
            </a:endParaRPr>
          </a:p>
        </p:txBody>
      </p:sp>
      <p:sp>
        <p:nvSpPr>
          <p:cNvPr id="1796245405" name="Rectangle 2"/>
          <p:cNvSpPr>
            <a:spLocks noChangeArrowheads="1" noGrp="1"/>
          </p:cNvSpPr>
          <p:nvPr>
            <p:ph type="title" idx="4294967295"/>
          </p:nvPr>
        </p:nvSpPr>
        <p:spPr bwMode="auto">
          <a:xfrm>
            <a:off x="457200" y="122238"/>
            <a:ext cx="8686800" cy="868362"/>
          </a:xfrm>
          <a:prstGeom prst="rect">
            <a:avLst/>
          </a:prstGeom>
          <a:noFill/>
        </p:spPr>
        <p:txBody>
          <a:bodyPr rtlCol="0">
            <a:normAutofit/>
          </a:bodyPr>
          <a:lstStyle/>
          <a:p>
            <a:pPr>
              <a:spcAft>
                <a:spcPts val="0"/>
              </a:spcAft>
              <a:defRPr/>
            </a:pPr>
            <a:r>
              <a:rPr lang="en-US" sz="3600" b="1">
                <a:solidFill>
                  <a:schemeClr val="tx1">
                    <a:lumMod val="85000"/>
                    <a:lumOff val="15000"/>
                  </a:schemeClr>
                </a:solidFill>
                <a:latin typeface="Times New Roman"/>
                <a:ea typeface="+mj-ea"/>
                <a:cs typeface="Times New Roman"/>
              </a:rPr>
              <a:t>Cont. Ethics from Islamic Perspective</a:t>
            </a:r>
            <a:endParaRPr/>
          </a:p>
        </p:txBody>
      </p:sp>
      <p:sp>
        <p:nvSpPr>
          <p:cNvPr id="1094984092" name="Date Placeholder 3"/>
          <p:cNvSpPr txBox="1">
            <a:spLocks noGrp="1"/>
          </p:cNvSpPr>
          <p:nvPr/>
        </p:nvSpPr>
        <p:spPr bwMode="auto">
          <a:xfrm>
            <a:off x="6727825" y="6408738"/>
            <a:ext cx="1919288" cy="365125"/>
          </a:xfrm>
          <a:prstGeom prst="rect">
            <a:avLst/>
          </a:prstGeom>
          <a:noFill/>
          <a:ln>
            <a:noFill/>
          </a:ln>
        </p:spPr>
        <p:txBody>
          <a:bodyPr anchor="b"/>
          <a:lstStyle>
            <a:lvl1pPr>
              <a:defRPr>
                <a:solidFill>
                  <a:schemeClr val="tx1"/>
                </a:solidFill>
                <a:latin typeface="Arial"/>
              </a:defRPr>
            </a:lvl1pPr>
            <a:lvl2pPr marL="742950" indent="-285750">
              <a:defRPr>
                <a:solidFill>
                  <a:schemeClr val="tx1"/>
                </a:solidFill>
                <a:latin typeface="Arial"/>
              </a:defRPr>
            </a:lvl2pPr>
            <a:lvl3pPr marL="1143000" indent="-228600">
              <a:defRPr>
                <a:solidFill>
                  <a:schemeClr val="tx1"/>
                </a:solidFill>
                <a:latin typeface="Arial"/>
              </a:defRPr>
            </a:lvl3pPr>
            <a:lvl4pPr marL="1600200" indent="-228600">
              <a:defRPr>
                <a:solidFill>
                  <a:schemeClr val="tx1"/>
                </a:solidFill>
                <a:latin typeface="Arial"/>
              </a:defRPr>
            </a:lvl4pPr>
            <a:lvl5pPr marL="2057400" indent="-228600">
              <a:defRPr>
                <a:solidFill>
                  <a:schemeClr val="tx1"/>
                </a:solidFill>
                <a:latin typeface="Arial"/>
              </a:defRPr>
            </a:lvl5pPr>
            <a:lvl6pPr marL="2514600" indent="-228600">
              <a:spcBef>
                <a:spcPts val="0"/>
              </a:spcBef>
              <a:spcAft>
                <a:spcPts val="0"/>
              </a:spcAft>
              <a:defRPr>
                <a:solidFill>
                  <a:schemeClr val="tx1"/>
                </a:solidFill>
                <a:latin typeface="Arial"/>
              </a:defRPr>
            </a:lvl6pPr>
            <a:lvl7pPr marL="2971800" indent="-228600">
              <a:spcBef>
                <a:spcPts val="0"/>
              </a:spcBef>
              <a:spcAft>
                <a:spcPts val="0"/>
              </a:spcAft>
              <a:defRPr>
                <a:solidFill>
                  <a:schemeClr val="tx1"/>
                </a:solidFill>
                <a:latin typeface="Arial"/>
              </a:defRPr>
            </a:lvl7pPr>
            <a:lvl8pPr marL="3429000" indent="-228600">
              <a:spcBef>
                <a:spcPts val="0"/>
              </a:spcBef>
              <a:spcAft>
                <a:spcPts val="0"/>
              </a:spcAft>
              <a:defRPr>
                <a:solidFill>
                  <a:schemeClr val="tx1"/>
                </a:solidFill>
                <a:latin typeface="Arial"/>
              </a:defRPr>
            </a:lvl8pPr>
            <a:lvl9pPr marL="3886200" indent="-228600">
              <a:spcBef>
                <a:spcPts val="0"/>
              </a:spcBef>
              <a:spcAft>
                <a:spcPts val="0"/>
              </a:spcAft>
              <a:defRPr>
                <a:solidFill>
                  <a:schemeClr val="tx1"/>
                </a:solidFill>
                <a:latin typeface="Arial"/>
              </a:defRPr>
            </a:lvl9pPr>
          </a:lstStyle>
          <a:p>
            <a:pPr>
              <a:defRPr/>
            </a:pPr>
            <a:endParaRPr lang="en-US" sz="1000">
              <a:cs typeface="Arial"/>
            </a:endParaRPr>
          </a:p>
        </p:txBody>
      </p:sp>
      <p:sp>
        <p:nvSpPr>
          <p:cNvPr id="1621791679" name="Footer Placeholder 4"/>
          <p:cNvSpPr txBox="1">
            <a:spLocks noGrp="1"/>
          </p:cNvSpPr>
          <p:nvPr/>
        </p:nvSpPr>
        <p:spPr bwMode="auto">
          <a:xfrm>
            <a:off x="4379913" y="6408738"/>
            <a:ext cx="2351087" cy="365125"/>
          </a:xfrm>
          <a:prstGeom prst="rect">
            <a:avLst/>
          </a:prstGeom>
          <a:noFill/>
          <a:ln>
            <a:noFill/>
          </a:ln>
        </p:spPr>
        <p:txBody>
          <a:bodyPr anchor="b"/>
          <a:lstStyle>
            <a:lvl1pPr>
              <a:defRPr>
                <a:solidFill>
                  <a:schemeClr val="tx1"/>
                </a:solidFill>
                <a:latin typeface="Arial"/>
              </a:defRPr>
            </a:lvl1pPr>
            <a:lvl2pPr marL="742950" indent="-285750">
              <a:defRPr>
                <a:solidFill>
                  <a:schemeClr val="tx1"/>
                </a:solidFill>
                <a:latin typeface="Arial"/>
              </a:defRPr>
            </a:lvl2pPr>
            <a:lvl3pPr marL="1143000" indent="-228600">
              <a:defRPr>
                <a:solidFill>
                  <a:schemeClr val="tx1"/>
                </a:solidFill>
                <a:latin typeface="Arial"/>
              </a:defRPr>
            </a:lvl3pPr>
            <a:lvl4pPr marL="1600200" indent="-228600">
              <a:defRPr>
                <a:solidFill>
                  <a:schemeClr val="tx1"/>
                </a:solidFill>
                <a:latin typeface="Arial"/>
              </a:defRPr>
            </a:lvl4pPr>
            <a:lvl5pPr marL="2057400" indent="-228600">
              <a:defRPr>
                <a:solidFill>
                  <a:schemeClr val="tx1"/>
                </a:solidFill>
                <a:latin typeface="Arial"/>
              </a:defRPr>
            </a:lvl5pPr>
            <a:lvl6pPr marL="2514600" indent="-228600">
              <a:spcBef>
                <a:spcPts val="0"/>
              </a:spcBef>
              <a:spcAft>
                <a:spcPts val="0"/>
              </a:spcAft>
              <a:defRPr>
                <a:solidFill>
                  <a:schemeClr val="tx1"/>
                </a:solidFill>
                <a:latin typeface="Arial"/>
              </a:defRPr>
            </a:lvl6pPr>
            <a:lvl7pPr marL="2971800" indent="-228600">
              <a:spcBef>
                <a:spcPts val="0"/>
              </a:spcBef>
              <a:spcAft>
                <a:spcPts val="0"/>
              </a:spcAft>
              <a:defRPr>
                <a:solidFill>
                  <a:schemeClr val="tx1"/>
                </a:solidFill>
                <a:latin typeface="Arial"/>
              </a:defRPr>
            </a:lvl7pPr>
            <a:lvl8pPr marL="3429000" indent="-228600">
              <a:spcBef>
                <a:spcPts val="0"/>
              </a:spcBef>
              <a:spcAft>
                <a:spcPts val="0"/>
              </a:spcAft>
              <a:defRPr>
                <a:solidFill>
                  <a:schemeClr val="tx1"/>
                </a:solidFill>
                <a:latin typeface="Arial"/>
              </a:defRPr>
            </a:lvl8pPr>
            <a:lvl9pPr marL="3886200" indent="-228600">
              <a:spcBef>
                <a:spcPts val="0"/>
              </a:spcBef>
              <a:spcAft>
                <a:spcPts val="0"/>
              </a:spcAft>
              <a:defRPr>
                <a:solidFill>
                  <a:schemeClr val="tx1"/>
                </a:solidFill>
                <a:latin typeface="Arial"/>
              </a:defRPr>
            </a:lvl9pPr>
          </a:lstStyle>
          <a:p>
            <a:pPr algn="r">
              <a:defRPr/>
            </a:pPr>
            <a:endParaRPr lang="en-US" sz="1000">
              <a:cs typeface="Arial"/>
            </a:endParaRPr>
          </a:p>
        </p:txBody>
      </p:sp>
      <p:sp>
        <p:nvSpPr>
          <p:cNvPr id="306444120" name="Slide Number Placeholder 5"/>
          <p:cNvSpPr txBox="1">
            <a:spLocks noGrp="1"/>
          </p:cNvSpPr>
          <p:nvPr/>
        </p:nvSpPr>
        <p:spPr bwMode="auto">
          <a:xfrm>
            <a:off x="8647113" y="6408738"/>
            <a:ext cx="366712" cy="365125"/>
          </a:xfrm>
          <a:prstGeom prst="rect">
            <a:avLst/>
          </a:prstGeom>
          <a:noFill/>
          <a:ln>
            <a:noFill/>
          </a:ln>
        </p:spPr>
        <p:txBody>
          <a:bodyPr anchor="b"/>
          <a:lstStyle>
            <a:lvl1pPr>
              <a:defRPr>
                <a:solidFill>
                  <a:schemeClr val="tx1"/>
                </a:solidFill>
                <a:latin typeface="Arial"/>
              </a:defRPr>
            </a:lvl1pPr>
            <a:lvl2pPr marL="742950" indent="-285750">
              <a:defRPr>
                <a:solidFill>
                  <a:schemeClr val="tx1"/>
                </a:solidFill>
                <a:latin typeface="Arial"/>
              </a:defRPr>
            </a:lvl2pPr>
            <a:lvl3pPr marL="1143000" indent="-228600">
              <a:defRPr>
                <a:solidFill>
                  <a:schemeClr val="tx1"/>
                </a:solidFill>
                <a:latin typeface="Arial"/>
              </a:defRPr>
            </a:lvl3pPr>
            <a:lvl4pPr marL="1600200" indent="-228600">
              <a:defRPr>
                <a:solidFill>
                  <a:schemeClr val="tx1"/>
                </a:solidFill>
                <a:latin typeface="Arial"/>
              </a:defRPr>
            </a:lvl4pPr>
            <a:lvl5pPr marL="2057400" indent="-228600">
              <a:defRPr>
                <a:solidFill>
                  <a:schemeClr val="tx1"/>
                </a:solidFill>
                <a:latin typeface="Arial"/>
              </a:defRPr>
            </a:lvl5pPr>
            <a:lvl6pPr marL="2514600" indent="-228600">
              <a:spcBef>
                <a:spcPts val="0"/>
              </a:spcBef>
              <a:spcAft>
                <a:spcPts val="0"/>
              </a:spcAft>
              <a:defRPr>
                <a:solidFill>
                  <a:schemeClr val="tx1"/>
                </a:solidFill>
                <a:latin typeface="Arial"/>
              </a:defRPr>
            </a:lvl6pPr>
            <a:lvl7pPr marL="2971800" indent="-228600">
              <a:spcBef>
                <a:spcPts val="0"/>
              </a:spcBef>
              <a:spcAft>
                <a:spcPts val="0"/>
              </a:spcAft>
              <a:defRPr>
                <a:solidFill>
                  <a:schemeClr val="tx1"/>
                </a:solidFill>
                <a:latin typeface="Arial"/>
              </a:defRPr>
            </a:lvl7pPr>
            <a:lvl8pPr marL="3429000" indent="-228600">
              <a:spcBef>
                <a:spcPts val="0"/>
              </a:spcBef>
              <a:spcAft>
                <a:spcPts val="0"/>
              </a:spcAft>
              <a:defRPr>
                <a:solidFill>
                  <a:schemeClr val="tx1"/>
                </a:solidFill>
                <a:latin typeface="Arial"/>
              </a:defRPr>
            </a:lvl8pPr>
            <a:lvl9pPr marL="3886200" indent="-228600">
              <a:spcBef>
                <a:spcPts val="0"/>
              </a:spcBef>
              <a:spcAft>
                <a:spcPts val="0"/>
              </a:spcAft>
              <a:defRPr>
                <a:solidFill>
                  <a:schemeClr val="tx1"/>
                </a:solidFill>
                <a:latin typeface="Arial"/>
              </a:defRPr>
            </a:lvl9pPr>
          </a:lstStyle>
          <a:p>
            <a:pPr algn="r">
              <a:defRPr/>
            </a:pPr>
            <a:fld id="{0811A56F-32F4-46D6-BC01-1643D8A451D8}" type="slidenum">
              <a:rPr lang="en-US" sz="1000">
                <a:cs typeface="Arial"/>
              </a:rPr>
              <a:t>46</a:t>
            </a:fld>
            <a:endParaRPr lang="en-US" sz="1000">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77835961" name="Title 1"/>
          <p:cNvSpPr>
            <a:spLocks noGrp="1"/>
          </p:cNvSpPr>
          <p:nvPr>
            <p:ph type="title"/>
          </p:nvPr>
        </p:nvSpPr>
        <p:spPr bwMode="auto"/>
        <p:txBody>
          <a:bodyPr>
            <a:normAutofit/>
          </a:bodyPr>
          <a:lstStyle/>
          <a:p>
            <a:pPr>
              <a:defRPr/>
            </a:pPr>
            <a:r>
              <a:rPr lang="en-US" sz="7200" u="sng"/>
              <a:t>HADITH</a:t>
            </a:r>
            <a:endParaRPr/>
          </a:p>
        </p:txBody>
      </p:sp>
      <p:sp>
        <p:nvSpPr>
          <p:cNvPr id="331877361" name="Subtitle 2"/>
          <p:cNvSpPr>
            <a:spLocks noGrp="1"/>
          </p:cNvSpPr>
          <p:nvPr>
            <p:ph idx="1"/>
          </p:nvPr>
        </p:nvSpPr>
        <p:spPr bwMode="auto"/>
        <p:txBody>
          <a:bodyPr>
            <a:noAutofit/>
          </a:bodyPr>
          <a:lstStyle/>
          <a:p>
            <a:pPr>
              <a:defRPr/>
            </a:pPr>
            <a:r>
              <a:rPr lang="en-US" sz="3600">
                <a:latin typeface="+mj-lt"/>
              </a:rPr>
              <a:t>“He who has a good nature will have the reward of those who observe fasting in days and keep awake praying at nights.”</a:t>
            </a:r>
            <a:endParaRPr/>
          </a:p>
          <a:p>
            <a:pPr>
              <a:defRPr/>
            </a:pPr>
            <a:br>
              <a:rPr lang="en-US" sz="3600">
                <a:latin typeface="+mj-lt"/>
              </a:rPr>
            </a:br>
            <a:endParaRPr lang="en-US" sz="3600">
              <a:latin typeface="+mj-l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71744844" name="Title 1"/>
          <p:cNvSpPr>
            <a:spLocks noGrp="1"/>
          </p:cNvSpPr>
          <p:nvPr>
            <p:ph type="title"/>
          </p:nvPr>
        </p:nvSpPr>
        <p:spPr bwMode="auto"/>
        <p:txBody>
          <a:bodyPr/>
          <a:lstStyle/>
          <a:p>
            <a:pPr>
              <a:defRPr/>
            </a:pPr>
            <a:r>
              <a:rPr lang="en-US"/>
              <a:t>Why Professional Ethics? </a:t>
            </a:r>
            <a:endParaRPr/>
          </a:p>
        </p:txBody>
      </p:sp>
      <p:sp>
        <p:nvSpPr>
          <p:cNvPr id="1932831253" name="Content Placeholder 2"/>
          <p:cNvSpPr>
            <a:spLocks noGrp="1"/>
          </p:cNvSpPr>
          <p:nvPr>
            <p:ph idx="1"/>
          </p:nvPr>
        </p:nvSpPr>
        <p:spPr bwMode="auto"/>
        <p:txBody>
          <a:bodyPr/>
          <a:lstStyle/>
          <a:p>
            <a:pPr>
              <a:defRPr/>
            </a:pPr>
            <a:r>
              <a:rPr lang="en-US"/>
              <a:t>The success or the expected results depend on how the workers deal with the situations. Whether ethically or unethically. If they are dealt ethically, the chances are positive for growth and development.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a:ea typeface="Arial"/>
        <a:cs typeface="Arial"/>
      </a:majorFont>
      <a:minorFont>
        <a:latin typeface="Century Schoolbook"/>
        <a:ea typeface="Arial"/>
        <a:cs typeface="Arial"/>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satMod val="150000"/>
              <a:alpha val="95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a:gsLst>
            <a:gs pos="0">
              <a:schemeClr val="phClr">
                <a:tint val="94000"/>
                <a:shade val="98000"/>
                <a:satMod val="130000"/>
                <a:lumMod val="102000"/>
              </a:schemeClr>
            </a:gs>
            <a:gs pos="100000">
              <a:schemeClr val="phClr">
                <a:tint val="98000"/>
                <a:shade val="78000"/>
                <a:satMod val="14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TM03457515[[fn=View]]</Template>
  <TotalTime>0</TotalTime>
  <Words>0</Words>
  <Application>ONLYOFFICE/9.0.4.50</Application>
  <PresentationFormat>On-screen Show (4:3)</PresentationFormat>
  <Paragraphs>0</Paragraphs>
  <Slides>48</Slides>
  <Notes>48</Notes>
  <HiddenSlides>0</HiddenSlides>
  <MMClips>2</MMClips>
  <ScaleCrop>0</ScaleCrop>
  <HeadingPairs>
    <vt:vector size="4" baseType="variant">
      <vt:variant>
        <vt:lpstr>Theme</vt:lpstr>
      </vt:variant>
      <vt:variant>
        <vt:i4>1</vt:i4>
      </vt:variant>
      <vt:variant>
        <vt:lpstr>Slide Titles</vt:lpstr>
      </vt:variant>
      <vt:variant>
        <vt:i4>48</vt:i4>
      </vt:variant>
    </vt:vector>
  </HeadingPairs>
  <TitlesOfParts>
    <vt:vector size="49"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Practices</dc:title>
  <dc:creator>fhraza</dc:creator>
  <cp:lastModifiedBy/>
  <cp:revision>330</cp:revision>
  <dcterms:created xsi:type="dcterms:W3CDTF">2014-10-13T06:16:13Z</dcterms:created>
  <dcterms:modified xsi:type="dcterms:W3CDTF">2025-10-12T05:13:14Z</dcterms:modified>
</cp:coreProperties>
</file>