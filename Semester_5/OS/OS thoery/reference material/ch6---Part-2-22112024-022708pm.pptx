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6" r:id="rId1"/>
  </p:sldMasterIdLst>
  <p:notesMasterIdLst>
    <p:notesMasterId r:id="rId31"/>
  </p:notesMasterIdLst>
  <p:handoutMasterIdLst>
    <p:handoutMasterId r:id="rId32"/>
  </p:handoutMasterIdLst>
  <p:sldIdLst>
    <p:sldId id="548" r:id="rId2"/>
    <p:sldId id="421" r:id="rId3"/>
    <p:sldId id="545" r:id="rId4"/>
    <p:sldId id="546" r:id="rId5"/>
    <p:sldId id="392" r:id="rId6"/>
    <p:sldId id="552" r:id="rId7"/>
    <p:sldId id="553" r:id="rId8"/>
    <p:sldId id="554" r:id="rId9"/>
    <p:sldId id="261" r:id="rId10"/>
    <p:sldId id="547" r:id="rId11"/>
    <p:sldId id="556" r:id="rId12"/>
    <p:sldId id="559" r:id="rId13"/>
    <p:sldId id="557" r:id="rId14"/>
    <p:sldId id="560" r:id="rId15"/>
    <p:sldId id="561" r:id="rId16"/>
    <p:sldId id="562" r:id="rId17"/>
    <p:sldId id="563" r:id="rId18"/>
    <p:sldId id="564" r:id="rId19"/>
    <p:sldId id="565" r:id="rId20"/>
    <p:sldId id="566" r:id="rId21"/>
    <p:sldId id="567" r:id="rId22"/>
    <p:sldId id="570" r:id="rId23"/>
    <p:sldId id="569" r:id="rId24"/>
    <p:sldId id="571" r:id="rId25"/>
    <p:sldId id="572" r:id="rId26"/>
    <p:sldId id="573" r:id="rId27"/>
    <p:sldId id="574" r:id="rId28"/>
    <p:sldId id="544" r:id="rId29"/>
    <p:sldId id="575" r:id="rId30"/>
  </p:sldIdLst>
  <p:sldSz cx="13716000" cy="9144000"/>
  <p:notesSz cx="7315200" cy="9601200"/>
  <p:defaultTextStyle>
    <a:defPPr>
      <a:defRPr lang="en-US"/>
    </a:defPPr>
    <a:lvl1pPr algn="l" rtl="0" eaLnBrk="0" fontAlgn="base" hangingPunct="0">
      <a:spcBef>
        <a:spcPct val="0"/>
      </a:spcBef>
      <a:spcAft>
        <a:spcPct val="0"/>
      </a:spcAft>
      <a:defRPr kern="1200">
        <a:solidFill>
          <a:schemeClr val="tx1"/>
        </a:solidFill>
        <a:latin typeface="Verdana" charset="0"/>
        <a:ea typeface="ＭＳ Ｐゴシック" charset="-128"/>
        <a:cs typeface="+mn-cs"/>
      </a:defRPr>
    </a:lvl1pPr>
    <a:lvl2pPr marL="650875" indent="-193675" algn="l" rtl="0" eaLnBrk="0" fontAlgn="base" hangingPunct="0">
      <a:spcBef>
        <a:spcPct val="0"/>
      </a:spcBef>
      <a:spcAft>
        <a:spcPct val="0"/>
      </a:spcAft>
      <a:defRPr kern="1200">
        <a:solidFill>
          <a:schemeClr val="tx1"/>
        </a:solidFill>
        <a:latin typeface="Verdana" charset="0"/>
        <a:ea typeface="ＭＳ Ｐゴシック" charset="-128"/>
        <a:cs typeface="+mn-cs"/>
      </a:defRPr>
    </a:lvl2pPr>
    <a:lvl3pPr marL="1303338" indent="-388938" algn="l" rtl="0" eaLnBrk="0" fontAlgn="base" hangingPunct="0">
      <a:spcBef>
        <a:spcPct val="0"/>
      </a:spcBef>
      <a:spcAft>
        <a:spcPct val="0"/>
      </a:spcAft>
      <a:defRPr kern="1200">
        <a:solidFill>
          <a:schemeClr val="tx1"/>
        </a:solidFill>
        <a:latin typeface="Verdana" charset="0"/>
        <a:ea typeface="ＭＳ Ｐゴシック" charset="-128"/>
        <a:cs typeface="+mn-cs"/>
      </a:defRPr>
    </a:lvl3pPr>
    <a:lvl4pPr marL="1957388" indent="-585788" algn="l" rtl="0" eaLnBrk="0" fontAlgn="base" hangingPunct="0">
      <a:spcBef>
        <a:spcPct val="0"/>
      </a:spcBef>
      <a:spcAft>
        <a:spcPct val="0"/>
      </a:spcAft>
      <a:defRPr kern="1200">
        <a:solidFill>
          <a:schemeClr val="tx1"/>
        </a:solidFill>
        <a:latin typeface="Verdana" charset="0"/>
        <a:ea typeface="ＭＳ Ｐゴシック" charset="-128"/>
        <a:cs typeface="+mn-cs"/>
      </a:defRPr>
    </a:lvl4pPr>
    <a:lvl5pPr marL="2609850" indent="-781050" algn="l" rtl="0" eaLnBrk="0" fontAlgn="base" hangingPunct="0">
      <a:spcBef>
        <a:spcPct val="0"/>
      </a:spcBef>
      <a:spcAft>
        <a:spcPct val="0"/>
      </a:spcAft>
      <a:defRPr kern="1200">
        <a:solidFill>
          <a:schemeClr val="tx1"/>
        </a:solidFill>
        <a:latin typeface="Verdana" charset="0"/>
        <a:ea typeface="ＭＳ Ｐゴシック" charset="-128"/>
        <a:cs typeface="+mn-cs"/>
      </a:defRPr>
    </a:lvl5pPr>
    <a:lvl6pPr marL="2286000" algn="l" defTabSz="914400" rtl="0" eaLnBrk="1" latinLnBrk="0" hangingPunct="1">
      <a:defRPr kern="1200">
        <a:solidFill>
          <a:schemeClr val="tx1"/>
        </a:solidFill>
        <a:latin typeface="Verdana" charset="0"/>
        <a:ea typeface="ＭＳ Ｐゴシック" charset="-128"/>
        <a:cs typeface="+mn-cs"/>
      </a:defRPr>
    </a:lvl6pPr>
    <a:lvl7pPr marL="2743200" algn="l" defTabSz="914400" rtl="0" eaLnBrk="1" latinLnBrk="0" hangingPunct="1">
      <a:defRPr kern="1200">
        <a:solidFill>
          <a:schemeClr val="tx1"/>
        </a:solidFill>
        <a:latin typeface="Verdana" charset="0"/>
        <a:ea typeface="ＭＳ Ｐゴシック" charset="-128"/>
        <a:cs typeface="+mn-cs"/>
      </a:defRPr>
    </a:lvl7pPr>
    <a:lvl8pPr marL="3200400" algn="l" defTabSz="914400" rtl="0" eaLnBrk="1" latinLnBrk="0" hangingPunct="1">
      <a:defRPr kern="1200">
        <a:solidFill>
          <a:schemeClr val="tx1"/>
        </a:solidFill>
        <a:latin typeface="Verdana" charset="0"/>
        <a:ea typeface="ＭＳ Ｐゴシック" charset="-128"/>
        <a:cs typeface="+mn-cs"/>
      </a:defRPr>
    </a:lvl8pPr>
    <a:lvl9pPr marL="3657600" algn="l" defTabSz="914400" rtl="0" eaLnBrk="1" latinLnBrk="0" hangingPunct="1">
      <a:defRPr kern="1200">
        <a:solidFill>
          <a:schemeClr val="tx1"/>
        </a:solidFill>
        <a:latin typeface="Verdana" charset="0"/>
        <a:ea typeface="ＭＳ Ｐゴシック" charset="-128"/>
        <a:cs typeface="+mn-cs"/>
      </a:defRPr>
    </a:lvl9pPr>
  </p:defaultTextStyle>
  <p:extLst>
    <p:ext uri="{EFAFB233-063F-42B5-8137-9DF3F51BA10A}">
      <p15:sldGuideLst xmlns:p15="http://schemas.microsoft.com/office/powerpoint/2012/main">
        <p15:guide id="1" orient="horz" pos="1527">
          <p15:clr>
            <a:srgbClr val="A4A3A4"/>
          </p15:clr>
        </p15:guide>
        <p15:guide id="2" pos="196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scaleToFitPaper="1"/>
  <p:clrMru>
    <a:srgbClr val="FF0000"/>
    <a:srgbClr val="0033CC"/>
    <a:srgbClr val="CC6600"/>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49" d="100"/>
          <a:sy n="49" d="100"/>
        </p:scale>
        <p:origin x="1278" y="66"/>
      </p:cViewPr>
      <p:guideLst>
        <p:guide orient="horz" pos="1527"/>
        <p:guide pos="1961"/>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91490" name="Rectangle 2"/>
          <p:cNvSpPr>
            <a:spLocks noGrp="1" noChangeArrowheads="1"/>
          </p:cNvSpPr>
          <p:nvPr>
            <p:ph type="hdr" sz="quarter"/>
          </p:nvPr>
        </p:nvSpPr>
        <p:spPr bwMode="auto">
          <a:xfrm>
            <a:off x="0" y="0"/>
            <a:ext cx="3170238" cy="479425"/>
          </a:xfrm>
          <a:prstGeom prst="rect">
            <a:avLst/>
          </a:prstGeom>
          <a:noFill/>
          <a:ln w="9525">
            <a:noFill/>
            <a:miter lim="800000"/>
            <a:headEnd/>
            <a:tailEnd/>
          </a:ln>
          <a:effectLst/>
        </p:spPr>
        <p:txBody>
          <a:bodyPr vert="horz" wrap="square" lIns="96651" tIns="48326" rIns="96651" bIns="48326" numCol="1" anchor="t" anchorCtr="0" compatLnSpc="1">
            <a:prstTxWarp prst="textNoShape">
              <a:avLst/>
            </a:prstTxWarp>
          </a:bodyPr>
          <a:lstStyle>
            <a:lvl1pPr defTabSz="966788">
              <a:defRPr sz="1400">
                <a:latin typeface="Helvetica" charset="0"/>
                <a:cs typeface="ＭＳ Ｐゴシック" charset="-128"/>
              </a:defRPr>
            </a:lvl1pPr>
          </a:lstStyle>
          <a:p>
            <a:pPr>
              <a:defRPr/>
            </a:pPr>
            <a:endParaRPr lang="en-US"/>
          </a:p>
        </p:txBody>
      </p:sp>
      <p:sp>
        <p:nvSpPr>
          <p:cNvPr id="191491" name="Rectangle 3"/>
          <p:cNvSpPr>
            <a:spLocks noGrp="1" noChangeArrowheads="1"/>
          </p:cNvSpPr>
          <p:nvPr>
            <p:ph type="dt" sz="quarter" idx="1"/>
          </p:nvPr>
        </p:nvSpPr>
        <p:spPr bwMode="auto">
          <a:xfrm>
            <a:off x="4144963" y="0"/>
            <a:ext cx="3170237" cy="479425"/>
          </a:xfrm>
          <a:prstGeom prst="rect">
            <a:avLst/>
          </a:prstGeom>
          <a:noFill/>
          <a:ln w="9525">
            <a:noFill/>
            <a:miter lim="800000"/>
            <a:headEnd/>
            <a:tailEnd/>
          </a:ln>
          <a:effectLst/>
        </p:spPr>
        <p:txBody>
          <a:bodyPr vert="horz" wrap="square" lIns="96651" tIns="48326" rIns="96651" bIns="48326" numCol="1" anchor="t" anchorCtr="0" compatLnSpc="1">
            <a:prstTxWarp prst="textNoShape">
              <a:avLst/>
            </a:prstTxWarp>
          </a:bodyPr>
          <a:lstStyle>
            <a:lvl1pPr algn="r" defTabSz="966788">
              <a:defRPr sz="1400">
                <a:latin typeface="Helvetica" charset="0"/>
                <a:cs typeface="ＭＳ Ｐゴシック" charset="-128"/>
              </a:defRPr>
            </a:lvl1pPr>
          </a:lstStyle>
          <a:p>
            <a:pPr>
              <a:defRPr/>
            </a:pPr>
            <a:endParaRPr lang="en-US"/>
          </a:p>
        </p:txBody>
      </p:sp>
      <p:sp>
        <p:nvSpPr>
          <p:cNvPr id="191492" name="Rectangle 4"/>
          <p:cNvSpPr>
            <a:spLocks noGrp="1" noChangeArrowheads="1"/>
          </p:cNvSpPr>
          <p:nvPr>
            <p:ph type="ftr" sz="quarter" idx="2"/>
          </p:nvPr>
        </p:nvSpPr>
        <p:spPr bwMode="auto">
          <a:xfrm>
            <a:off x="0" y="9121775"/>
            <a:ext cx="3170238" cy="479425"/>
          </a:xfrm>
          <a:prstGeom prst="rect">
            <a:avLst/>
          </a:prstGeom>
          <a:noFill/>
          <a:ln w="9525">
            <a:noFill/>
            <a:miter lim="800000"/>
            <a:headEnd/>
            <a:tailEnd/>
          </a:ln>
          <a:effectLst/>
        </p:spPr>
        <p:txBody>
          <a:bodyPr vert="horz" wrap="square" lIns="96651" tIns="48326" rIns="96651" bIns="48326" numCol="1" anchor="b" anchorCtr="0" compatLnSpc="1">
            <a:prstTxWarp prst="textNoShape">
              <a:avLst/>
            </a:prstTxWarp>
          </a:bodyPr>
          <a:lstStyle>
            <a:lvl1pPr defTabSz="966788">
              <a:defRPr sz="1400">
                <a:latin typeface="Helvetica" charset="0"/>
                <a:cs typeface="ＭＳ Ｐゴシック" charset="-128"/>
              </a:defRPr>
            </a:lvl1pPr>
          </a:lstStyle>
          <a:p>
            <a:pPr>
              <a:defRPr/>
            </a:pPr>
            <a:endParaRPr lang="en-US"/>
          </a:p>
        </p:txBody>
      </p:sp>
      <p:sp>
        <p:nvSpPr>
          <p:cNvPr id="191493" name="Rectangle 5"/>
          <p:cNvSpPr>
            <a:spLocks noGrp="1" noChangeArrowheads="1"/>
          </p:cNvSpPr>
          <p:nvPr>
            <p:ph type="sldNum" sz="quarter" idx="3"/>
          </p:nvPr>
        </p:nvSpPr>
        <p:spPr bwMode="auto">
          <a:xfrm>
            <a:off x="4144963" y="9121775"/>
            <a:ext cx="3170237" cy="479425"/>
          </a:xfrm>
          <a:prstGeom prst="rect">
            <a:avLst/>
          </a:prstGeom>
          <a:noFill/>
          <a:ln w="9525">
            <a:noFill/>
            <a:miter lim="800000"/>
            <a:headEnd/>
            <a:tailEnd/>
          </a:ln>
          <a:effectLst/>
        </p:spPr>
        <p:txBody>
          <a:bodyPr vert="horz" wrap="square" lIns="96651" tIns="48326" rIns="96651" bIns="48326" numCol="1" anchor="b" anchorCtr="0" compatLnSpc="1">
            <a:prstTxWarp prst="textNoShape">
              <a:avLst/>
            </a:prstTxWarp>
          </a:bodyPr>
          <a:lstStyle>
            <a:lvl1pPr algn="r" defTabSz="966788">
              <a:defRPr sz="1400">
                <a:latin typeface="Helvetica" charset="0"/>
              </a:defRPr>
            </a:lvl1pPr>
          </a:lstStyle>
          <a:p>
            <a:pPr>
              <a:defRPr/>
            </a:pPr>
            <a:fld id="{923D11E3-729C-457C-BAC3-155192955DB4}" type="slidenum">
              <a:rPr lang="en-US"/>
              <a:pPr>
                <a:defRPr/>
              </a:pPr>
              <a:t>‹#›</a:t>
            </a:fld>
            <a:endParaRPr 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6" name="Rectangle 2"/>
          <p:cNvSpPr>
            <a:spLocks noGrp="1" noChangeArrowheads="1"/>
          </p:cNvSpPr>
          <p:nvPr>
            <p:ph type="hdr" sz="quarter"/>
          </p:nvPr>
        </p:nvSpPr>
        <p:spPr bwMode="auto">
          <a:xfrm>
            <a:off x="0" y="0"/>
            <a:ext cx="3170238" cy="479425"/>
          </a:xfrm>
          <a:prstGeom prst="rect">
            <a:avLst/>
          </a:prstGeom>
          <a:noFill/>
          <a:ln w="9525">
            <a:noFill/>
            <a:miter lim="800000"/>
            <a:headEnd/>
            <a:tailEnd/>
          </a:ln>
          <a:effectLst/>
        </p:spPr>
        <p:txBody>
          <a:bodyPr vert="horz" wrap="none" lIns="96651" tIns="48326" rIns="96651" bIns="48326" numCol="1" anchor="ctr" anchorCtr="0" compatLnSpc="1">
            <a:prstTxWarp prst="textNoShape">
              <a:avLst/>
            </a:prstTxWarp>
          </a:bodyPr>
          <a:lstStyle>
            <a:lvl1pPr defTabSz="966788">
              <a:defRPr sz="1400">
                <a:latin typeface="Times New Roman" charset="0"/>
                <a:cs typeface="ＭＳ Ｐゴシック" charset="-128"/>
              </a:defRPr>
            </a:lvl1pPr>
          </a:lstStyle>
          <a:p>
            <a:pPr>
              <a:defRPr/>
            </a:pPr>
            <a:endParaRPr lang="en-US"/>
          </a:p>
        </p:txBody>
      </p:sp>
      <p:sp>
        <p:nvSpPr>
          <p:cNvPr id="6147" name="Rectangle 3"/>
          <p:cNvSpPr>
            <a:spLocks noGrp="1" noChangeArrowheads="1"/>
          </p:cNvSpPr>
          <p:nvPr>
            <p:ph type="dt" idx="1"/>
          </p:nvPr>
        </p:nvSpPr>
        <p:spPr bwMode="auto">
          <a:xfrm>
            <a:off x="4144963" y="0"/>
            <a:ext cx="3170237" cy="479425"/>
          </a:xfrm>
          <a:prstGeom prst="rect">
            <a:avLst/>
          </a:prstGeom>
          <a:noFill/>
          <a:ln w="9525">
            <a:noFill/>
            <a:miter lim="800000"/>
            <a:headEnd/>
            <a:tailEnd/>
          </a:ln>
          <a:effectLst/>
        </p:spPr>
        <p:txBody>
          <a:bodyPr vert="horz" wrap="none" lIns="96651" tIns="48326" rIns="96651" bIns="48326" numCol="1" anchor="ctr" anchorCtr="0" compatLnSpc="1">
            <a:prstTxWarp prst="textNoShape">
              <a:avLst/>
            </a:prstTxWarp>
          </a:bodyPr>
          <a:lstStyle>
            <a:lvl1pPr algn="r" defTabSz="966788">
              <a:defRPr sz="1400">
                <a:latin typeface="Times New Roman" charset="0"/>
                <a:cs typeface="ＭＳ Ｐゴシック" charset="-128"/>
              </a:defRPr>
            </a:lvl1pPr>
          </a:lstStyle>
          <a:p>
            <a:pPr>
              <a:defRPr/>
            </a:pPr>
            <a:endParaRPr lang="en-US"/>
          </a:p>
        </p:txBody>
      </p:sp>
      <p:sp>
        <p:nvSpPr>
          <p:cNvPr id="76804" name="Rectangle 4"/>
          <p:cNvSpPr>
            <a:spLocks noGrp="1" noRot="1" noChangeAspect="1" noChangeArrowheads="1" noTextEdit="1"/>
          </p:cNvSpPr>
          <p:nvPr>
            <p:ph type="sldImg" idx="2"/>
          </p:nvPr>
        </p:nvSpPr>
        <p:spPr bwMode="auto">
          <a:xfrm>
            <a:off x="957263" y="720725"/>
            <a:ext cx="5400675" cy="3600450"/>
          </a:xfrm>
          <a:prstGeom prst="rect">
            <a:avLst/>
          </a:prstGeom>
          <a:noFill/>
          <a:ln w="9525">
            <a:solidFill>
              <a:srgbClr val="000000"/>
            </a:solidFill>
            <a:miter lim="800000"/>
            <a:headEnd/>
            <a:tailEnd/>
          </a:ln>
        </p:spPr>
      </p:sp>
      <p:sp>
        <p:nvSpPr>
          <p:cNvPr id="6149" name="Rectangle 5"/>
          <p:cNvSpPr>
            <a:spLocks noGrp="1" noChangeArrowheads="1"/>
          </p:cNvSpPr>
          <p:nvPr>
            <p:ph type="body" sz="quarter" idx="3"/>
          </p:nvPr>
        </p:nvSpPr>
        <p:spPr bwMode="auto">
          <a:xfrm>
            <a:off x="976313" y="4560888"/>
            <a:ext cx="5362575" cy="4319587"/>
          </a:xfrm>
          <a:prstGeom prst="rect">
            <a:avLst/>
          </a:prstGeom>
          <a:noFill/>
          <a:ln w="9525">
            <a:noFill/>
            <a:miter lim="800000"/>
            <a:headEnd/>
            <a:tailEnd/>
          </a:ln>
          <a:effectLst/>
        </p:spPr>
        <p:txBody>
          <a:bodyPr vert="horz" wrap="none" lIns="96651" tIns="48326" rIns="96651" bIns="48326" numCol="1" anchor="ctr"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150" name="Rectangle 6"/>
          <p:cNvSpPr>
            <a:spLocks noGrp="1" noChangeArrowheads="1"/>
          </p:cNvSpPr>
          <p:nvPr>
            <p:ph type="ftr" sz="quarter" idx="4"/>
          </p:nvPr>
        </p:nvSpPr>
        <p:spPr bwMode="auto">
          <a:xfrm>
            <a:off x="0" y="9121775"/>
            <a:ext cx="3170238" cy="479425"/>
          </a:xfrm>
          <a:prstGeom prst="rect">
            <a:avLst/>
          </a:prstGeom>
          <a:noFill/>
          <a:ln w="9525">
            <a:noFill/>
            <a:miter lim="800000"/>
            <a:headEnd/>
            <a:tailEnd/>
          </a:ln>
          <a:effectLst/>
        </p:spPr>
        <p:txBody>
          <a:bodyPr vert="horz" wrap="none" lIns="96651" tIns="48326" rIns="96651" bIns="48326" numCol="1" anchor="b" anchorCtr="0" compatLnSpc="1">
            <a:prstTxWarp prst="textNoShape">
              <a:avLst/>
            </a:prstTxWarp>
          </a:bodyPr>
          <a:lstStyle>
            <a:lvl1pPr defTabSz="966788">
              <a:defRPr sz="1400">
                <a:latin typeface="Times New Roman" charset="0"/>
                <a:cs typeface="ＭＳ Ｐゴシック" charset="-128"/>
              </a:defRPr>
            </a:lvl1pPr>
          </a:lstStyle>
          <a:p>
            <a:pPr>
              <a:defRPr/>
            </a:pPr>
            <a:endParaRPr lang="en-US"/>
          </a:p>
        </p:txBody>
      </p:sp>
      <p:sp>
        <p:nvSpPr>
          <p:cNvPr id="6151" name="Rectangle 7"/>
          <p:cNvSpPr>
            <a:spLocks noGrp="1" noChangeArrowheads="1"/>
          </p:cNvSpPr>
          <p:nvPr>
            <p:ph type="sldNum" sz="quarter" idx="5"/>
          </p:nvPr>
        </p:nvSpPr>
        <p:spPr bwMode="auto">
          <a:xfrm>
            <a:off x="4144963" y="9121775"/>
            <a:ext cx="3170237" cy="479425"/>
          </a:xfrm>
          <a:prstGeom prst="rect">
            <a:avLst/>
          </a:prstGeom>
          <a:noFill/>
          <a:ln w="9525">
            <a:noFill/>
            <a:miter lim="800000"/>
            <a:headEnd/>
            <a:tailEnd/>
          </a:ln>
          <a:effectLst/>
        </p:spPr>
        <p:txBody>
          <a:bodyPr vert="horz" wrap="none" lIns="96651" tIns="48326" rIns="96651" bIns="48326" numCol="1" anchor="b" anchorCtr="0" compatLnSpc="1">
            <a:prstTxWarp prst="textNoShape">
              <a:avLst/>
            </a:prstTxWarp>
          </a:bodyPr>
          <a:lstStyle>
            <a:lvl1pPr algn="r" defTabSz="966788">
              <a:defRPr sz="1400">
                <a:latin typeface="Times New Roman" charset="0"/>
              </a:defRPr>
            </a:lvl1pPr>
          </a:lstStyle>
          <a:p>
            <a:pPr>
              <a:defRPr/>
            </a:pPr>
            <a:fld id="{A8760DE9-060D-418C-BDC0-C12E74BFB12A}" type="slidenum">
              <a:rPr lang="en-US"/>
              <a:pPr>
                <a:defRPr/>
              </a:pPr>
              <a:t>‹#›</a:t>
            </a:fld>
            <a:endParaRPr 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700" kern="1200">
        <a:solidFill>
          <a:schemeClr val="tx1"/>
        </a:solidFill>
        <a:latin typeface="Times New Roman" charset="0"/>
        <a:ea typeface="ＭＳ Ｐゴシック" charset="-128"/>
        <a:cs typeface="ＭＳ Ｐゴシック" charset="-128"/>
      </a:defRPr>
    </a:lvl1pPr>
    <a:lvl2pPr marL="650875" algn="l" rtl="0" eaLnBrk="0" fontAlgn="base" hangingPunct="0">
      <a:spcBef>
        <a:spcPct val="30000"/>
      </a:spcBef>
      <a:spcAft>
        <a:spcPct val="0"/>
      </a:spcAft>
      <a:defRPr sz="1700" kern="1200">
        <a:solidFill>
          <a:schemeClr val="tx1"/>
        </a:solidFill>
        <a:latin typeface="Times New Roman" charset="0"/>
        <a:ea typeface="ＭＳ Ｐゴシック" charset="-128"/>
        <a:cs typeface="+mn-cs"/>
      </a:defRPr>
    </a:lvl2pPr>
    <a:lvl3pPr marL="1303338" algn="l" rtl="0" eaLnBrk="0" fontAlgn="base" hangingPunct="0">
      <a:spcBef>
        <a:spcPct val="30000"/>
      </a:spcBef>
      <a:spcAft>
        <a:spcPct val="0"/>
      </a:spcAft>
      <a:defRPr sz="1700" kern="1200">
        <a:solidFill>
          <a:schemeClr val="tx1"/>
        </a:solidFill>
        <a:latin typeface="Times New Roman" charset="0"/>
        <a:ea typeface="ＭＳ Ｐゴシック" charset="-128"/>
        <a:cs typeface="+mn-cs"/>
      </a:defRPr>
    </a:lvl3pPr>
    <a:lvl4pPr marL="1957388" algn="l" rtl="0" eaLnBrk="0" fontAlgn="base" hangingPunct="0">
      <a:spcBef>
        <a:spcPct val="30000"/>
      </a:spcBef>
      <a:spcAft>
        <a:spcPct val="0"/>
      </a:spcAft>
      <a:defRPr sz="1700" kern="1200">
        <a:solidFill>
          <a:schemeClr val="tx1"/>
        </a:solidFill>
        <a:latin typeface="Times New Roman" charset="0"/>
        <a:ea typeface="ＭＳ Ｐゴシック" charset="-128"/>
        <a:cs typeface="+mn-cs"/>
      </a:defRPr>
    </a:lvl4pPr>
    <a:lvl5pPr marL="2609850" algn="l" rtl="0" eaLnBrk="0" fontAlgn="base" hangingPunct="0">
      <a:spcBef>
        <a:spcPct val="30000"/>
      </a:spcBef>
      <a:spcAft>
        <a:spcPct val="0"/>
      </a:spcAft>
      <a:defRPr sz="1700" kern="1200">
        <a:solidFill>
          <a:schemeClr val="tx1"/>
        </a:solidFill>
        <a:latin typeface="Times New Roman" charset="0"/>
        <a:ea typeface="ＭＳ Ｐゴシック" charset="-128"/>
        <a:cs typeface="+mn-cs"/>
      </a:defRPr>
    </a:lvl5pPr>
    <a:lvl6pPr marL="3265388" algn="l" defTabSz="653077" rtl="0" eaLnBrk="1" latinLnBrk="0" hangingPunct="1">
      <a:defRPr sz="1700" kern="1200">
        <a:solidFill>
          <a:schemeClr val="tx1"/>
        </a:solidFill>
        <a:latin typeface="+mn-lt"/>
        <a:ea typeface="+mn-ea"/>
        <a:cs typeface="+mn-cs"/>
      </a:defRPr>
    </a:lvl6pPr>
    <a:lvl7pPr marL="3918465" algn="l" defTabSz="653077" rtl="0" eaLnBrk="1" latinLnBrk="0" hangingPunct="1">
      <a:defRPr sz="1700" kern="1200">
        <a:solidFill>
          <a:schemeClr val="tx1"/>
        </a:solidFill>
        <a:latin typeface="+mn-lt"/>
        <a:ea typeface="+mn-ea"/>
        <a:cs typeface="+mn-cs"/>
      </a:defRPr>
    </a:lvl7pPr>
    <a:lvl8pPr marL="4571543" algn="l" defTabSz="653077" rtl="0" eaLnBrk="1" latinLnBrk="0" hangingPunct="1">
      <a:defRPr sz="1700" kern="1200">
        <a:solidFill>
          <a:schemeClr val="tx1"/>
        </a:solidFill>
        <a:latin typeface="+mn-lt"/>
        <a:ea typeface="+mn-ea"/>
        <a:cs typeface="+mn-cs"/>
      </a:defRPr>
    </a:lvl8pPr>
    <a:lvl9pPr marL="5224620" algn="l" defTabSz="653077" rtl="0" eaLnBrk="1" latinLnBrk="0" hangingPunct="1">
      <a:defRPr sz="17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96F1CA-54A2-1266-3E19-48A6051D7884}"/>
            </a:ext>
          </a:extLst>
        </p:cNvPr>
        <p:cNvGrpSpPr/>
        <p:nvPr/>
      </p:nvGrpSpPr>
      <p:grpSpPr>
        <a:xfrm>
          <a:off x="0" y="0"/>
          <a:ext cx="0" cy="0"/>
          <a:chOff x="0" y="0"/>
          <a:chExt cx="0" cy="0"/>
        </a:xfrm>
      </p:grpSpPr>
      <p:sp>
        <p:nvSpPr>
          <p:cNvPr id="83970" name="Rectangle 7">
            <a:extLst>
              <a:ext uri="{FF2B5EF4-FFF2-40B4-BE49-F238E27FC236}">
                <a16:creationId xmlns:a16="http://schemas.microsoft.com/office/drawing/2014/main" id="{90BCEA5E-7202-FE5C-86FF-433EA0E56A73}"/>
              </a:ext>
            </a:extLst>
          </p:cNvPr>
          <p:cNvSpPr>
            <a:spLocks noGrp="1" noChangeArrowheads="1"/>
          </p:cNvSpPr>
          <p:nvPr>
            <p:ph type="sldNum" sz="quarter" idx="5"/>
          </p:nvPr>
        </p:nvSpPr>
        <p:spPr>
          <a:noFill/>
        </p:spPr>
        <p:txBody>
          <a:bodyPr/>
          <a:lstStyle/>
          <a:p>
            <a:fld id="{729FED4B-DB5E-41EC-882E-FB16FCF32A04}" type="slidenum">
              <a:rPr lang="en-US" smtClean="0"/>
              <a:pPr/>
              <a:t>1</a:t>
            </a:fld>
            <a:endParaRPr lang="en-US"/>
          </a:p>
        </p:txBody>
      </p:sp>
      <p:sp>
        <p:nvSpPr>
          <p:cNvPr id="83971" name="Rectangle 2">
            <a:extLst>
              <a:ext uri="{FF2B5EF4-FFF2-40B4-BE49-F238E27FC236}">
                <a16:creationId xmlns:a16="http://schemas.microsoft.com/office/drawing/2014/main" id="{D378C783-8C7B-BE7E-9CC2-96C662B3B614}"/>
              </a:ext>
            </a:extLst>
          </p:cNvPr>
          <p:cNvSpPr>
            <a:spLocks noGrp="1" noRot="1" noChangeAspect="1" noChangeArrowheads="1" noTextEdit="1"/>
          </p:cNvSpPr>
          <p:nvPr>
            <p:ph type="sldImg"/>
          </p:nvPr>
        </p:nvSpPr>
        <p:spPr>
          <a:ln/>
        </p:spPr>
      </p:sp>
      <p:sp>
        <p:nvSpPr>
          <p:cNvPr id="83972" name="Rectangle 3">
            <a:extLst>
              <a:ext uri="{FF2B5EF4-FFF2-40B4-BE49-F238E27FC236}">
                <a16:creationId xmlns:a16="http://schemas.microsoft.com/office/drawing/2014/main" id="{7494CC06-B218-6E83-3F55-A19EA7750C7B}"/>
              </a:ext>
            </a:extLst>
          </p:cNvPr>
          <p:cNvSpPr>
            <a:spLocks noGrp="1" noChangeArrowheads="1"/>
          </p:cNvSpPr>
          <p:nvPr>
            <p:ph type="body" idx="1"/>
          </p:nvPr>
        </p:nvSpPr>
        <p:spPr>
          <a:noFill/>
          <a:ln/>
        </p:spPr>
        <p:txBody>
          <a:bodyPr/>
          <a:lstStyle/>
          <a:p>
            <a:endParaRPr lang="en-US"/>
          </a:p>
        </p:txBody>
      </p:sp>
    </p:spTree>
    <p:extLst>
      <p:ext uri="{BB962C8B-B14F-4D97-AF65-F5344CB8AC3E}">
        <p14:creationId xmlns:p14="http://schemas.microsoft.com/office/powerpoint/2010/main" val="375137960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7"/>
          <p:cNvSpPr>
            <a:spLocks noGrp="1" noChangeArrowheads="1"/>
          </p:cNvSpPr>
          <p:nvPr>
            <p:ph type="sldNum" sz="quarter" idx="5"/>
          </p:nvPr>
        </p:nvSpPr>
        <p:spPr>
          <a:noFill/>
        </p:spPr>
        <p:txBody>
          <a:bodyPr/>
          <a:lstStyle/>
          <a:p>
            <a:fld id="{8EAFB41F-C761-46A3-AF5F-7D12CB6888D1}" type="slidenum">
              <a:rPr lang="en-US" smtClean="0"/>
              <a:pPr/>
              <a:t>2</a:t>
            </a:fld>
            <a:endParaRPr lang="en-US"/>
          </a:p>
        </p:txBody>
      </p:sp>
      <p:sp>
        <p:nvSpPr>
          <p:cNvPr id="77827" name="Rectangle 2"/>
          <p:cNvSpPr>
            <a:spLocks noGrp="1" noRot="1" noChangeAspect="1" noChangeArrowheads="1" noTextEdit="1"/>
          </p:cNvSpPr>
          <p:nvPr>
            <p:ph type="sldImg"/>
          </p:nvPr>
        </p:nvSpPr>
        <p:spPr>
          <a:ln/>
        </p:spPr>
      </p:sp>
      <p:sp>
        <p:nvSpPr>
          <p:cNvPr id="77828"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45E1DA-4EDA-ABAA-A88F-B3BB10BF9F7A}"/>
            </a:ext>
          </a:extLst>
        </p:cNvPr>
        <p:cNvGrpSpPr/>
        <p:nvPr/>
      </p:nvGrpSpPr>
      <p:grpSpPr>
        <a:xfrm>
          <a:off x="0" y="0"/>
          <a:ext cx="0" cy="0"/>
          <a:chOff x="0" y="0"/>
          <a:chExt cx="0" cy="0"/>
        </a:xfrm>
      </p:grpSpPr>
      <p:sp>
        <p:nvSpPr>
          <p:cNvPr id="83970" name="Rectangle 7">
            <a:extLst>
              <a:ext uri="{FF2B5EF4-FFF2-40B4-BE49-F238E27FC236}">
                <a16:creationId xmlns:a16="http://schemas.microsoft.com/office/drawing/2014/main" id="{480B217E-ECE8-5E83-5CB8-0EA914369FBA}"/>
              </a:ext>
            </a:extLst>
          </p:cNvPr>
          <p:cNvSpPr>
            <a:spLocks noGrp="1" noChangeArrowheads="1"/>
          </p:cNvSpPr>
          <p:nvPr>
            <p:ph type="sldNum" sz="quarter" idx="5"/>
          </p:nvPr>
        </p:nvSpPr>
        <p:spPr>
          <a:noFill/>
        </p:spPr>
        <p:txBody>
          <a:bodyPr/>
          <a:lstStyle/>
          <a:p>
            <a:fld id="{729FED4B-DB5E-41EC-882E-FB16FCF32A04}" type="slidenum">
              <a:rPr lang="en-US" smtClean="0"/>
              <a:pPr/>
              <a:t>3</a:t>
            </a:fld>
            <a:endParaRPr lang="en-US"/>
          </a:p>
        </p:txBody>
      </p:sp>
      <p:sp>
        <p:nvSpPr>
          <p:cNvPr id="83971" name="Rectangle 2">
            <a:extLst>
              <a:ext uri="{FF2B5EF4-FFF2-40B4-BE49-F238E27FC236}">
                <a16:creationId xmlns:a16="http://schemas.microsoft.com/office/drawing/2014/main" id="{E6BF35AF-7D50-252E-1C31-79D48BE8869E}"/>
              </a:ext>
            </a:extLst>
          </p:cNvPr>
          <p:cNvSpPr>
            <a:spLocks noGrp="1" noRot="1" noChangeAspect="1" noChangeArrowheads="1" noTextEdit="1"/>
          </p:cNvSpPr>
          <p:nvPr>
            <p:ph type="sldImg"/>
          </p:nvPr>
        </p:nvSpPr>
        <p:spPr>
          <a:ln/>
        </p:spPr>
      </p:sp>
      <p:sp>
        <p:nvSpPr>
          <p:cNvPr id="83972" name="Rectangle 3">
            <a:extLst>
              <a:ext uri="{FF2B5EF4-FFF2-40B4-BE49-F238E27FC236}">
                <a16:creationId xmlns:a16="http://schemas.microsoft.com/office/drawing/2014/main" id="{6D921918-FF12-96DC-FAED-81996D92D7BA}"/>
              </a:ext>
            </a:extLst>
          </p:cNvPr>
          <p:cNvSpPr>
            <a:spLocks noGrp="1" noChangeArrowheads="1"/>
          </p:cNvSpPr>
          <p:nvPr>
            <p:ph type="body" idx="1"/>
          </p:nvPr>
        </p:nvSpPr>
        <p:spPr>
          <a:noFill/>
          <a:ln/>
        </p:spPr>
        <p:txBody>
          <a:bodyPr/>
          <a:lstStyle/>
          <a:p>
            <a:endParaRPr lang="en-US"/>
          </a:p>
        </p:txBody>
      </p:sp>
    </p:spTree>
    <p:extLst>
      <p:ext uri="{BB962C8B-B14F-4D97-AF65-F5344CB8AC3E}">
        <p14:creationId xmlns:p14="http://schemas.microsoft.com/office/powerpoint/2010/main" val="311946762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12C01D-1E94-C3D3-7FCE-46429F4D010F}"/>
            </a:ext>
          </a:extLst>
        </p:cNvPr>
        <p:cNvGrpSpPr/>
        <p:nvPr/>
      </p:nvGrpSpPr>
      <p:grpSpPr>
        <a:xfrm>
          <a:off x="0" y="0"/>
          <a:ext cx="0" cy="0"/>
          <a:chOff x="0" y="0"/>
          <a:chExt cx="0" cy="0"/>
        </a:xfrm>
      </p:grpSpPr>
      <p:sp>
        <p:nvSpPr>
          <p:cNvPr id="83970" name="Rectangle 7">
            <a:extLst>
              <a:ext uri="{FF2B5EF4-FFF2-40B4-BE49-F238E27FC236}">
                <a16:creationId xmlns:a16="http://schemas.microsoft.com/office/drawing/2014/main" id="{017179EB-7783-42F4-A0F8-1AAEECF865ED}"/>
              </a:ext>
            </a:extLst>
          </p:cNvPr>
          <p:cNvSpPr>
            <a:spLocks noGrp="1" noChangeArrowheads="1"/>
          </p:cNvSpPr>
          <p:nvPr>
            <p:ph type="sldNum" sz="quarter" idx="5"/>
          </p:nvPr>
        </p:nvSpPr>
        <p:spPr>
          <a:noFill/>
        </p:spPr>
        <p:txBody>
          <a:bodyPr/>
          <a:lstStyle/>
          <a:p>
            <a:fld id="{729FED4B-DB5E-41EC-882E-FB16FCF32A04}" type="slidenum">
              <a:rPr lang="en-US" smtClean="0"/>
              <a:pPr/>
              <a:t>4</a:t>
            </a:fld>
            <a:endParaRPr lang="en-US"/>
          </a:p>
        </p:txBody>
      </p:sp>
      <p:sp>
        <p:nvSpPr>
          <p:cNvPr id="83971" name="Rectangle 2">
            <a:extLst>
              <a:ext uri="{FF2B5EF4-FFF2-40B4-BE49-F238E27FC236}">
                <a16:creationId xmlns:a16="http://schemas.microsoft.com/office/drawing/2014/main" id="{34F5D11B-4D7C-92EE-82FB-4BF5A1772165}"/>
              </a:ext>
            </a:extLst>
          </p:cNvPr>
          <p:cNvSpPr>
            <a:spLocks noGrp="1" noRot="1" noChangeAspect="1" noChangeArrowheads="1" noTextEdit="1"/>
          </p:cNvSpPr>
          <p:nvPr>
            <p:ph type="sldImg"/>
          </p:nvPr>
        </p:nvSpPr>
        <p:spPr>
          <a:ln/>
        </p:spPr>
      </p:sp>
      <p:sp>
        <p:nvSpPr>
          <p:cNvPr id="83972" name="Rectangle 3">
            <a:extLst>
              <a:ext uri="{FF2B5EF4-FFF2-40B4-BE49-F238E27FC236}">
                <a16:creationId xmlns:a16="http://schemas.microsoft.com/office/drawing/2014/main" id="{78EE98D5-688F-D0FB-8B5F-95DAD1051DD0}"/>
              </a:ext>
            </a:extLst>
          </p:cNvPr>
          <p:cNvSpPr>
            <a:spLocks noGrp="1" noChangeArrowheads="1"/>
          </p:cNvSpPr>
          <p:nvPr>
            <p:ph type="body" idx="1"/>
          </p:nvPr>
        </p:nvSpPr>
        <p:spPr>
          <a:noFill/>
          <a:ln/>
        </p:spPr>
        <p:txBody>
          <a:bodyPr/>
          <a:lstStyle/>
          <a:p>
            <a:endParaRPr lang="en-US"/>
          </a:p>
        </p:txBody>
      </p:sp>
    </p:spTree>
    <p:extLst>
      <p:ext uri="{BB962C8B-B14F-4D97-AF65-F5344CB8AC3E}">
        <p14:creationId xmlns:p14="http://schemas.microsoft.com/office/powerpoint/2010/main" val="244435824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7"/>
          <p:cNvSpPr>
            <a:spLocks noGrp="1" noChangeArrowheads="1"/>
          </p:cNvSpPr>
          <p:nvPr>
            <p:ph type="sldNum" sz="quarter" idx="5"/>
          </p:nvPr>
        </p:nvSpPr>
        <p:spPr>
          <a:noFill/>
        </p:spPr>
        <p:txBody>
          <a:bodyPr/>
          <a:lstStyle/>
          <a:p>
            <a:fld id="{729FED4B-DB5E-41EC-882E-FB16FCF32A04}" type="slidenum">
              <a:rPr lang="en-US" smtClean="0"/>
              <a:pPr/>
              <a:t>5</a:t>
            </a:fld>
            <a:endParaRPr lang="en-US"/>
          </a:p>
        </p:txBody>
      </p:sp>
      <p:sp>
        <p:nvSpPr>
          <p:cNvPr id="83971" name="Rectangle 2"/>
          <p:cNvSpPr>
            <a:spLocks noGrp="1" noRot="1" noChangeAspect="1" noChangeArrowheads="1" noTextEdit="1"/>
          </p:cNvSpPr>
          <p:nvPr>
            <p:ph type="sldImg"/>
          </p:nvPr>
        </p:nvSpPr>
        <p:spPr>
          <a:ln/>
        </p:spPr>
      </p:sp>
      <p:sp>
        <p:nvSpPr>
          <p:cNvPr id="83972"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38F20F-C424-885E-51E0-A91012B527A6}"/>
            </a:ext>
          </a:extLst>
        </p:cNvPr>
        <p:cNvGrpSpPr/>
        <p:nvPr/>
      </p:nvGrpSpPr>
      <p:grpSpPr>
        <a:xfrm>
          <a:off x="0" y="0"/>
          <a:ext cx="0" cy="0"/>
          <a:chOff x="0" y="0"/>
          <a:chExt cx="0" cy="0"/>
        </a:xfrm>
      </p:grpSpPr>
      <p:sp>
        <p:nvSpPr>
          <p:cNvPr id="83970" name="Rectangle 7">
            <a:extLst>
              <a:ext uri="{FF2B5EF4-FFF2-40B4-BE49-F238E27FC236}">
                <a16:creationId xmlns:a16="http://schemas.microsoft.com/office/drawing/2014/main" id="{DE4FE3B1-00F1-3CD6-9C6C-CDB63E027B25}"/>
              </a:ext>
            </a:extLst>
          </p:cNvPr>
          <p:cNvSpPr>
            <a:spLocks noGrp="1" noChangeArrowheads="1"/>
          </p:cNvSpPr>
          <p:nvPr>
            <p:ph type="sldNum" sz="quarter" idx="5"/>
          </p:nvPr>
        </p:nvSpPr>
        <p:spPr>
          <a:noFill/>
        </p:spPr>
        <p:txBody>
          <a:bodyPr/>
          <a:lstStyle/>
          <a:p>
            <a:fld id="{729FED4B-DB5E-41EC-882E-FB16FCF32A04}" type="slidenum">
              <a:rPr lang="en-US" smtClean="0"/>
              <a:pPr/>
              <a:t>6</a:t>
            </a:fld>
            <a:endParaRPr lang="en-US"/>
          </a:p>
        </p:txBody>
      </p:sp>
      <p:sp>
        <p:nvSpPr>
          <p:cNvPr id="83971" name="Rectangle 2">
            <a:extLst>
              <a:ext uri="{FF2B5EF4-FFF2-40B4-BE49-F238E27FC236}">
                <a16:creationId xmlns:a16="http://schemas.microsoft.com/office/drawing/2014/main" id="{03F5A691-36F0-6896-3326-AF7130280448}"/>
              </a:ext>
            </a:extLst>
          </p:cNvPr>
          <p:cNvSpPr>
            <a:spLocks noGrp="1" noRot="1" noChangeAspect="1" noChangeArrowheads="1" noTextEdit="1"/>
          </p:cNvSpPr>
          <p:nvPr>
            <p:ph type="sldImg"/>
          </p:nvPr>
        </p:nvSpPr>
        <p:spPr>
          <a:ln/>
        </p:spPr>
      </p:sp>
      <p:sp>
        <p:nvSpPr>
          <p:cNvPr id="83972" name="Rectangle 3">
            <a:extLst>
              <a:ext uri="{FF2B5EF4-FFF2-40B4-BE49-F238E27FC236}">
                <a16:creationId xmlns:a16="http://schemas.microsoft.com/office/drawing/2014/main" id="{A43990B6-50FF-4A59-ED31-85D8AD8DF944}"/>
              </a:ext>
            </a:extLst>
          </p:cNvPr>
          <p:cNvSpPr>
            <a:spLocks noGrp="1" noChangeArrowheads="1"/>
          </p:cNvSpPr>
          <p:nvPr>
            <p:ph type="body" idx="1"/>
          </p:nvPr>
        </p:nvSpPr>
        <p:spPr>
          <a:noFill/>
          <a:ln/>
        </p:spPr>
        <p:txBody>
          <a:bodyPr/>
          <a:lstStyle/>
          <a:p>
            <a:endParaRPr lang="en-US"/>
          </a:p>
        </p:txBody>
      </p:sp>
    </p:spTree>
    <p:extLst>
      <p:ext uri="{BB962C8B-B14F-4D97-AF65-F5344CB8AC3E}">
        <p14:creationId xmlns:p14="http://schemas.microsoft.com/office/powerpoint/2010/main" val="345390721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7D02B7-0B98-E1A0-B1EA-B4207BFDA7E2}"/>
            </a:ext>
          </a:extLst>
        </p:cNvPr>
        <p:cNvGrpSpPr/>
        <p:nvPr/>
      </p:nvGrpSpPr>
      <p:grpSpPr>
        <a:xfrm>
          <a:off x="0" y="0"/>
          <a:ext cx="0" cy="0"/>
          <a:chOff x="0" y="0"/>
          <a:chExt cx="0" cy="0"/>
        </a:xfrm>
      </p:grpSpPr>
      <p:sp>
        <p:nvSpPr>
          <p:cNvPr id="83970" name="Rectangle 7">
            <a:extLst>
              <a:ext uri="{FF2B5EF4-FFF2-40B4-BE49-F238E27FC236}">
                <a16:creationId xmlns:a16="http://schemas.microsoft.com/office/drawing/2014/main" id="{04016947-58A0-0E0A-17FB-4D5C263715D9}"/>
              </a:ext>
            </a:extLst>
          </p:cNvPr>
          <p:cNvSpPr>
            <a:spLocks noGrp="1" noChangeArrowheads="1"/>
          </p:cNvSpPr>
          <p:nvPr>
            <p:ph type="sldNum" sz="quarter" idx="5"/>
          </p:nvPr>
        </p:nvSpPr>
        <p:spPr>
          <a:noFill/>
        </p:spPr>
        <p:txBody>
          <a:bodyPr/>
          <a:lstStyle/>
          <a:p>
            <a:fld id="{729FED4B-DB5E-41EC-882E-FB16FCF32A04}" type="slidenum">
              <a:rPr lang="en-US" smtClean="0"/>
              <a:pPr/>
              <a:t>7</a:t>
            </a:fld>
            <a:endParaRPr lang="en-US"/>
          </a:p>
        </p:txBody>
      </p:sp>
      <p:sp>
        <p:nvSpPr>
          <p:cNvPr id="83971" name="Rectangle 2">
            <a:extLst>
              <a:ext uri="{FF2B5EF4-FFF2-40B4-BE49-F238E27FC236}">
                <a16:creationId xmlns:a16="http://schemas.microsoft.com/office/drawing/2014/main" id="{9958CC79-2273-FD7D-C949-4F331B34FBE7}"/>
              </a:ext>
            </a:extLst>
          </p:cNvPr>
          <p:cNvSpPr>
            <a:spLocks noGrp="1" noRot="1" noChangeAspect="1" noChangeArrowheads="1" noTextEdit="1"/>
          </p:cNvSpPr>
          <p:nvPr>
            <p:ph type="sldImg"/>
          </p:nvPr>
        </p:nvSpPr>
        <p:spPr>
          <a:ln/>
        </p:spPr>
      </p:sp>
      <p:sp>
        <p:nvSpPr>
          <p:cNvPr id="83972" name="Rectangle 3">
            <a:extLst>
              <a:ext uri="{FF2B5EF4-FFF2-40B4-BE49-F238E27FC236}">
                <a16:creationId xmlns:a16="http://schemas.microsoft.com/office/drawing/2014/main" id="{C4CC5582-FD41-4F85-068C-65329DDF18C0}"/>
              </a:ext>
            </a:extLst>
          </p:cNvPr>
          <p:cNvSpPr>
            <a:spLocks noGrp="1" noChangeArrowheads="1"/>
          </p:cNvSpPr>
          <p:nvPr>
            <p:ph type="body" idx="1"/>
          </p:nvPr>
        </p:nvSpPr>
        <p:spPr>
          <a:noFill/>
          <a:ln/>
        </p:spPr>
        <p:txBody>
          <a:bodyPr/>
          <a:lstStyle/>
          <a:p>
            <a:endParaRPr lang="en-US"/>
          </a:p>
        </p:txBody>
      </p:sp>
    </p:spTree>
    <p:extLst>
      <p:ext uri="{BB962C8B-B14F-4D97-AF65-F5344CB8AC3E}">
        <p14:creationId xmlns:p14="http://schemas.microsoft.com/office/powerpoint/2010/main" val="393939459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CE5775-EBDF-D374-54CF-53AC17DC5D3C}"/>
            </a:ext>
          </a:extLst>
        </p:cNvPr>
        <p:cNvGrpSpPr/>
        <p:nvPr/>
      </p:nvGrpSpPr>
      <p:grpSpPr>
        <a:xfrm>
          <a:off x="0" y="0"/>
          <a:ext cx="0" cy="0"/>
          <a:chOff x="0" y="0"/>
          <a:chExt cx="0" cy="0"/>
        </a:xfrm>
      </p:grpSpPr>
      <p:sp>
        <p:nvSpPr>
          <p:cNvPr id="83970" name="Rectangle 7">
            <a:extLst>
              <a:ext uri="{FF2B5EF4-FFF2-40B4-BE49-F238E27FC236}">
                <a16:creationId xmlns:a16="http://schemas.microsoft.com/office/drawing/2014/main" id="{DDDA2877-0112-DC2C-3B60-2C52546EF1F3}"/>
              </a:ext>
            </a:extLst>
          </p:cNvPr>
          <p:cNvSpPr>
            <a:spLocks noGrp="1" noChangeArrowheads="1"/>
          </p:cNvSpPr>
          <p:nvPr>
            <p:ph type="sldNum" sz="quarter" idx="5"/>
          </p:nvPr>
        </p:nvSpPr>
        <p:spPr>
          <a:noFill/>
        </p:spPr>
        <p:txBody>
          <a:bodyPr/>
          <a:lstStyle/>
          <a:p>
            <a:fld id="{729FED4B-DB5E-41EC-882E-FB16FCF32A04}" type="slidenum">
              <a:rPr lang="en-US" smtClean="0"/>
              <a:pPr/>
              <a:t>8</a:t>
            </a:fld>
            <a:endParaRPr lang="en-US"/>
          </a:p>
        </p:txBody>
      </p:sp>
      <p:sp>
        <p:nvSpPr>
          <p:cNvPr id="83971" name="Rectangle 2">
            <a:extLst>
              <a:ext uri="{FF2B5EF4-FFF2-40B4-BE49-F238E27FC236}">
                <a16:creationId xmlns:a16="http://schemas.microsoft.com/office/drawing/2014/main" id="{4C9D1DB1-2A9D-84ED-E3F9-50C96FFD8534}"/>
              </a:ext>
            </a:extLst>
          </p:cNvPr>
          <p:cNvSpPr>
            <a:spLocks noGrp="1" noRot="1" noChangeAspect="1" noChangeArrowheads="1" noTextEdit="1"/>
          </p:cNvSpPr>
          <p:nvPr>
            <p:ph type="sldImg"/>
          </p:nvPr>
        </p:nvSpPr>
        <p:spPr>
          <a:ln/>
        </p:spPr>
      </p:sp>
      <p:sp>
        <p:nvSpPr>
          <p:cNvPr id="83972" name="Rectangle 3">
            <a:extLst>
              <a:ext uri="{FF2B5EF4-FFF2-40B4-BE49-F238E27FC236}">
                <a16:creationId xmlns:a16="http://schemas.microsoft.com/office/drawing/2014/main" id="{3EC5AF1B-2C75-B340-5045-80230BA3DE56}"/>
              </a:ext>
            </a:extLst>
          </p:cNvPr>
          <p:cNvSpPr>
            <a:spLocks noGrp="1" noChangeArrowheads="1"/>
          </p:cNvSpPr>
          <p:nvPr>
            <p:ph type="body" idx="1"/>
          </p:nvPr>
        </p:nvSpPr>
        <p:spPr>
          <a:noFill/>
          <a:ln/>
        </p:spPr>
        <p:txBody>
          <a:bodyPr/>
          <a:lstStyle/>
          <a:p>
            <a:endParaRPr lang="en-US"/>
          </a:p>
        </p:txBody>
      </p:sp>
    </p:spTree>
    <p:extLst>
      <p:ext uri="{BB962C8B-B14F-4D97-AF65-F5344CB8AC3E}">
        <p14:creationId xmlns:p14="http://schemas.microsoft.com/office/powerpoint/2010/main" val="79015094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7"/>
          <p:cNvSpPr>
            <a:spLocks noGrp="1" noChangeArrowheads="1"/>
          </p:cNvSpPr>
          <p:nvPr>
            <p:ph type="sldNum" sz="quarter" idx="5"/>
          </p:nvPr>
        </p:nvSpPr>
        <p:spPr>
          <a:noFill/>
        </p:spPr>
        <p:txBody>
          <a:bodyPr/>
          <a:lstStyle/>
          <a:p>
            <a:fld id="{E8D2A072-5840-4016-ABED-1588CD6E5A18}" type="slidenum">
              <a:rPr lang="en-US" smtClean="0"/>
              <a:pPr/>
              <a:t>9</a:t>
            </a:fld>
            <a:endParaRPr lang="en-US"/>
          </a:p>
        </p:txBody>
      </p:sp>
      <p:sp>
        <p:nvSpPr>
          <p:cNvPr id="84995" name="Rectangle 2"/>
          <p:cNvSpPr>
            <a:spLocks noGrp="1" noRot="1" noChangeAspect="1" noChangeArrowheads="1" noTextEdit="1"/>
          </p:cNvSpPr>
          <p:nvPr>
            <p:ph type="sldImg"/>
          </p:nvPr>
        </p:nvSpPr>
        <p:spPr>
          <a:ln/>
        </p:spPr>
      </p:sp>
      <p:sp>
        <p:nvSpPr>
          <p:cNvPr id="84996"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B43B8D-0FFD-062F-86EB-A73703F9D21D}"/>
            </a:ext>
          </a:extLst>
        </p:cNvPr>
        <p:cNvGrpSpPr/>
        <p:nvPr/>
      </p:nvGrpSpPr>
      <p:grpSpPr>
        <a:xfrm>
          <a:off x="0" y="0"/>
          <a:ext cx="0" cy="0"/>
          <a:chOff x="0" y="0"/>
          <a:chExt cx="0" cy="0"/>
        </a:xfrm>
      </p:grpSpPr>
      <p:sp>
        <p:nvSpPr>
          <p:cNvPr id="84994" name="Rectangle 7">
            <a:extLst>
              <a:ext uri="{FF2B5EF4-FFF2-40B4-BE49-F238E27FC236}">
                <a16:creationId xmlns:a16="http://schemas.microsoft.com/office/drawing/2014/main" id="{59CC6517-8662-5A59-9A6B-301B58C2F2F7}"/>
              </a:ext>
            </a:extLst>
          </p:cNvPr>
          <p:cNvSpPr>
            <a:spLocks noGrp="1" noChangeArrowheads="1"/>
          </p:cNvSpPr>
          <p:nvPr>
            <p:ph type="sldNum" sz="quarter" idx="5"/>
          </p:nvPr>
        </p:nvSpPr>
        <p:spPr>
          <a:noFill/>
        </p:spPr>
        <p:txBody>
          <a:bodyPr/>
          <a:lstStyle/>
          <a:p>
            <a:fld id="{E8D2A072-5840-4016-ABED-1588CD6E5A18}" type="slidenum">
              <a:rPr lang="en-US" smtClean="0"/>
              <a:pPr/>
              <a:t>10</a:t>
            </a:fld>
            <a:endParaRPr lang="en-US"/>
          </a:p>
        </p:txBody>
      </p:sp>
      <p:sp>
        <p:nvSpPr>
          <p:cNvPr id="84995" name="Rectangle 2">
            <a:extLst>
              <a:ext uri="{FF2B5EF4-FFF2-40B4-BE49-F238E27FC236}">
                <a16:creationId xmlns:a16="http://schemas.microsoft.com/office/drawing/2014/main" id="{D94B6246-3683-58D5-71C7-85D54B042583}"/>
              </a:ext>
            </a:extLst>
          </p:cNvPr>
          <p:cNvSpPr>
            <a:spLocks noGrp="1" noRot="1" noChangeAspect="1" noChangeArrowheads="1" noTextEdit="1"/>
          </p:cNvSpPr>
          <p:nvPr>
            <p:ph type="sldImg"/>
          </p:nvPr>
        </p:nvSpPr>
        <p:spPr>
          <a:ln/>
        </p:spPr>
      </p:sp>
      <p:sp>
        <p:nvSpPr>
          <p:cNvPr id="84996" name="Rectangle 3">
            <a:extLst>
              <a:ext uri="{FF2B5EF4-FFF2-40B4-BE49-F238E27FC236}">
                <a16:creationId xmlns:a16="http://schemas.microsoft.com/office/drawing/2014/main" id="{D58577D8-FA26-B039-1CC7-7E0B14956D8A}"/>
              </a:ext>
            </a:extLst>
          </p:cNvPr>
          <p:cNvSpPr>
            <a:spLocks noGrp="1" noChangeArrowheads="1"/>
          </p:cNvSpPr>
          <p:nvPr>
            <p:ph type="body" idx="1"/>
          </p:nvPr>
        </p:nvSpPr>
        <p:spPr>
          <a:noFill/>
          <a:ln/>
        </p:spPr>
        <p:txBody>
          <a:bodyPr/>
          <a:lstStyle/>
          <a:p>
            <a:endParaRPr lang="en-US"/>
          </a:p>
        </p:txBody>
      </p:sp>
    </p:spTree>
    <p:extLst>
      <p:ext uri="{BB962C8B-B14F-4D97-AF65-F5344CB8AC3E}">
        <p14:creationId xmlns:p14="http://schemas.microsoft.com/office/powerpoint/2010/main" val="120569433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932AE8-D818-E1F4-27C1-4F2B2A5FCA60}"/>
            </a:ext>
          </a:extLst>
        </p:cNvPr>
        <p:cNvGrpSpPr/>
        <p:nvPr/>
      </p:nvGrpSpPr>
      <p:grpSpPr>
        <a:xfrm>
          <a:off x="0" y="0"/>
          <a:ext cx="0" cy="0"/>
          <a:chOff x="0" y="0"/>
          <a:chExt cx="0" cy="0"/>
        </a:xfrm>
      </p:grpSpPr>
      <p:sp>
        <p:nvSpPr>
          <p:cNvPr id="84994" name="Rectangle 7">
            <a:extLst>
              <a:ext uri="{FF2B5EF4-FFF2-40B4-BE49-F238E27FC236}">
                <a16:creationId xmlns:a16="http://schemas.microsoft.com/office/drawing/2014/main" id="{1945175D-8728-8F16-9F4F-3144EEA6A044}"/>
              </a:ext>
            </a:extLst>
          </p:cNvPr>
          <p:cNvSpPr>
            <a:spLocks noGrp="1" noChangeArrowheads="1"/>
          </p:cNvSpPr>
          <p:nvPr>
            <p:ph type="sldNum" sz="quarter" idx="5"/>
          </p:nvPr>
        </p:nvSpPr>
        <p:spPr>
          <a:noFill/>
        </p:spPr>
        <p:txBody>
          <a:bodyPr/>
          <a:lstStyle/>
          <a:p>
            <a:fld id="{E8D2A072-5840-4016-ABED-1588CD6E5A18}" type="slidenum">
              <a:rPr lang="en-US" smtClean="0"/>
              <a:pPr/>
              <a:t>11</a:t>
            </a:fld>
            <a:endParaRPr lang="en-US"/>
          </a:p>
        </p:txBody>
      </p:sp>
      <p:sp>
        <p:nvSpPr>
          <p:cNvPr id="84995" name="Rectangle 2">
            <a:extLst>
              <a:ext uri="{FF2B5EF4-FFF2-40B4-BE49-F238E27FC236}">
                <a16:creationId xmlns:a16="http://schemas.microsoft.com/office/drawing/2014/main" id="{E12390A6-0C4E-8727-D7ED-CAC7999DB683}"/>
              </a:ext>
            </a:extLst>
          </p:cNvPr>
          <p:cNvSpPr>
            <a:spLocks noGrp="1" noRot="1" noChangeAspect="1" noChangeArrowheads="1" noTextEdit="1"/>
          </p:cNvSpPr>
          <p:nvPr>
            <p:ph type="sldImg"/>
          </p:nvPr>
        </p:nvSpPr>
        <p:spPr>
          <a:ln/>
        </p:spPr>
      </p:sp>
      <p:sp>
        <p:nvSpPr>
          <p:cNvPr id="84996" name="Rectangle 3">
            <a:extLst>
              <a:ext uri="{FF2B5EF4-FFF2-40B4-BE49-F238E27FC236}">
                <a16:creationId xmlns:a16="http://schemas.microsoft.com/office/drawing/2014/main" id="{25994D08-17D2-F8F9-10D8-1BB7AC04BEF4}"/>
              </a:ext>
            </a:extLst>
          </p:cNvPr>
          <p:cNvSpPr>
            <a:spLocks noGrp="1" noChangeArrowheads="1"/>
          </p:cNvSpPr>
          <p:nvPr>
            <p:ph type="body" idx="1"/>
          </p:nvPr>
        </p:nvSpPr>
        <p:spPr>
          <a:noFill/>
          <a:ln/>
        </p:spPr>
        <p:txBody>
          <a:bodyPr/>
          <a:lstStyle/>
          <a:p>
            <a:endParaRPr lang="en-US"/>
          </a:p>
        </p:txBody>
      </p:sp>
    </p:spTree>
    <p:extLst>
      <p:ext uri="{BB962C8B-B14F-4D97-AF65-F5344CB8AC3E}">
        <p14:creationId xmlns:p14="http://schemas.microsoft.com/office/powerpoint/2010/main" val="126719122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69875B-9E32-6C63-AC98-75660F99AC97}"/>
            </a:ext>
          </a:extLst>
        </p:cNvPr>
        <p:cNvGrpSpPr/>
        <p:nvPr/>
      </p:nvGrpSpPr>
      <p:grpSpPr>
        <a:xfrm>
          <a:off x="0" y="0"/>
          <a:ext cx="0" cy="0"/>
          <a:chOff x="0" y="0"/>
          <a:chExt cx="0" cy="0"/>
        </a:xfrm>
      </p:grpSpPr>
      <p:sp>
        <p:nvSpPr>
          <p:cNvPr id="84994" name="Rectangle 7">
            <a:extLst>
              <a:ext uri="{FF2B5EF4-FFF2-40B4-BE49-F238E27FC236}">
                <a16:creationId xmlns:a16="http://schemas.microsoft.com/office/drawing/2014/main" id="{77C33D8E-2F40-3948-C262-D744AC2F107B}"/>
              </a:ext>
            </a:extLst>
          </p:cNvPr>
          <p:cNvSpPr>
            <a:spLocks noGrp="1" noChangeArrowheads="1"/>
          </p:cNvSpPr>
          <p:nvPr>
            <p:ph type="sldNum" sz="quarter" idx="5"/>
          </p:nvPr>
        </p:nvSpPr>
        <p:spPr>
          <a:noFill/>
        </p:spPr>
        <p:txBody>
          <a:bodyPr/>
          <a:lstStyle/>
          <a:p>
            <a:fld id="{E8D2A072-5840-4016-ABED-1588CD6E5A18}" type="slidenum">
              <a:rPr lang="en-US" smtClean="0"/>
              <a:pPr/>
              <a:t>12</a:t>
            </a:fld>
            <a:endParaRPr lang="en-US"/>
          </a:p>
        </p:txBody>
      </p:sp>
      <p:sp>
        <p:nvSpPr>
          <p:cNvPr id="84995" name="Rectangle 2">
            <a:extLst>
              <a:ext uri="{FF2B5EF4-FFF2-40B4-BE49-F238E27FC236}">
                <a16:creationId xmlns:a16="http://schemas.microsoft.com/office/drawing/2014/main" id="{DD9C3736-E6AC-16F0-1BF6-6EFF5AE32271}"/>
              </a:ext>
            </a:extLst>
          </p:cNvPr>
          <p:cNvSpPr>
            <a:spLocks noGrp="1" noRot="1" noChangeAspect="1" noChangeArrowheads="1" noTextEdit="1"/>
          </p:cNvSpPr>
          <p:nvPr>
            <p:ph type="sldImg"/>
          </p:nvPr>
        </p:nvSpPr>
        <p:spPr>
          <a:ln/>
        </p:spPr>
      </p:sp>
      <p:sp>
        <p:nvSpPr>
          <p:cNvPr id="84996" name="Rectangle 3">
            <a:extLst>
              <a:ext uri="{FF2B5EF4-FFF2-40B4-BE49-F238E27FC236}">
                <a16:creationId xmlns:a16="http://schemas.microsoft.com/office/drawing/2014/main" id="{24CCE409-A0E4-C023-56F3-F9892D14061C}"/>
              </a:ext>
            </a:extLst>
          </p:cNvPr>
          <p:cNvSpPr>
            <a:spLocks noGrp="1" noChangeArrowheads="1"/>
          </p:cNvSpPr>
          <p:nvPr>
            <p:ph type="body" idx="1"/>
          </p:nvPr>
        </p:nvSpPr>
        <p:spPr>
          <a:noFill/>
          <a:ln/>
        </p:spPr>
        <p:txBody>
          <a:bodyPr/>
          <a:lstStyle/>
          <a:p>
            <a:endParaRPr lang="en-US"/>
          </a:p>
        </p:txBody>
      </p:sp>
    </p:spTree>
    <p:extLst>
      <p:ext uri="{BB962C8B-B14F-4D97-AF65-F5344CB8AC3E}">
        <p14:creationId xmlns:p14="http://schemas.microsoft.com/office/powerpoint/2010/main" val="159661277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8F0DE2-525C-9A97-FE9E-405B1335CDEE}"/>
            </a:ext>
          </a:extLst>
        </p:cNvPr>
        <p:cNvGrpSpPr/>
        <p:nvPr/>
      </p:nvGrpSpPr>
      <p:grpSpPr>
        <a:xfrm>
          <a:off x="0" y="0"/>
          <a:ext cx="0" cy="0"/>
          <a:chOff x="0" y="0"/>
          <a:chExt cx="0" cy="0"/>
        </a:xfrm>
      </p:grpSpPr>
      <p:sp>
        <p:nvSpPr>
          <p:cNvPr id="84994" name="Rectangle 7">
            <a:extLst>
              <a:ext uri="{FF2B5EF4-FFF2-40B4-BE49-F238E27FC236}">
                <a16:creationId xmlns:a16="http://schemas.microsoft.com/office/drawing/2014/main" id="{870DD2A0-445E-6D6A-D05A-2B1A8BD479C4}"/>
              </a:ext>
            </a:extLst>
          </p:cNvPr>
          <p:cNvSpPr>
            <a:spLocks noGrp="1" noChangeArrowheads="1"/>
          </p:cNvSpPr>
          <p:nvPr>
            <p:ph type="sldNum" sz="quarter" idx="5"/>
          </p:nvPr>
        </p:nvSpPr>
        <p:spPr>
          <a:noFill/>
        </p:spPr>
        <p:txBody>
          <a:bodyPr/>
          <a:lstStyle/>
          <a:p>
            <a:fld id="{E8D2A072-5840-4016-ABED-1588CD6E5A18}" type="slidenum">
              <a:rPr lang="en-US" smtClean="0"/>
              <a:pPr/>
              <a:t>13</a:t>
            </a:fld>
            <a:endParaRPr lang="en-US"/>
          </a:p>
        </p:txBody>
      </p:sp>
      <p:sp>
        <p:nvSpPr>
          <p:cNvPr id="84995" name="Rectangle 2">
            <a:extLst>
              <a:ext uri="{FF2B5EF4-FFF2-40B4-BE49-F238E27FC236}">
                <a16:creationId xmlns:a16="http://schemas.microsoft.com/office/drawing/2014/main" id="{43A78F52-BCEC-0BB7-47CF-BC4AA42F1923}"/>
              </a:ext>
            </a:extLst>
          </p:cNvPr>
          <p:cNvSpPr>
            <a:spLocks noGrp="1" noRot="1" noChangeAspect="1" noChangeArrowheads="1" noTextEdit="1"/>
          </p:cNvSpPr>
          <p:nvPr>
            <p:ph type="sldImg"/>
          </p:nvPr>
        </p:nvSpPr>
        <p:spPr>
          <a:ln/>
        </p:spPr>
      </p:sp>
      <p:sp>
        <p:nvSpPr>
          <p:cNvPr id="84996" name="Rectangle 3">
            <a:extLst>
              <a:ext uri="{FF2B5EF4-FFF2-40B4-BE49-F238E27FC236}">
                <a16:creationId xmlns:a16="http://schemas.microsoft.com/office/drawing/2014/main" id="{688DF6D1-F062-25D6-06D4-E8A082FA99F5}"/>
              </a:ext>
            </a:extLst>
          </p:cNvPr>
          <p:cNvSpPr>
            <a:spLocks noGrp="1" noChangeArrowheads="1"/>
          </p:cNvSpPr>
          <p:nvPr>
            <p:ph type="body" idx="1"/>
          </p:nvPr>
        </p:nvSpPr>
        <p:spPr>
          <a:noFill/>
          <a:ln/>
        </p:spPr>
        <p:txBody>
          <a:bodyPr/>
          <a:lstStyle/>
          <a:p>
            <a:endParaRPr lang="en-US"/>
          </a:p>
        </p:txBody>
      </p:sp>
    </p:spTree>
    <p:extLst>
      <p:ext uri="{BB962C8B-B14F-4D97-AF65-F5344CB8AC3E}">
        <p14:creationId xmlns:p14="http://schemas.microsoft.com/office/powerpoint/2010/main" val="51872711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C328A7-AE99-8373-8F16-A9F4756D554A}"/>
            </a:ext>
          </a:extLst>
        </p:cNvPr>
        <p:cNvGrpSpPr/>
        <p:nvPr/>
      </p:nvGrpSpPr>
      <p:grpSpPr>
        <a:xfrm>
          <a:off x="0" y="0"/>
          <a:ext cx="0" cy="0"/>
          <a:chOff x="0" y="0"/>
          <a:chExt cx="0" cy="0"/>
        </a:xfrm>
      </p:grpSpPr>
      <p:sp>
        <p:nvSpPr>
          <p:cNvPr id="84994" name="Rectangle 7">
            <a:extLst>
              <a:ext uri="{FF2B5EF4-FFF2-40B4-BE49-F238E27FC236}">
                <a16:creationId xmlns:a16="http://schemas.microsoft.com/office/drawing/2014/main" id="{0965C189-BC2D-D3AA-B848-A38DF1702756}"/>
              </a:ext>
            </a:extLst>
          </p:cNvPr>
          <p:cNvSpPr>
            <a:spLocks noGrp="1" noChangeArrowheads="1"/>
          </p:cNvSpPr>
          <p:nvPr>
            <p:ph type="sldNum" sz="quarter" idx="5"/>
          </p:nvPr>
        </p:nvSpPr>
        <p:spPr>
          <a:noFill/>
        </p:spPr>
        <p:txBody>
          <a:bodyPr/>
          <a:lstStyle/>
          <a:p>
            <a:fld id="{E8D2A072-5840-4016-ABED-1588CD6E5A18}" type="slidenum">
              <a:rPr lang="en-US" smtClean="0"/>
              <a:pPr/>
              <a:t>14</a:t>
            </a:fld>
            <a:endParaRPr lang="en-US"/>
          </a:p>
        </p:txBody>
      </p:sp>
      <p:sp>
        <p:nvSpPr>
          <p:cNvPr id="84995" name="Rectangle 2">
            <a:extLst>
              <a:ext uri="{FF2B5EF4-FFF2-40B4-BE49-F238E27FC236}">
                <a16:creationId xmlns:a16="http://schemas.microsoft.com/office/drawing/2014/main" id="{B4DF22F3-D12B-BD12-146B-9BBA768C16E4}"/>
              </a:ext>
            </a:extLst>
          </p:cNvPr>
          <p:cNvSpPr>
            <a:spLocks noGrp="1" noRot="1" noChangeAspect="1" noChangeArrowheads="1" noTextEdit="1"/>
          </p:cNvSpPr>
          <p:nvPr>
            <p:ph type="sldImg"/>
          </p:nvPr>
        </p:nvSpPr>
        <p:spPr>
          <a:ln/>
        </p:spPr>
      </p:sp>
      <p:sp>
        <p:nvSpPr>
          <p:cNvPr id="84996" name="Rectangle 3">
            <a:extLst>
              <a:ext uri="{FF2B5EF4-FFF2-40B4-BE49-F238E27FC236}">
                <a16:creationId xmlns:a16="http://schemas.microsoft.com/office/drawing/2014/main" id="{2E306099-3C2D-C956-0C25-8DF3492709D7}"/>
              </a:ext>
            </a:extLst>
          </p:cNvPr>
          <p:cNvSpPr>
            <a:spLocks noGrp="1" noChangeArrowheads="1"/>
          </p:cNvSpPr>
          <p:nvPr>
            <p:ph type="body" idx="1"/>
          </p:nvPr>
        </p:nvSpPr>
        <p:spPr>
          <a:noFill/>
          <a:ln/>
        </p:spPr>
        <p:txBody>
          <a:bodyPr/>
          <a:lstStyle/>
          <a:p>
            <a:endParaRPr lang="en-US"/>
          </a:p>
        </p:txBody>
      </p:sp>
    </p:spTree>
    <p:extLst>
      <p:ext uri="{BB962C8B-B14F-4D97-AF65-F5344CB8AC3E}">
        <p14:creationId xmlns:p14="http://schemas.microsoft.com/office/powerpoint/2010/main" val="16598031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BE2827-467B-7CB7-47F8-BF62BC0842DB}"/>
            </a:ext>
          </a:extLst>
        </p:cNvPr>
        <p:cNvGrpSpPr/>
        <p:nvPr/>
      </p:nvGrpSpPr>
      <p:grpSpPr>
        <a:xfrm>
          <a:off x="0" y="0"/>
          <a:ext cx="0" cy="0"/>
          <a:chOff x="0" y="0"/>
          <a:chExt cx="0" cy="0"/>
        </a:xfrm>
      </p:grpSpPr>
      <p:sp>
        <p:nvSpPr>
          <p:cNvPr id="84994" name="Rectangle 7">
            <a:extLst>
              <a:ext uri="{FF2B5EF4-FFF2-40B4-BE49-F238E27FC236}">
                <a16:creationId xmlns:a16="http://schemas.microsoft.com/office/drawing/2014/main" id="{CDB7C5D4-CC49-3523-058C-0C8F979CE284}"/>
              </a:ext>
            </a:extLst>
          </p:cNvPr>
          <p:cNvSpPr>
            <a:spLocks noGrp="1" noChangeArrowheads="1"/>
          </p:cNvSpPr>
          <p:nvPr>
            <p:ph type="sldNum" sz="quarter" idx="5"/>
          </p:nvPr>
        </p:nvSpPr>
        <p:spPr>
          <a:noFill/>
        </p:spPr>
        <p:txBody>
          <a:bodyPr/>
          <a:lstStyle/>
          <a:p>
            <a:fld id="{E8D2A072-5840-4016-ABED-1588CD6E5A18}" type="slidenum">
              <a:rPr lang="en-US" smtClean="0"/>
              <a:pPr/>
              <a:t>15</a:t>
            </a:fld>
            <a:endParaRPr lang="en-US"/>
          </a:p>
        </p:txBody>
      </p:sp>
      <p:sp>
        <p:nvSpPr>
          <p:cNvPr id="84995" name="Rectangle 2">
            <a:extLst>
              <a:ext uri="{FF2B5EF4-FFF2-40B4-BE49-F238E27FC236}">
                <a16:creationId xmlns:a16="http://schemas.microsoft.com/office/drawing/2014/main" id="{A267D06A-2014-A59D-1993-B9BC69F20D70}"/>
              </a:ext>
            </a:extLst>
          </p:cNvPr>
          <p:cNvSpPr>
            <a:spLocks noGrp="1" noRot="1" noChangeAspect="1" noChangeArrowheads="1" noTextEdit="1"/>
          </p:cNvSpPr>
          <p:nvPr>
            <p:ph type="sldImg"/>
          </p:nvPr>
        </p:nvSpPr>
        <p:spPr>
          <a:ln/>
        </p:spPr>
      </p:sp>
      <p:sp>
        <p:nvSpPr>
          <p:cNvPr id="84996" name="Rectangle 3">
            <a:extLst>
              <a:ext uri="{FF2B5EF4-FFF2-40B4-BE49-F238E27FC236}">
                <a16:creationId xmlns:a16="http://schemas.microsoft.com/office/drawing/2014/main" id="{7F1C8A94-FB94-D53F-2410-DCF6BBBAB009}"/>
              </a:ext>
            </a:extLst>
          </p:cNvPr>
          <p:cNvSpPr>
            <a:spLocks noGrp="1" noChangeArrowheads="1"/>
          </p:cNvSpPr>
          <p:nvPr>
            <p:ph type="body" idx="1"/>
          </p:nvPr>
        </p:nvSpPr>
        <p:spPr>
          <a:noFill/>
          <a:ln/>
        </p:spPr>
        <p:txBody>
          <a:bodyPr/>
          <a:lstStyle/>
          <a:p>
            <a:endParaRPr lang="en-US"/>
          </a:p>
        </p:txBody>
      </p:sp>
    </p:spTree>
    <p:extLst>
      <p:ext uri="{BB962C8B-B14F-4D97-AF65-F5344CB8AC3E}">
        <p14:creationId xmlns:p14="http://schemas.microsoft.com/office/powerpoint/2010/main" val="111818428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3DE080-133B-0BF3-1B2C-0A0A4AEB9763}"/>
            </a:ext>
          </a:extLst>
        </p:cNvPr>
        <p:cNvGrpSpPr/>
        <p:nvPr/>
      </p:nvGrpSpPr>
      <p:grpSpPr>
        <a:xfrm>
          <a:off x="0" y="0"/>
          <a:ext cx="0" cy="0"/>
          <a:chOff x="0" y="0"/>
          <a:chExt cx="0" cy="0"/>
        </a:xfrm>
      </p:grpSpPr>
      <p:sp>
        <p:nvSpPr>
          <p:cNvPr id="84994" name="Rectangle 7">
            <a:extLst>
              <a:ext uri="{FF2B5EF4-FFF2-40B4-BE49-F238E27FC236}">
                <a16:creationId xmlns:a16="http://schemas.microsoft.com/office/drawing/2014/main" id="{D2CF4E66-5F25-A517-5375-8E17F67AC1AB}"/>
              </a:ext>
            </a:extLst>
          </p:cNvPr>
          <p:cNvSpPr>
            <a:spLocks noGrp="1" noChangeArrowheads="1"/>
          </p:cNvSpPr>
          <p:nvPr>
            <p:ph type="sldNum" sz="quarter" idx="5"/>
          </p:nvPr>
        </p:nvSpPr>
        <p:spPr>
          <a:noFill/>
        </p:spPr>
        <p:txBody>
          <a:bodyPr/>
          <a:lstStyle/>
          <a:p>
            <a:fld id="{E8D2A072-5840-4016-ABED-1588CD6E5A18}" type="slidenum">
              <a:rPr lang="en-US" smtClean="0"/>
              <a:pPr/>
              <a:t>16</a:t>
            </a:fld>
            <a:endParaRPr lang="en-US"/>
          </a:p>
        </p:txBody>
      </p:sp>
      <p:sp>
        <p:nvSpPr>
          <p:cNvPr id="84995" name="Rectangle 2">
            <a:extLst>
              <a:ext uri="{FF2B5EF4-FFF2-40B4-BE49-F238E27FC236}">
                <a16:creationId xmlns:a16="http://schemas.microsoft.com/office/drawing/2014/main" id="{F0308EC3-707E-D340-6FB4-9B4073995D92}"/>
              </a:ext>
            </a:extLst>
          </p:cNvPr>
          <p:cNvSpPr>
            <a:spLocks noGrp="1" noRot="1" noChangeAspect="1" noChangeArrowheads="1" noTextEdit="1"/>
          </p:cNvSpPr>
          <p:nvPr>
            <p:ph type="sldImg"/>
          </p:nvPr>
        </p:nvSpPr>
        <p:spPr>
          <a:ln/>
        </p:spPr>
      </p:sp>
      <p:sp>
        <p:nvSpPr>
          <p:cNvPr id="84996" name="Rectangle 3">
            <a:extLst>
              <a:ext uri="{FF2B5EF4-FFF2-40B4-BE49-F238E27FC236}">
                <a16:creationId xmlns:a16="http://schemas.microsoft.com/office/drawing/2014/main" id="{6CC6B9CB-29F3-9BCA-401E-2D94B55C55B2}"/>
              </a:ext>
            </a:extLst>
          </p:cNvPr>
          <p:cNvSpPr>
            <a:spLocks noGrp="1" noChangeArrowheads="1"/>
          </p:cNvSpPr>
          <p:nvPr>
            <p:ph type="body" idx="1"/>
          </p:nvPr>
        </p:nvSpPr>
        <p:spPr>
          <a:noFill/>
          <a:ln/>
        </p:spPr>
        <p:txBody>
          <a:bodyPr/>
          <a:lstStyle/>
          <a:p>
            <a:endParaRPr lang="en-US"/>
          </a:p>
        </p:txBody>
      </p:sp>
    </p:spTree>
    <p:extLst>
      <p:ext uri="{BB962C8B-B14F-4D97-AF65-F5344CB8AC3E}">
        <p14:creationId xmlns:p14="http://schemas.microsoft.com/office/powerpoint/2010/main" val="302934031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D1A5F1-353D-1D6F-2A80-B5E3A476A6A2}"/>
            </a:ext>
          </a:extLst>
        </p:cNvPr>
        <p:cNvGrpSpPr/>
        <p:nvPr/>
      </p:nvGrpSpPr>
      <p:grpSpPr>
        <a:xfrm>
          <a:off x="0" y="0"/>
          <a:ext cx="0" cy="0"/>
          <a:chOff x="0" y="0"/>
          <a:chExt cx="0" cy="0"/>
        </a:xfrm>
      </p:grpSpPr>
      <p:sp>
        <p:nvSpPr>
          <p:cNvPr id="84994" name="Rectangle 7">
            <a:extLst>
              <a:ext uri="{FF2B5EF4-FFF2-40B4-BE49-F238E27FC236}">
                <a16:creationId xmlns:a16="http://schemas.microsoft.com/office/drawing/2014/main" id="{38D25A8E-5236-7843-5363-8C7F4E673B40}"/>
              </a:ext>
            </a:extLst>
          </p:cNvPr>
          <p:cNvSpPr>
            <a:spLocks noGrp="1" noChangeArrowheads="1"/>
          </p:cNvSpPr>
          <p:nvPr>
            <p:ph type="sldNum" sz="quarter" idx="5"/>
          </p:nvPr>
        </p:nvSpPr>
        <p:spPr>
          <a:noFill/>
        </p:spPr>
        <p:txBody>
          <a:bodyPr/>
          <a:lstStyle/>
          <a:p>
            <a:fld id="{E8D2A072-5840-4016-ABED-1588CD6E5A18}" type="slidenum">
              <a:rPr lang="en-US" smtClean="0"/>
              <a:pPr/>
              <a:t>17</a:t>
            </a:fld>
            <a:endParaRPr lang="en-US"/>
          </a:p>
        </p:txBody>
      </p:sp>
      <p:sp>
        <p:nvSpPr>
          <p:cNvPr id="84995" name="Rectangle 2">
            <a:extLst>
              <a:ext uri="{FF2B5EF4-FFF2-40B4-BE49-F238E27FC236}">
                <a16:creationId xmlns:a16="http://schemas.microsoft.com/office/drawing/2014/main" id="{96E0C6DD-A0D7-3780-DDAE-8E2AD36CE365}"/>
              </a:ext>
            </a:extLst>
          </p:cNvPr>
          <p:cNvSpPr>
            <a:spLocks noGrp="1" noRot="1" noChangeAspect="1" noChangeArrowheads="1" noTextEdit="1"/>
          </p:cNvSpPr>
          <p:nvPr>
            <p:ph type="sldImg"/>
          </p:nvPr>
        </p:nvSpPr>
        <p:spPr>
          <a:ln/>
        </p:spPr>
      </p:sp>
      <p:sp>
        <p:nvSpPr>
          <p:cNvPr id="84996" name="Rectangle 3">
            <a:extLst>
              <a:ext uri="{FF2B5EF4-FFF2-40B4-BE49-F238E27FC236}">
                <a16:creationId xmlns:a16="http://schemas.microsoft.com/office/drawing/2014/main" id="{963B2080-4776-47E6-3B01-1ED49B1FB8F5}"/>
              </a:ext>
            </a:extLst>
          </p:cNvPr>
          <p:cNvSpPr>
            <a:spLocks noGrp="1" noChangeArrowheads="1"/>
          </p:cNvSpPr>
          <p:nvPr>
            <p:ph type="body" idx="1"/>
          </p:nvPr>
        </p:nvSpPr>
        <p:spPr>
          <a:noFill/>
          <a:ln/>
        </p:spPr>
        <p:txBody>
          <a:bodyPr/>
          <a:lstStyle/>
          <a:p>
            <a:endParaRPr lang="en-US"/>
          </a:p>
        </p:txBody>
      </p:sp>
    </p:spTree>
    <p:extLst>
      <p:ext uri="{BB962C8B-B14F-4D97-AF65-F5344CB8AC3E}">
        <p14:creationId xmlns:p14="http://schemas.microsoft.com/office/powerpoint/2010/main" val="32493598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E87041-6FA8-CFBE-E020-ED330DF72914}"/>
            </a:ext>
          </a:extLst>
        </p:cNvPr>
        <p:cNvGrpSpPr/>
        <p:nvPr/>
      </p:nvGrpSpPr>
      <p:grpSpPr>
        <a:xfrm>
          <a:off x="0" y="0"/>
          <a:ext cx="0" cy="0"/>
          <a:chOff x="0" y="0"/>
          <a:chExt cx="0" cy="0"/>
        </a:xfrm>
      </p:grpSpPr>
      <p:sp>
        <p:nvSpPr>
          <p:cNvPr id="84994" name="Rectangle 7">
            <a:extLst>
              <a:ext uri="{FF2B5EF4-FFF2-40B4-BE49-F238E27FC236}">
                <a16:creationId xmlns:a16="http://schemas.microsoft.com/office/drawing/2014/main" id="{D3DBCFCE-0561-5858-613E-B929D1717772}"/>
              </a:ext>
            </a:extLst>
          </p:cNvPr>
          <p:cNvSpPr>
            <a:spLocks noGrp="1" noChangeArrowheads="1"/>
          </p:cNvSpPr>
          <p:nvPr>
            <p:ph type="sldNum" sz="quarter" idx="5"/>
          </p:nvPr>
        </p:nvSpPr>
        <p:spPr>
          <a:noFill/>
        </p:spPr>
        <p:txBody>
          <a:bodyPr/>
          <a:lstStyle/>
          <a:p>
            <a:fld id="{E8D2A072-5840-4016-ABED-1588CD6E5A18}" type="slidenum">
              <a:rPr lang="en-US" smtClean="0"/>
              <a:pPr/>
              <a:t>18</a:t>
            </a:fld>
            <a:endParaRPr lang="en-US"/>
          </a:p>
        </p:txBody>
      </p:sp>
      <p:sp>
        <p:nvSpPr>
          <p:cNvPr id="84995" name="Rectangle 2">
            <a:extLst>
              <a:ext uri="{FF2B5EF4-FFF2-40B4-BE49-F238E27FC236}">
                <a16:creationId xmlns:a16="http://schemas.microsoft.com/office/drawing/2014/main" id="{0188A12F-6220-D74F-7540-7B506D7DA4BF}"/>
              </a:ext>
            </a:extLst>
          </p:cNvPr>
          <p:cNvSpPr>
            <a:spLocks noGrp="1" noRot="1" noChangeAspect="1" noChangeArrowheads="1" noTextEdit="1"/>
          </p:cNvSpPr>
          <p:nvPr>
            <p:ph type="sldImg"/>
          </p:nvPr>
        </p:nvSpPr>
        <p:spPr>
          <a:ln/>
        </p:spPr>
      </p:sp>
      <p:sp>
        <p:nvSpPr>
          <p:cNvPr id="84996" name="Rectangle 3">
            <a:extLst>
              <a:ext uri="{FF2B5EF4-FFF2-40B4-BE49-F238E27FC236}">
                <a16:creationId xmlns:a16="http://schemas.microsoft.com/office/drawing/2014/main" id="{1BCB8EB5-12D8-D3B3-42CC-DD149FCE0AA0}"/>
              </a:ext>
            </a:extLst>
          </p:cNvPr>
          <p:cNvSpPr>
            <a:spLocks noGrp="1" noChangeArrowheads="1"/>
          </p:cNvSpPr>
          <p:nvPr>
            <p:ph type="body" idx="1"/>
          </p:nvPr>
        </p:nvSpPr>
        <p:spPr>
          <a:noFill/>
          <a:ln/>
        </p:spPr>
        <p:txBody>
          <a:bodyPr/>
          <a:lstStyle/>
          <a:p>
            <a:endParaRPr lang="en-US"/>
          </a:p>
        </p:txBody>
      </p:sp>
    </p:spTree>
    <p:extLst>
      <p:ext uri="{BB962C8B-B14F-4D97-AF65-F5344CB8AC3E}">
        <p14:creationId xmlns:p14="http://schemas.microsoft.com/office/powerpoint/2010/main" val="36217642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3AB110-1A23-2136-11CE-DF221EB00132}"/>
            </a:ext>
          </a:extLst>
        </p:cNvPr>
        <p:cNvGrpSpPr/>
        <p:nvPr/>
      </p:nvGrpSpPr>
      <p:grpSpPr>
        <a:xfrm>
          <a:off x="0" y="0"/>
          <a:ext cx="0" cy="0"/>
          <a:chOff x="0" y="0"/>
          <a:chExt cx="0" cy="0"/>
        </a:xfrm>
      </p:grpSpPr>
      <p:sp>
        <p:nvSpPr>
          <p:cNvPr id="84994" name="Rectangle 7">
            <a:extLst>
              <a:ext uri="{FF2B5EF4-FFF2-40B4-BE49-F238E27FC236}">
                <a16:creationId xmlns:a16="http://schemas.microsoft.com/office/drawing/2014/main" id="{0D0769AB-99F5-762E-9890-F3DF8DAAA4F0}"/>
              </a:ext>
            </a:extLst>
          </p:cNvPr>
          <p:cNvSpPr>
            <a:spLocks noGrp="1" noChangeArrowheads="1"/>
          </p:cNvSpPr>
          <p:nvPr>
            <p:ph type="sldNum" sz="quarter" idx="5"/>
          </p:nvPr>
        </p:nvSpPr>
        <p:spPr>
          <a:noFill/>
        </p:spPr>
        <p:txBody>
          <a:bodyPr/>
          <a:lstStyle/>
          <a:p>
            <a:fld id="{E8D2A072-5840-4016-ABED-1588CD6E5A18}" type="slidenum">
              <a:rPr lang="en-US" smtClean="0"/>
              <a:pPr/>
              <a:t>19</a:t>
            </a:fld>
            <a:endParaRPr lang="en-US"/>
          </a:p>
        </p:txBody>
      </p:sp>
      <p:sp>
        <p:nvSpPr>
          <p:cNvPr id="84995" name="Rectangle 2">
            <a:extLst>
              <a:ext uri="{FF2B5EF4-FFF2-40B4-BE49-F238E27FC236}">
                <a16:creationId xmlns:a16="http://schemas.microsoft.com/office/drawing/2014/main" id="{76579040-3212-2722-4EC9-D62059D98D23}"/>
              </a:ext>
            </a:extLst>
          </p:cNvPr>
          <p:cNvSpPr>
            <a:spLocks noGrp="1" noRot="1" noChangeAspect="1" noChangeArrowheads="1" noTextEdit="1"/>
          </p:cNvSpPr>
          <p:nvPr>
            <p:ph type="sldImg"/>
          </p:nvPr>
        </p:nvSpPr>
        <p:spPr>
          <a:ln/>
        </p:spPr>
      </p:sp>
      <p:sp>
        <p:nvSpPr>
          <p:cNvPr id="84996" name="Rectangle 3">
            <a:extLst>
              <a:ext uri="{FF2B5EF4-FFF2-40B4-BE49-F238E27FC236}">
                <a16:creationId xmlns:a16="http://schemas.microsoft.com/office/drawing/2014/main" id="{CA4A7A51-D4BE-E57C-139E-19785115251E}"/>
              </a:ext>
            </a:extLst>
          </p:cNvPr>
          <p:cNvSpPr>
            <a:spLocks noGrp="1" noChangeArrowheads="1"/>
          </p:cNvSpPr>
          <p:nvPr>
            <p:ph type="body" idx="1"/>
          </p:nvPr>
        </p:nvSpPr>
        <p:spPr>
          <a:noFill/>
          <a:ln/>
        </p:spPr>
        <p:txBody>
          <a:bodyPr/>
          <a:lstStyle/>
          <a:p>
            <a:endParaRPr lang="en-US"/>
          </a:p>
        </p:txBody>
      </p:sp>
    </p:spTree>
    <p:extLst>
      <p:ext uri="{BB962C8B-B14F-4D97-AF65-F5344CB8AC3E}">
        <p14:creationId xmlns:p14="http://schemas.microsoft.com/office/powerpoint/2010/main" val="192424431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24302C-3970-6D4B-C6FF-9C14EF8BBD3E}"/>
            </a:ext>
          </a:extLst>
        </p:cNvPr>
        <p:cNvGrpSpPr/>
        <p:nvPr/>
      </p:nvGrpSpPr>
      <p:grpSpPr>
        <a:xfrm>
          <a:off x="0" y="0"/>
          <a:ext cx="0" cy="0"/>
          <a:chOff x="0" y="0"/>
          <a:chExt cx="0" cy="0"/>
        </a:xfrm>
      </p:grpSpPr>
      <p:sp>
        <p:nvSpPr>
          <p:cNvPr id="84994" name="Rectangle 7">
            <a:extLst>
              <a:ext uri="{FF2B5EF4-FFF2-40B4-BE49-F238E27FC236}">
                <a16:creationId xmlns:a16="http://schemas.microsoft.com/office/drawing/2014/main" id="{F0889244-5499-E746-BF4D-1466027D42D0}"/>
              </a:ext>
            </a:extLst>
          </p:cNvPr>
          <p:cNvSpPr>
            <a:spLocks noGrp="1" noChangeArrowheads="1"/>
          </p:cNvSpPr>
          <p:nvPr>
            <p:ph type="sldNum" sz="quarter" idx="5"/>
          </p:nvPr>
        </p:nvSpPr>
        <p:spPr>
          <a:noFill/>
        </p:spPr>
        <p:txBody>
          <a:bodyPr/>
          <a:lstStyle/>
          <a:p>
            <a:fld id="{E8D2A072-5840-4016-ABED-1588CD6E5A18}" type="slidenum">
              <a:rPr lang="en-US" smtClean="0"/>
              <a:pPr/>
              <a:t>20</a:t>
            </a:fld>
            <a:endParaRPr lang="en-US"/>
          </a:p>
        </p:txBody>
      </p:sp>
      <p:sp>
        <p:nvSpPr>
          <p:cNvPr id="84995" name="Rectangle 2">
            <a:extLst>
              <a:ext uri="{FF2B5EF4-FFF2-40B4-BE49-F238E27FC236}">
                <a16:creationId xmlns:a16="http://schemas.microsoft.com/office/drawing/2014/main" id="{E8E566D4-9486-20F6-19E8-FEE9702A0AB5}"/>
              </a:ext>
            </a:extLst>
          </p:cNvPr>
          <p:cNvSpPr>
            <a:spLocks noGrp="1" noRot="1" noChangeAspect="1" noChangeArrowheads="1" noTextEdit="1"/>
          </p:cNvSpPr>
          <p:nvPr>
            <p:ph type="sldImg"/>
          </p:nvPr>
        </p:nvSpPr>
        <p:spPr>
          <a:ln/>
        </p:spPr>
      </p:sp>
      <p:sp>
        <p:nvSpPr>
          <p:cNvPr id="84996" name="Rectangle 3">
            <a:extLst>
              <a:ext uri="{FF2B5EF4-FFF2-40B4-BE49-F238E27FC236}">
                <a16:creationId xmlns:a16="http://schemas.microsoft.com/office/drawing/2014/main" id="{38C33CAF-4485-E94C-D23E-38A594FFED5C}"/>
              </a:ext>
            </a:extLst>
          </p:cNvPr>
          <p:cNvSpPr>
            <a:spLocks noGrp="1" noChangeArrowheads="1"/>
          </p:cNvSpPr>
          <p:nvPr>
            <p:ph type="body" idx="1"/>
          </p:nvPr>
        </p:nvSpPr>
        <p:spPr>
          <a:noFill/>
          <a:ln/>
        </p:spPr>
        <p:txBody>
          <a:bodyPr/>
          <a:lstStyle/>
          <a:p>
            <a:endParaRPr lang="en-US"/>
          </a:p>
        </p:txBody>
      </p:sp>
    </p:spTree>
    <p:extLst>
      <p:ext uri="{BB962C8B-B14F-4D97-AF65-F5344CB8AC3E}">
        <p14:creationId xmlns:p14="http://schemas.microsoft.com/office/powerpoint/2010/main" val="409351732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9FC44F-3E0E-5311-4E7E-082755F4EC83}"/>
            </a:ext>
          </a:extLst>
        </p:cNvPr>
        <p:cNvGrpSpPr/>
        <p:nvPr/>
      </p:nvGrpSpPr>
      <p:grpSpPr>
        <a:xfrm>
          <a:off x="0" y="0"/>
          <a:ext cx="0" cy="0"/>
          <a:chOff x="0" y="0"/>
          <a:chExt cx="0" cy="0"/>
        </a:xfrm>
      </p:grpSpPr>
      <p:sp>
        <p:nvSpPr>
          <p:cNvPr id="84994" name="Rectangle 7">
            <a:extLst>
              <a:ext uri="{FF2B5EF4-FFF2-40B4-BE49-F238E27FC236}">
                <a16:creationId xmlns:a16="http://schemas.microsoft.com/office/drawing/2014/main" id="{4A95CD36-9BB8-39D7-337C-EA383E19AB23}"/>
              </a:ext>
            </a:extLst>
          </p:cNvPr>
          <p:cNvSpPr>
            <a:spLocks noGrp="1" noChangeArrowheads="1"/>
          </p:cNvSpPr>
          <p:nvPr>
            <p:ph type="sldNum" sz="quarter" idx="5"/>
          </p:nvPr>
        </p:nvSpPr>
        <p:spPr>
          <a:noFill/>
        </p:spPr>
        <p:txBody>
          <a:bodyPr/>
          <a:lstStyle/>
          <a:p>
            <a:fld id="{E8D2A072-5840-4016-ABED-1588CD6E5A18}" type="slidenum">
              <a:rPr lang="en-US" smtClean="0"/>
              <a:pPr/>
              <a:t>21</a:t>
            </a:fld>
            <a:endParaRPr lang="en-US"/>
          </a:p>
        </p:txBody>
      </p:sp>
      <p:sp>
        <p:nvSpPr>
          <p:cNvPr id="84995" name="Rectangle 2">
            <a:extLst>
              <a:ext uri="{FF2B5EF4-FFF2-40B4-BE49-F238E27FC236}">
                <a16:creationId xmlns:a16="http://schemas.microsoft.com/office/drawing/2014/main" id="{312EAFA9-4A49-108F-E23E-744C9E6A50DA}"/>
              </a:ext>
            </a:extLst>
          </p:cNvPr>
          <p:cNvSpPr>
            <a:spLocks noGrp="1" noRot="1" noChangeAspect="1" noChangeArrowheads="1" noTextEdit="1"/>
          </p:cNvSpPr>
          <p:nvPr>
            <p:ph type="sldImg"/>
          </p:nvPr>
        </p:nvSpPr>
        <p:spPr>
          <a:ln/>
        </p:spPr>
      </p:sp>
      <p:sp>
        <p:nvSpPr>
          <p:cNvPr id="84996" name="Rectangle 3">
            <a:extLst>
              <a:ext uri="{FF2B5EF4-FFF2-40B4-BE49-F238E27FC236}">
                <a16:creationId xmlns:a16="http://schemas.microsoft.com/office/drawing/2014/main" id="{FCDB9AA5-0A5A-4A40-2408-633E4CF49C78}"/>
              </a:ext>
            </a:extLst>
          </p:cNvPr>
          <p:cNvSpPr>
            <a:spLocks noGrp="1" noChangeArrowheads="1"/>
          </p:cNvSpPr>
          <p:nvPr>
            <p:ph type="body" idx="1"/>
          </p:nvPr>
        </p:nvSpPr>
        <p:spPr>
          <a:noFill/>
          <a:ln/>
        </p:spPr>
        <p:txBody>
          <a:bodyPr/>
          <a:lstStyle/>
          <a:p>
            <a:endParaRPr lang="en-US"/>
          </a:p>
        </p:txBody>
      </p:sp>
    </p:spTree>
    <p:extLst>
      <p:ext uri="{BB962C8B-B14F-4D97-AF65-F5344CB8AC3E}">
        <p14:creationId xmlns:p14="http://schemas.microsoft.com/office/powerpoint/2010/main" val="333324641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598C41-20AB-E80E-C713-4917B71394C9}"/>
            </a:ext>
          </a:extLst>
        </p:cNvPr>
        <p:cNvGrpSpPr/>
        <p:nvPr/>
      </p:nvGrpSpPr>
      <p:grpSpPr>
        <a:xfrm>
          <a:off x="0" y="0"/>
          <a:ext cx="0" cy="0"/>
          <a:chOff x="0" y="0"/>
          <a:chExt cx="0" cy="0"/>
        </a:xfrm>
      </p:grpSpPr>
      <p:sp>
        <p:nvSpPr>
          <p:cNvPr id="84994" name="Rectangle 7">
            <a:extLst>
              <a:ext uri="{FF2B5EF4-FFF2-40B4-BE49-F238E27FC236}">
                <a16:creationId xmlns:a16="http://schemas.microsoft.com/office/drawing/2014/main" id="{F69CE1CE-0A44-58EC-34E2-B28A85B2FA88}"/>
              </a:ext>
            </a:extLst>
          </p:cNvPr>
          <p:cNvSpPr>
            <a:spLocks noGrp="1" noChangeArrowheads="1"/>
          </p:cNvSpPr>
          <p:nvPr>
            <p:ph type="sldNum" sz="quarter" idx="5"/>
          </p:nvPr>
        </p:nvSpPr>
        <p:spPr>
          <a:noFill/>
        </p:spPr>
        <p:txBody>
          <a:bodyPr/>
          <a:lstStyle/>
          <a:p>
            <a:fld id="{E8D2A072-5840-4016-ABED-1588CD6E5A18}" type="slidenum">
              <a:rPr lang="en-US" smtClean="0"/>
              <a:pPr/>
              <a:t>22</a:t>
            </a:fld>
            <a:endParaRPr lang="en-US"/>
          </a:p>
        </p:txBody>
      </p:sp>
      <p:sp>
        <p:nvSpPr>
          <p:cNvPr id="84995" name="Rectangle 2">
            <a:extLst>
              <a:ext uri="{FF2B5EF4-FFF2-40B4-BE49-F238E27FC236}">
                <a16:creationId xmlns:a16="http://schemas.microsoft.com/office/drawing/2014/main" id="{9170D8A0-443D-2A66-FA5A-14A39886AE1A}"/>
              </a:ext>
            </a:extLst>
          </p:cNvPr>
          <p:cNvSpPr>
            <a:spLocks noGrp="1" noRot="1" noChangeAspect="1" noChangeArrowheads="1" noTextEdit="1"/>
          </p:cNvSpPr>
          <p:nvPr>
            <p:ph type="sldImg"/>
          </p:nvPr>
        </p:nvSpPr>
        <p:spPr>
          <a:ln/>
        </p:spPr>
      </p:sp>
      <p:sp>
        <p:nvSpPr>
          <p:cNvPr id="84996" name="Rectangle 3">
            <a:extLst>
              <a:ext uri="{FF2B5EF4-FFF2-40B4-BE49-F238E27FC236}">
                <a16:creationId xmlns:a16="http://schemas.microsoft.com/office/drawing/2014/main" id="{ED08A6E4-0FD6-3F44-6A87-D9B8D8E5C5B1}"/>
              </a:ext>
            </a:extLst>
          </p:cNvPr>
          <p:cNvSpPr>
            <a:spLocks noGrp="1" noChangeArrowheads="1"/>
          </p:cNvSpPr>
          <p:nvPr>
            <p:ph type="body" idx="1"/>
          </p:nvPr>
        </p:nvSpPr>
        <p:spPr>
          <a:noFill/>
          <a:ln/>
        </p:spPr>
        <p:txBody>
          <a:bodyPr/>
          <a:lstStyle/>
          <a:p>
            <a:endParaRPr lang="en-US"/>
          </a:p>
        </p:txBody>
      </p:sp>
    </p:spTree>
    <p:extLst>
      <p:ext uri="{BB962C8B-B14F-4D97-AF65-F5344CB8AC3E}">
        <p14:creationId xmlns:p14="http://schemas.microsoft.com/office/powerpoint/2010/main" val="168121548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971A7B-3D09-B822-8A18-A2E37AEE7440}"/>
            </a:ext>
          </a:extLst>
        </p:cNvPr>
        <p:cNvGrpSpPr/>
        <p:nvPr/>
      </p:nvGrpSpPr>
      <p:grpSpPr>
        <a:xfrm>
          <a:off x="0" y="0"/>
          <a:ext cx="0" cy="0"/>
          <a:chOff x="0" y="0"/>
          <a:chExt cx="0" cy="0"/>
        </a:xfrm>
      </p:grpSpPr>
      <p:sp>
        <p:nvSpPr>
          <p:cNvPr id="84994" name="Rectangle 7">
            <a:extLst>
              <a:ext uri="{FF2B5EF4-FFF2-40B4-BE49-F238E27FC236}">
                <a16:creationId xmlns:a16="http://schemas.microsoft.com/office/drawing/2014/main" id="{EDF1300A-5A69-699F-2E9F-5AE16E177C85}"/>
              </a:ext>
            </a:extLst>
          </p:cNvPr>
          <p:cNvSpPr>
            <a:spLocks noGrp="1" noChangeArrowheads="1"/>
          </p:cNvSpPr>
          <p:nvPr>
            <p:ph type="sldNum" sz="quarter" idx="5"/>
          </p:nvPr>
        </p:nvSpPr>
        <p:spPr>
          <a:noFill/>
        </p:spPr>
        <p:txBody>
          <a:bodyPr/>
          <a:lstStyle/>
          <a:p>
            <a:fld id="{E8D2A072-5840-4016-ABED-1588CD6E5A18}" type="slidenum">
              <a:rPr lang="en-US" smtClean="0"/>
              <a:pPr/>
              <a:t>23</a:t>
            </a:fld>
            <a:endParaRPr lang="en-US"/>
          </a:p>
        </p:txBody>
      </p:sp>
      <p:sp>
        <p:nvSpPr>
          <p:cNvPr id="84995" name="Rectangle 2">
            <a:extLst>
              <a:ext uri="{FF2B5EF4-FFF2-40B4-BE49-F238E27FC236}">
                <a16:creationId xmlns:a16="http://schemas.microsoft.com/office/drawing/2014/main" id="{7ABF3932-5512-29D4-A733-28E641B4B5AE}"/>
              </a:ext>
            </a:extLst>
          </p:cNvPr>
          <p:cNvSpPr>
            <a:spLocks noGrp="1" noRot="1" noChangeAspect="1" noChangeArrowheads="1" noTextEdit="1"/>
          </p:cNvSpPr>
          <p:nvPr>
            <p:ph type="sldImg"/>
          </p:nvPr>
        </p:nvSpPr>
        <p:spPr>
          <a:ln/>
        </p:spPr>
      </p:sp>
      <p:sp>
        <p:nvSpPr>
          <p:cNvPr id="84996" name="Rectangle 3">
            <a:extLst>
              <a:ext uri="{FF2B5EF4-FFF2-40B4-BE49-F238E27FC236}">
                <a16:creationId xmlns:a16="http://schemas.microsoft.com/office/drawing/2014/main" id="{12283982-8822-8E95-50CF-9B4E5C45929F}"/>
              </a:ext>
            </a:extLst>
          </p:cNvPr>
          <p:cNvSpPr>
            <a:spLocks noGrp="1" noChangeArrowheads="1"/>
          </p:cNvSpPr>
          <p:nvPr>
            <p:ph type="body" idx="1"/>
          </p:nvPr>
        </p:nvSpPr>
        <p:spPr>
          <a:noFill/>
          <a:ln/>
        </p:spPr>
        <p:txBody>
          <a:bodyPr/>
          <a:lstStyle/>
          <a:p>
            <a:endParaRPr lang="en-US"/>
          </a:p>
        </p:txBody>
      </p:sp>
    </p:spTree>
    <p:extLst>
      <p:ext uri="{BB962C8B-B14F-4D97-AF65-F5344CB8AC3E}">
        <p14:creationId xmlns:p14="http://schemas.microsoft.com/office/powerpoint/2010/main" val="327109311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9DF66E-1F3E-7338-AD47-BA332757AB3B}"/>
            </a:ext>
          </a:extLst>
        </p:cNvPr>
        <p:cNvGrpSpPr/>
        <p:nvPr/>
      </p:nvGrpSpPr>
      <p:grpSpPr>
        <a:xfrm>
          <a:off x="0" y="0"/>
          <a:ext cx="0" cy="0"/>
          <a:chOff x="0" y="0"/>
          <a:chExt cx="0" cy="0"/>
        </a:xfrm>
      </p:grpSpPr>
      <p:sp>
        <p:nvSpPr>
          <p:cNvPr id="84994" name="Rectangle 7">
            <a:extLst>
              <a:ext uri="{FF2B5EF4-FFF2-40B4-BE49-F238E27FC236}">
                <a16:creationId xmlns:a16="http://schemas.microsoft.com/office/drawing/2014/main" id="{FAE965A4-E101-704B-8780-6029821E5B71}"/>
              </a:ext>
            </a:extLst>
          </p:cNvPr>
          <p:cNvSpPr>
            <a:spLocks noGrp="1" noChangeArrowheads="1"/>
          </p:cNvSpPr>
          <p:nvPr>
            <p:ph type="sldNum" sz="quarter" idx="5"/>
          </p:nvPr>
        </p:nvSpPr>
        <p:spPr>
          <a:noFill/>
        </p:spPr>
        <p:txBody>
          <a:bodyPr/>
          <a:lstStyle/>
          <a:p>
            <a:fld id="{E8D2A072-5840-4016-ABED-1588CD6E5A18}" type="slidenum">
              <a:rPr lang="en-US" smtClean="0"/>
              <a:pPr/>
              <a:t>24</a:t>
            </a:fld>
            <a:endParaRPr lang="en-US"/>
          </a:p>
        </p:txBody>
      </p:sp>
      <p:sp>
        <p:nvSpPr>
          <p:cNvPr id="84995" name="Rectangle 2">
            <a:extLst>
              <a:ext uri="{FF2B5EF4-FFF2-40B4-BE49-F238E27FC236}">
                <a16:creationId xmlns:a16="http://schemas.microsoft.com/office/drawing/2014/main" id="{EECDAEF2-03AE-8C0A-658A-B43F9081CAAB}"/>
              </a:ext>
            </a:extLst>
          </p:cNvPr>
          <p:cNvSpPr>
            <a:spLocks noGrp="1" noRot="1" noChangeAspect="1" noChangeArrowheads="1" noTextEdit="1"/>
          </p:cNvSpPr>
          <p:nvPr>
            <p:ph type="sldImg"/>
          </p:nvPr>
        </p:nvSpPr>
        <p:spPr>
          <a:ln/>
        </p:spPr>
      </p:sp>
      <p:sp>
        <p:nvSpPr>
          <p:cNvPr id="84996" name="Rectangle 3">
            <a:extLst>
              <a:ext uri="{FF2B5EF4-FFF2-40B4-BE49-F238E27FC236}">
                <a16:creationId xmlns:a16="http://schemas.microsoft.com/office/drawing/2014/main" id="{E9094330-9B6C-744F-E781-EC200FCDED8A}"/>
              </a:ext>
            </a:extLst>
          </p:cNvPr>
          <p:cNvSpPr>
            <a:spLocks noGrp="1" noChangeArrowheads="1"/>
          </p:cNvSpPr>
          <p:nvPr>
            <p:ph type="body" idx="1"/>
          </p:nvPr>
        </p:nvSpPr>
        <p:spPr>
          <a:noFill/>
          <a:ln/>
        </p:spPr>
        <p:txBody>
          <a:bodyPr/>
          <a:lstStyle/>
          <a:p>
            <a:endParaRPr lang="en-US"/>
          </a:p>
        </p:txBody>
      </p:sp>
    </p:spTree>
    <p:extLst>
      <p:ext uri="{BB962C8B-B14F-4D97-AF65-F5344CB8AC3E}">
        <p14:creationId xmlns:p14="http://schemas.microsoft.com/office/powerpoint/2010/main" val="123021111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0C7D57-FE25-212C-832E-40EB671E540F}"/>
            </a:ext>
          </a:extLst>
        </p:cNvPr>
        <p:cNvGrpSpPr/>
        <p:nvPr/>
      </p:nvGrpSpPr>
      <p:grpSpPr>
        <a:xfrm>
          <a:off x="0" y="0"/>
          <a:ext cx="0" cy="0"/>
          <a:chOff x="0" y="0"/>
          <a:chExt cx="0" cy="0"/>
        </a:xfrm>
      </p:grpSpPr>
      <p:sp>
        <p:nvSpPr>
          <p:cNvPr id="84994" name="Rectangle 7">
            <a:extLst>
              <a:ext uri="{FF2B5EF4-FFF2-40B4-BE49-F238E27FC236}">
                <a16:creationId xmlns:a16="http://schemas.microsoft.com/office/drawing/2014/main" id="{254C140C-C9CF-8674-C916-4CFA50A00CBF}"/>
              </a:ext>
            </a:extLst>
          </p:cNvPr>
          <p:cNvSpPr>
            <a:spLocks noGrp="1" noChangeArrowheads="1"/>
          </p:cNvSpPr>
          <p:nvPr>
            <p:ph type="sldNum" sz="quarter" idx="5"/>
          </p:nvPr>
        </p:nvSpPr>
        <p:spPr>
          <a:noFill/>
        </p:spPr>
        <p:txBody>
          <a:bodyPr/>
          <a:lstStyle/>
          <a:p>
            <a:fld id="{E8D2A072-5840-4016-ABED-1588CD6E5A18}" type="slidenum">
              <a:rPr lang="en-US" smtClean="0"/>
              <a:pPr/>
              <a:t>25</a:t>
            </a:fld>
            <a:endParaRPr lang="en-US"/>
          </a:p>
        </p:txBody>
      </p:sp>
      <p:sp>
        <p:nvSpPr>
          <p:cNvPr id="84995" name="Rectangle 2">
            <a:extLst>
              <a:ext uri="{FF2B5EF4-FFF2-40B4-BE49-F238E27FC236}">
                <a16:creationId xmlns:a16="http://schemas.microsoft.com/office/drawing/2014/main" id="{CFA276DE-0127-87D3-FCE3-81BE01A85AC1}"/>
              </a:ext>
            </a:extLst>
          </p:cNvPr>
          <p:cNvSpPr>
            <a:spLocks noGrp="1" noRot="1" noChangeAspect="1" noChangeArrowheads="1" noTextEdit="1"/>
          </p:cNvSpPr>
          <p:nvPr>
            <p:ph type="sldImg"/>
          </p:nvPr>
        </p:nvSpPr>
        <p:spPr>
          <a:ln/>
        </p:spPr>
      </p:sp>
      <p:sp>
        <p:nvSpPr>
          <p:cNvPr id="84996" name="Rectangle 3">
            <a:extLst>
              <a:ext uri="{FF2B5EF4-FFF2-40B4-BE49-F238E27FC236}">
                <a16:creationId xmlns:a16="http://schemas.microsoft.com/office/drawing/2014/main" id="{4B3DD53E-C4FD-8D46-381A-94107D52A89D}"/>
              </a:ext>
            </a:extLst>
          </p:cNvPr>
          <p:cNvSpPr>
            <a:spLocks noGrp="1" noChangeArrowheads="1"/>
          </p:cNvSpPr>
          <p:nvPr>
            <p:ph type="body" idx="1"/>
          </p:nvPr>
        </p:nvSpPr>
        <p:spPr>
          <a:noFill/>
          <a:ln/>
        </p:spPr>
        <p:txBody>
          <a:bodyPr/>
          <a:lstStyle/>
          <a:p>
            <a:endParaRPr lang="en-US"/>
          </a:p>
        </p:txBody>
      </p:sp>
    </p:spTree>
    <p:extLst>
      <p:ext uri="{BB962C8B-B14F-4D97-AF65-F5344CB8AC3E}">
        <p14:creationId xmlns:p14="http://schemas.microsoft.com/office/powerpoint/2010/main" val="7738089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32EFBD-6430-22BE-2105-7BBB0CE4BE10}"/>
            </a:ext>
          </a:extLst>
        </p:cNvPr>
        <p:cNvGrpSpPr/>
        <p:nvPr/>
      </p:nvGrpSpPr>
      <p:grpSpPr>
        <a:xfrm>
          <a:off x="0" y="0"/>
          <a:ext cx="0" cy="0"/>
          <a:chOff x="0" y="0"/>
          <a:chExt cx="0" cy="0"/>
        </a:xfrm>
      </p:grpSpPr>
      <p:sp>
        <p:nvSpPr>
          <p:cNvPr id="84994" name="Rectangle 7">
            <a:extLst>
              <a:ext uri="{FF2B5EF4-FFF2-40B4-BE49-F238E27FC236}">
                <a16:creationId xmlns:a16="http://schemas.microsoft.com/office/drawing/2014/main" id="{7E39CB82-E4F7-2367-6261-CF36FA76FD1D}"/>
              </a:ext>
            </a:extLst>
          </p:cNvPr>
          <p:cNvSpPr>
            <a:spLocks noGrp="1" noChangeArrowheads="1"/>
          </p:cNvSpPr>
          <p:nvPr>
            <p:ph type="sldNum" sz="quarter" idx="5"/>
          </p:nvPr>
        </p:nvSpPr>
        <p:spPr>
          <a:noFill/>
        </p:spPr>
        <p:txBody>
          <a:bodyPr/>
          <a:lstStyle/>
          <a:p>
            <a:fld id="{E8D2A072-5840-4016-ABED-1588CD6E5A18}" type="slidenum">
              <a:rPr lang="en-US" smtClean="0"/>
              <a:pPr/>
              <a:t>26</a:t>
            </a:fld>
            <a:endParaRPr lang="en-US"/>
          </a:p>
        </p:txBody>
      </p:sp>
      <p:sp>
        <p:nvSpPr>
          <p:cNvPr id="84995" name="Rectangle 2">
            <a:extLst>
              <a:ext uri="{FF2B5EF4-FFF2-40B4-BE49-F238E27FC236}">
                <a16:creationId xmlns:a16="http://schemas.microsoft.com/office/drawing/2014/main" id="{2D46B5EA-5DFD-363E-E486-CA6FD0CDC02A}"/>
              </a:ext>
            </a:extLst>
          </p:cNvPr>
          <p:cNvSpPr>
            <a:spLocks noGrp="1" noRot="1" noChangeAspect="1" noChangeArrowheads="1" noTextEdit="1"/>
          </p:cNvSpPr>
          <p:nvPr>
            <p:ph type="sldImg"/>
          </p:nvPr>
        </p:nvSpPr>
        <p:spPr>
          <a:ln/>
        </p:spPr>
      </p:sp>
      <p:sp>
        <p:nvSpPr>
          <p:cNvPr id="84996" name="Rectangle 3">
            <a:extLst>
              <a:ext uri="{FF2B5EF4-FFF2-40B4-BE49-F238E27FC236}">
                <a16:creationId xmlns:a16="http://schemas.microsoft.com/office/drawing/2014/main" id="{F85BF889-25B5-3A41-3445-F3FC84B23C3F}"/>
              </a:ext>
            </a:extLst>
          </p:cNvPr>
          <p:cNvSpPr>
            <a:spLocks noGrp="1" noChangeArrowheads="1"/>
          </p:cNvSpPr>
          <p:nvPr>
            <p:ph type="body" idx="1"/>
          </p:nvPr>
        </p:nvSpPr>
        <p:spPr>
          <a:noFill/>
          <a:ln/>
        </p:spPr>
        <p:txBody>
          <a:bodyPr/>
          <a:lstStyle/>
          <a:p>
            <a:endParaRPr lang="en-US"/>
          </a:p>
        </p:txBody>
      </p:sp>
    </p:spTree>
    <p:extLst>
      <p:ext uri="{BB962C8B-B14F-4D97-AF65-F5344CB8AC3E}">
        <p14:creationId xmlns:p14="http://schemas.microsoft.com/office/powerpoint/2010/main" val="50083983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220CA8-EEA7-651E-D4C7-2773E5D955EC}"/>
            </a:ext>
          </a:extLst>
        </p:cNvPr>
        <p:cNvGrpSpPr/>
        <p:nvPr/>
      </p:nvGrpSpPr>
      <p:grpSpPr>
        <a:xfrm>
          <a:off x="0" y="0"/>
          <a:ext cx="0" cy="0"/>
          <a:chOff x="0" y="0"/>
          <a:chExt cx="0" cy="0"/>
        </a:xfrm>
      </p:grpSpPr>
      <p:sp>
        <p:nvSpPr>
          <p:cNvPr id="84994" name="Rectangle 7">
            <a:extLst>
              <a:ext uri="{FF2B5EF4-FFF2-40B4-BE49-F238E27FC236}">
                <a16:creationId xmlns:a16="http://schemas.microsoft.com/office/drawing/2014/main" id="{C016A623-48B7-6A59-3267-84CB05A33BB7}"/>
              </a:ext>
            </a:extLst>
          </p:cNvPr>
          <p:cNvSpPr>
            <a:spLocks noGrp="1" noChangeArrowheads="1"/>
          </p:cNvSpPr>
          <p:nvPr>
            <p:ph type="sldNum" sz="quarter" idx="5"/>
          </p:nvPr>
        </p:nvSpPr>
        <p:spPr>
          <a:noFill/>
        </p:spPr>
        <p:txBody>
          <a:bodyPr/>
          <a:lstStyle/>
          <a:p>
            <a:fld id="{E8D2A072-5840-4016-ABED-1588CD6E5A18}" type="slidenum">
              <a:rPr lang="en-US" smtClean="0"/>
              <a:pPr/>
              <a:t>27</a:t>
            </a:fld>
            <a:endParaRPr lang="en-US"/>
          </a:p>
        </p:txBody>
      </p:sp>
      <p:sp>
        <p:nvSpPr>
          <p:cNvPr id="84995" name="Rectangle 2">
            <a:extLst>
              <a:ext uri="{FF2B5EF4-FFF2-40B4-BE49-F238E27FC236}">
                <a16:creationId xmlns:a16="http://schemas.microsoft.com/office/drawing/2014/main" id="{C6B267FE-1BEB-BC0C-D8B6-BDDC689E7D96}"/>
              </a:ext>
            </a:extLst>
          </p:cNvPr>
          <p:cNvSpPr>
            <a:spLocks noGrp="1" noRot="1" noChangeAspect="1" noChangeArrowheads="1" noTextEdit="1"/>
          </p:cNvSpPr>
          <p:nvPr>
            <p:ph type="sldImg"/>
          </p:nvPr>
        </p:nvSpPr>
        <p:spPr>
          <a:ln/>
        </p:spPr>
      </p:sp>
      <p:sp>
        <p:nvSpPr>
          <p:cNvPr id="84996" name="Rectangle 3">
            <a:extLst>
              <a:ext uri="{FF2B5EF4-FFF2-40B4-BE49-F238E27FC236}">
                <a16:creationId xmlns:a16="http://schemas.microsoft.com/office/drawing/2014/main" id="{DF086BEC-E7E6-378C-05F7-6D503B01651E}"/>
              </a:ext>
            </a:extLst>
          </p:cNvPr>
          <p:cNvSpPr>
            <a:spLocks noGrp="1" noChangeArrowheads="1"/>
          </p:cNvSpPr>
          <p:nvPr>
            <p:ph type="body" idx="1"/>
          </p:nvPr>
        </p:nvSpPr>
        <p:spPr>
          <a:noFill/>
          <a:ln/>
        </p:spPr>
        <p:txBody>
          <a:bodyPr/>
          <a:lstStyle/>
          <a:p>
            <a:endParaRPr lang="en-US"/>
          </a:p>
        </p:txBody>
      </p:sp>
    </p:spTree>
    <p:extLst>
      <p:ext uri="{BB962C8B-B14F-4D97-AF65-F5344CB8AC3E}">
        <p14:creationId xmlns:p14="http://schemas.microsoft.com/office/powerpoint/2010/main" val="362081000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34" name="Rectangle 7"/>
          <p:cNvSpPr>
            <a:spLocks noGrp="1" noChangeArrowheads="1"/>
          </p:cNvSpPr>
          <p:nvPr>
            <p:ph type="sldNum" sz="quarter" idx="5"/>
          </p:nvPr>
        </p:nvSpPr>
        <p:spPr>
          <a:noFill/>
        </p:spPr>
        <p:txBody>
          <a:bodyPr/>
          <a:lstStyle/>
          <a:p>
            <a:fld id="{6C4F3BF0-CB90-4EEC-BCCB-F6B13565B22A}" type="slidenum">
              <a:rPr lang="en-US" smtClean="0"/>
              <a:pPr/>
              <a:t>28</a:t>
            </a:fld>
            <a:endParaRPr lang="en-US"/>
          </a:p>
        </p:txBody>
      </p:sp>
      <p:sp>
        <p:nvSpPr>
          <p:cNvPr id="146435" name="Rectangle 2"/>
          <p:cNvSpPr>
            <a:spLocks noGrp="1" noRot="1" noChangeAspect="1" noChangeArrowheads="1" noTextEdit="1"/>
          </p:cNvSpPr>
          <p:nvPr>
            <p:ph type="sldImg"/>
          </p:nvPr>
        </p:nvSpPr>
        <p:spPr>
          <a:ln/>
        </p:spPr>
      </p:sp>
      <p:sp>
        <p:nvSpPr>
          <p:cNvPr id="146436"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78042C-3E33-FAB9-1315-CB604658DBE3}"/>
            </a:ext>
          </a:extLst>
        </p:cNvPr>
        <p:cNvGrpSpPr/>
        <p:nvPr/>
      </p:nvGrpSpPr>
      <p:grpSpPr>
        <a:xfrm>
          <a:off x="0" y="0"/>
          <a:ext cx="0" cy="0"/>
          <a:chOff x="0" y="0"/>
          <a:chExt cx="0" cy="0"/>
        </a:xfrm>
      </p:grpSpPr>
      <p:sp>
        <p:nvSpPr>
          <p:cNvPr id="83970" name="Rectangle 7">
            <a:extLst>
              <a:ext uri="{FF2B5EF4-FFF2-40B4-BE49-F238E27FC236}">
                <a16:creationId xmlns:a16="http://schemas.microsoft.com/office/drawing/2014/main" id="{AC4E73A7-200B-7516-4249-D79D33861B38}"/>
              </a:ext>
            </a:extLst>
          </p:cNvPr>
          <p:cNvSpPr>
            <a:spLocks noGrp="1" noChangeArrowheads="1"/>
          </p:cNvSpPr>
          <p:nvPr>
            <p:ph type="sldNum" sz="quarter" idx="5"/>
          </p:nvPr>
        </p:nvSpPr>
        <p:spPr>
          <a:noFill/>
        </p:spPr>
        <p:txBody>
          <a:bodyPr/>
          <a:lstStyle/>
          <a:p>
            <a:fld id="{729FED4B-DB5E-41EC-882E-FB16FCF32A04}" type="slidenum">
              <a:rPr lang="en-US" smtClean="0"/>
              <a:pPr/>
              <a:t>29</a:t>
            </a:fld>
            <a:endParaRPr lang="en-US"/>
          </a:p>
        </p:txBody>
      </p:sp>
      <p:sp>
        <p:nvSpPr>
          <p:cNvPr id="83971" name="Rectangle 2">
            <a:extLst>
              <a:ext uri="{FF2B5EF4-FFF2-40B4-BE49-F238E27FC236}">
                <a16:creationId xmlns:a16="http://schemas.microsoft.com/office/drawing/2014/main" id="{DF24DF97-62A9-B430-52CB-144E9DD73B3F}"/>
              </a:ext>
            </a:extLst>
          </p:cNvPr>
          <p:cNvSpPr>
            <a:spLocks noGrp="1" noRot="1" noChangeAspect="1" noChangeArrowheads="1" noTextEdit="1"/>
          </p:cNvSpPr>
          <p:nvPr>
            <p:ph type="sldImg"/>
          </p:nvPr>
        </p:nvSpPr>
        <p:spPr>
          <a:ln/>
        </p:spPr>
      </p:sp>
      <p:sp>
        <p:nvSpPr>
          <p:cNvPr id="83972" name="Rectangle 3">
            <a:extLst>
              <a:ext uri="{FF2B5EF4-FFF2-40B4-BE49-F238E27FC236}">
                <a16:creationId xmlns:a16="http://schemas.microsoft.com/office/drawing/2014/main" id="{A41D5E98-020A-CF63-33DE-CB1ED25F9B4D}"/>
              </a:ext>
            </a:extLst>
          </p:cNvPr>
          <p:cNvSpPr>
            <a:spLocks noGrp="1" noChangeArrowheads="1"/>
          </p:cNvSpPr>
          <p:nvPr>
            <p:ph type="body" idx="1"/>
          </p:nvPr>
        </p:nvSpPr>
        <p:spPr>
          <a:noFill/>
          <a:ln/>
        </p:spPr>
        <p:txBody>
          <a:bodyPr/>
          <a:lstStyle/>
          <a:p>
            <a:endParaRPr lang="en-US"/>
          </a:p>
        </p:txBody>
      </p:sp>
    </p:spTree>
    <p:extLst>
      <p:ext uri="{BB962C8B-B14F-4D97-AF65-F5344CB8AC3E}">
        <p14:creationId xmlns:p14="http://schemas.microsoft.com/office/powerpoint/2010/main" val="20629928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3" name="Group 3"/>
          <p:cNvGrpSpPr>
            <a:grpSpLocks/>
          </p:cNvGrpSpPr>
          <p:nvPr/>
        </p:nvGrpSpPr>
        <p:grpSpPr bwMode="auto">
          <a:xfrm>
            <a:off x="298450" y="3948113"/>
            <a:ext cx="12915900" cy="268287"/>
            <a:chOff x="125" y="1865"/>
            <a:chExt cx="5424" cy="127"/>
          </a:xfrm>
        </p:grpSpPr>
        <p:sp>
          <p:nvSpPr>
            <p:cNvPr id="4" name="Rectangle 4"/>
            <p:cNvSpPr>
              <a:spLocks noChangeArrowheads="1"/>
            </p:cNvSpPr>
            <p:nvPr/>
          </p:nvSpPr>
          <p:spPr bwMode="auto">
            <a:xfrm>
              <a:off x="125" y="1865"/>
              <a:ext cx="1808" cy="127"/>
            </a:xfrm>
            <a:prstGeom prst="rect">
              <a:avLst/>
            </a:prstGeom>
            <a:solidFill>
              <a:srgbClr val="336699"/>
            </a:solidFill>
            <a:ln w="9525">
              <a:noFill/>
              <a:miter lim="800000"/>
              <a:headEnd/>
              <a:tailEnd/>
            </a:ln>
            <a:effectLst/>
          </p:spPr>
          <p:txBody>
            <a:bodyPr wrap="none" anchor="ctr"/>
            <a:lstStyle/>
            <a:p>
              <a:pPr>
                <a:defRPr/>
              </a:pPr>
              <a:endParaRPr lang="en-US">
                <a:cs typeface="ＭＳ Ｐゴシック" charset="-128"/>
              </a:endParaRPr>
            </a:p>
          </p:txBody>
        </p:sp>
        <p:sp>
          <p:nvSpPr>
            <p:cNvPr id="5" name="Rectangle 5"/>
            <p:cNvSpPr>
              <a:spLocks noChangeArrowheads="1"/>
            </p:cNvSpPr>
            <p:nvPr/>
          </p:nvSpPr>
          <p:spPr bwMode="auto">
            <a:xfrm>
              <a:off x="1933" y="1865"/>
              <a:ext cx="1808" cy="127"/>
            </a:xfrm>
            <a:prstGeom prst="rect">
              <a:avLst/>
            </a:prstGeom>
            <a:solidFill>
              <a:srgbClr val="99CCFF"/>
            </a:solidFill>
            <a:ln w="9525">
              <a:noFill/>
              <a:miter lim="800000"/>
              <a:headEnd/>
              <a:tailEnd/>
            </a:ln>
            <a:effectLst/>
          </p:spPr>
          <p:txBody>
            <a:bodyPr wrap="none" anchor="ctr"/>
            <a:lstStyle/>
            <a:p>
              <a:pPr>
                <a:defRPr/>
              </a:pPr>
              <a:endParaRPr lang="en-US">
                <a:cs typeface="ＭＳ Ｐゴシック" charset="-128"/>
              </a:endParaRPr>
            </a:p>
          </p:txBody>
        </p:sp>
        <p:sp>
          <p:nvSpPr>
            <p:cNvPr id="6" name="Rectangle 6"/>
            <p:cNvSpPr>
              <a:spLocks noChangeArrowheads="1"/>
            </p:cNvSpPr>
            <p:nvPr/>
          </p:nvSpPr>
          <p:spPr bwMode="auto">
            <a:xfrm>
              <a:off x="3741" y="1865"/>
              <a:ext cx="1808" cy="127"/>
            </a:xfrm>
            <a:prstGeom prst="rect">
              <a:avLst/>
            </a:prstGeom>
            <a:solidFill>
              <a:srgbClr val="336699"/>
            </a:solidFill>
            <a:ln w="9525">
              <a:noFill/>
              <a:miter lim="800000"/>
              <a:headEnd/>
              <a:tailEnd/>
            </a:ln>
            <a:effectLst/>
          </p:spPr>
          <p:txBody>
            <a:bodyPr wrap="none" anchor="ctr"/>
            <a:lstStyle/>
            <a:p>
              <a:pPr>
                <a:defRPr/>
              </a:pPr>
              <a:endParaRPr lang="en-US">
                <a:cs typeface="ＭＳ Ｐゴシック" charset="-128"/>
              </a:endParaRPr>
            </a:p>
          </p:txBody>
        </p:sp>
      </p:grpSp>
      <p:sp>
        <p:nvSpPr>
          <p:cNvPr id="7" name="Text Box 7"/>
          <p:cNvSpPr txBox="1">
            <a:spLocks noChangeArrowheads="1"/>
          </p:cNvSpPr>
          <p:nvPr/>
        </p:nvSpPr>
        <p:spPr bwMode="auto">
          <a:xfrm>
            <a:off x="9734550" y="8783638"/>
            <a:ext cx="4070350" cy="347662"/>
          </a:xfrm>
          <a:prstGeom prst="rect">
            <a:avLst/>
          </a:prstGeom>
          <a:noFill/>
          <a:ln w="9525">
            <a:noFill/>
            <a:miter lim="800000"/>
            <a:headEnd/>
            <a:tailEnd/>
          </a:ln>
          <a:effectLst/>
        </p:spPr>
        <p:txBody>
          <a:bodyPr lIns="130615" tIns="65308" rIns="130615" bIns="65308">
            <a:spAutoFit/>
          </a:bodyPr>
          <a:lstStyle/>
          <a:p>
            <a:pPr algn="ctr">
              <a:spcBef>
                <a:spcPct val="50000"/>
              </a:spcBef>
              <a:defRPr/>
            </a:pPr>
            <a:r>
              <a:rPr lang="en-US" sz="1400" b="1" dirty="0">
                <a:solidFill>
                  <a:srgbClr val="336699"/>
                </a:solidFill>
                <a:latin typeface="Helvetica" charset="0"/>
              </a:rPr>
              <a:t>Silberschatz, Galvin and Gagne ©2009</a:t>
            </a:r>
          </a:p>
        </p:txBody>
      </p:sp>
      <p:sp>
        <p:nvSpPr>
          <p:cNvPr id="8" name="Text Box 8"/>
          <p:cNvSpPr txBox="1">
            <a:spLocks noChangeArrowheads="1"/>
          </p:cNvSpPr>
          <p:nvPr/>
        </p:nvSpPr>
        <p:spPr bwMode="auto">
          <a:xfrm>
            <a:off x="41275" y="8818563"/>
            <a:ext cx="3778250" cy="347662"/>
          </a:xfrm>
          <a:prstGeom prst="rect">
            <a:avLst/>
          </a:prstGeom>
          <a:noFill/>
          <a:ln w="9525">
            <a:noFill/>
            <a:miter lim="800000"/>
            <a:headEnd/>
            <a:tailEnd/>
          </a:ln>
          <a:effectLst/>
        </p:spPr>
        <p:txBody>
          <a:bodyPr wrap="none" lIns="130615" tIns="65308" rIns="130615" bIns="65308">
            <a:spAutoFit/>
          </a:bodyPr>
          <a:lstStyle/>
          <a:p>
            <a:pPr>
              <a:spcBef>
                <a:spcPct val="50000"/>
              </a:spcBef>
              <a:defRPr/>
            </a:pPr>
            <a:r>
              <a:rPr lang="en-US" sz="1400" b="1" dirty="0">
                <a:solidFill>
                  <a:srgbClr val="336699"/>
                </a:solidFill>
                <a:latin typeface="Helvetica" charset="0"/>
              </a:rPr>
              <a:t>Operating System Concepts  – 8</a:t>
            </a:r>
            <a:r>
              <a:rPr lang="en-US" sz="1400" b="1" baseline="30000" dirty="0">
                <a:solidFill>
                  <a:srgbClr val="336699"/>
                </a:solidFill>
                <a:latin typeface="Helvetica" charset="0"/>
              </a:rPr>
              <a:t>th</a:t>
            </a:r>
            <a:r>
              <a:rPr lang="en-US" sz="1400" b="1" dirty="0">
                <a:solidFill>
                  <a:srgbClr val="336699"/>
                </a:solidFill>
                <a:latin typeface="Helvetica" charset="0"/>
              </a:rPr>
              <a:t> Edition</a:t>
            </a:r>
          </a:p>
        </p:txBody>
      </p:sp>
      <p:pic>
        <p:nvPicPr>
          <p:cNvPr id="9" name="Picture 9" descr="dino_4"/>
          <p:cNvPicPr>
            <a:picLocks noChangeAspect="1" noChangeArrowheads="1"/>
          </p:cNvPicPr>
          <p:nvPr/>
        </p:nvPicPr>
        <p:blipFill>
          <a:blip r:embed="rId2"/>
          <a:srcRect/>
          <a:stretch>
            <a:fillRect/>
          </a:stretch>
        </p:blipFill>
        <p:spPr bwMode="auto">
          <a:xfrm>
            <a:off x="5041900" y="5543550"/>
            <a:ext cx="3092450" cy="2125663"/>
          </a:xfrm>
          <a:prstGeom prst="rect">
            <a:avLst/>
          </a:prstGeom>
          <a:noFill/>
          <a:ln w="76200">
            <a:solidFill>
              <a:srgbClr val="336699"/>
            </a:solidFill>
            <a:miter lim="800000"/>
            <a:headEnd/>
            <a:tailEnd/>
          </a:ln>
        </p:spPr>
      </p:pic>
      <p:sp>
        <p:nvSpPr>
          <p:cNvPr id="10" name="Rectangle 10"/>
          <p:cNvSpPr>
            <a:spLocks noChangeArrowheads="1"/>
          </p:cNvSpPr>
          <p:nvPr/>
        </p:nvSpPr>
        <p:spPr bwMode="auto">
          <a:xfrm>
            <a:off x="4837113" y="5341938"/>
            <a:ext cx="3505200" cy="2517775"/>
          </a:xfrm>
          <a:prstGeom prst="rect">
            <a:avLst/>
          </a:prstGeom>
          <a:noFill/>
          <a:ln w="57150" cmpd="thinThick">
            <a:solidFill>
              <a:srgbClr val="66CCFF"/>
            </a:solidFill>
            <a:miter lim="800000"/>
            <a:headEnd/>
            <a:tailEnd/>
          </a:ln>
          <a:effectLst/>
        </p:spPr>
        <p:txBody>
          <a:bodyPr wrap="none" lIns="130615" tIns="65308" rIns="130615" bIns="65308" anchor="ctr"/>
          <a:lstStyle/>
          <a:p>
            <a:pPr>
              <a:defRPr/>
            </a:pPr>
            <a:endParaRPr lang="en-US">
              <a:cs typeface="ＭＳ Ｐゴシック" charset="-128"/>
            </a:endParaRPr>
          </a:p>
        </p:txBody>
      </p:sp>
      <p:sp>
        <p:nvSpPr>
          <p:cNvPr id="387074" name="Rectangle 2"/>
          <p:cNvSpPr>
            <a:spLocks noGrp="1" noChangeArrowheads="1"/>
          </p:cNvSpPr>
          <p:nvPr>
            <p:ph type="ctrTitle"/>
          </p:nvPr>
        </p:nvSpPr>
        <p:spPr>
          <a:xfrm>
            <a:off x="1028700" y="914400"/>
            <a:ext cx="11658600" cy="2836333"/>
          </a:xfrm>
        </p:spPr>
        <p:txBody>
          <a:bodyPr/>
          <a:lstStyle>
            <a:lvl1pPr>
              <a:defRPr sz="6100"/>
            </a:lvl1pPr>
          </a:lstStyle>
          <a:p>
            <a:r>
              <a:rPr lang="en-US"/>
              <a:t>Click to edit Master title style</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083470" y="5875867"/>
            <a:ext cx="11658600" cy="1816100"/>
          </a:xfrm>
        </p:spPr>
        <p:txBody>
          <a:bodyPr anchor="t"/>
          <a:lstStyle>
            <a:lvl1pPr algn="l">
              <a:defRPr sz="5700" b="1" cap="all"/>
            </a:lvl1pPr>
          </a:lstStyle>
          <a:p>
            <a:r>
              <a:rPr lang="en-US"/>
              <a:t>Click to edit Master title style</a:t>
            </a:r>
          </a:p>
        </p:txBody>
      </p:sp>
      <p:sp>
        <p:nvSpPr>
          <p:cNvPr id="3" name="Text Placeholder 2"/>
          <p:cNvSpPr>
            <a:spLocks noGrp="1"/>
          </p:cNvSpPr>
          <p:nvPr>
            <p:ph type="body" idx="1"/>
          </p:nvPr>
        </p:nvSpPr>
        <p:spPr>
          <a:xfrm>
            <a:off x="1083470" y="3875620"/>
            <a:ext cx="11658600" cy="2000249"/>
          </a:xfrm>
        </p:spPr>
        <p:txBody>
          <a:bodyPr anchor="b"/>
          <a:lstStyle>
            <a:lvl1pPr marL="0" indent="0">
              <a:buNone/>
              <a:defRPr sz="2900"/>
            </a:lvl1pPr>
            <a:lvl2pPr marL="653077" indent="0">
              <a:buNone/>
              <a:defRPr sz="2600"/>
            </a:lvl2pPr>
            <a:lvl3pPr marL="1306155" indent="0">
              <a:buNone/>
              <a:defRPr sz="2300"/>
            </a:lvl3pPr>
            <a:lvl4pPr marL="1959233" indent="0">
              <a:buNone/>
              <a:defRPr sz="2000"/>
            </a:lvl4pPr>
            <a:lvl5pPr marL="2612311" indent="0">
              <a:buNone/>
              <a:defRPr sz="2000"/>
            </a:lvl5pPr>
            <a:lvl6pPr marL="3265388" indent="0">
              <a:buNone/>
              <a:defRPr sz="2000"/>
            </a:lvl6pPr>
            <a:lvl7pPr marL="3918465" indent="0">
              <a:buNone/>
              <a:defRPr sz="2000"/>
            </a:lvl7pPr>
            <a:lvl8pPr marL="4571543" indent="0">
              <a:buNone/>
              <a:defRPr sz="2000"/>
            </a:lvl8pPr>
            <a:lvl9pPr marL="5224620" indent="0">
              <a:buNone/>
              <a:defRPr sz="2000"/>
            </a:lvl9pPr>
          </a:lstStyle>
          <a:p>
            <a:pPr lvl="0"/>
            <a:r>
              <a:rPr lang="en-US"/>
              <a:t>Click to edit Master text styles</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1209675" y="1644653"/>
            <a:ext cx="6057900" cy="6040967"/>
          </a:xfrm>
        </p:spPr>
        <p:txBody>
          <a:bodyPr/>
          <a:lstStyle>
            <a:lvl1pPr>
              <a:defRPr sz="4000"/>
            </a:lvl1pPr>
            <a:lvl2pPr>
              <a:defRPr sz="3400"/>
            </a:lvl2pPr>
            <a:lvl3pPr>
              <a:defRPr sz="2900"/>
            </a:lvl3pPr>
            <a:lvl4pPr>
              <a:defRPr sz="2600"/>
            </a:lvl4pPr>
            <a:lvl5pPr>
              <a:defRPr sz="2600"/>
            </a:lvl5pPr>
            <a:lvl6pPr>
              <a:defRPr sz="2600"/>
            </a:lvl6pPr>
            <a:lvl7pPr>
              <a:defRPr sz="2600"/>
            </a:lvl7pPr>
            <a:lvl8pPr>
              <a:defRPr sz="2600"/>
            </a:lvl8pPr>
            <a:lvl9pPr>
              <a:defRPr sz="2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7496175" y="1644653"/>
            <a:ext cx="6057900" cy="6040967"/>
          </a:xfrm>
        </p:spPr>
        <p:txBody>
          <a:bodyPr/>
          <a:lstStyle>
            <a:lvl1pPr>
              <a:defRPr sz="4000"/>
            </a:lvl1pPr>
            <a:lvl2pPr>
              <a:defRPr sz="3400"/>
            </a:lvl2pPr>
            <a:lvl3pPr>
              <a:defRPr sz="2900"/>
            </a:lvl3pPr>
            <a:lvl4pPr>
              <a:defRPr sz="2600"/>
            </a:lvl4pPr>
            <a:lvl5pPr>
              <a:defRPr sz="2600"/>
            </a:lvl5pPr>
            <a:lvl6pPr>
              <a:defRPr sz="2600"/>
            </a:lvl6pPr>
            <a:lvl7pPr>
              <a:defRPr sz="2600"/>
            </a:lvl7pPr>
            <a:lvl8pPr>
              <a:defRPr sz="2600"/>
            </a:lvl8pPr>
            <a:lvl9pPr>
              <a:defRPr sz="2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85800" y="366184"/>
            <a:ext cx="12344400" cy="1524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85800" y="2046817"/>
            <a:ext cx="6060282" cy="853016"/>
          </a:xfrm>
        </p:spPr>
        <p:txBody>
          <a:bodyPr anchor="b"/>
          <a:lstStyle>
            <a:lvl1pPr marL="0" indent="0">
              <a:buNone/>
              <a:defRPr sz="3400" b="1"/>
            </a:lvl1pPr>
            <a:lvl2pPr marL="653077" indent="0">
              <a:buNone/>
              <a:defRPr sz="2900" b="1"/>
            </a:lvl2pPr>
            <a:lvl3pPr marL="1306155" indent="0">
              <a:buNone/>
              <a:defRPr sz="2600" b="1"/>
            </a:lvl3pPr>
            <a:lvl4pPr marL="1959233" indent="0">
              <a:buNone/>
              <a:defRPr sz="2300" b="1"/>
            </a:lvl4pPr>
            <a:lvl5pPr marL="2612311" indent="0">
              <a:buNone/>
              <a:defRPr sz="2300" b="1"/>
            </a:lvl5pPr>
            <a:lvl6pPr marL="3265388" indent="0">
              <a:buNone/>
              <a:defRPr sz="2300" b="1"/>
            </a:lvl6pPr>
            <a:lvl7pPr marL="3918465" indent="0">
              <a:buNone/>
              <a:defRPr sz="2300" b="1"/>
            </a:lvl7pPr>
            <a:lvl8pPr marL="4571543" indent="0">
              <a:buNone/>
              <a:defRPr sz="2300" b="1"/>
            </a:lvl8pPr>
            <a:lvl9pPr marL="5224620" indent="0">
              <a:buNone/>
              <a:defRPr sz="2300" b="1"/>
            </a:lvl9pPr>
          </a:lstStyle>
          <a:p>
            <a:pPr lvl="0"/>
            <a:r>
              <a:rPr lang="en-US"/>
              <a:t>Click to edit Master text styles</a:t>
            </a:r>
          </a:p>
        </p:txBody>
      </p:sp>
      <p:sp>
        <p:nvSpPr>
          <p:cNvPr id="4" name="Content Placeholder 3"/>
          <p:cNvSpPr>
            <a:spLocks noGrp="1"/>
          </p:cNvSpPr>
          <p:nvPr>
            <p:ph sz="half" idx="2"/>
          </p:nvPr>
        </p:nvSpPr>
        <p:spPr>
          <a:xfrm>
            <a:off x="685800" y="2899833"/>
            <a:ext cx="6060282" cy="5268384"/>
          </a:xfrm>
        </p:spPr>
        <p:txBody>
          <a:bodyPr/>
          <a:lstStyle>
            <a:lvl1pPr>
              <a:defRPr sz="3400"/>
            </a:lvl1pPr>
            <a:lvl2pPr>
              <a:defRPr sz="2900"/>
            </a:lvl2pPr>
            <a:lvl3pPr>
              <a:defRPr sz="2600"/>
            </a:lvl3pPr>
            <a:lvl4pPr>
              <a:defRPr sz="2300"/>
            </a:lvl4pPr>
            <a:lvl5pPr>
              <a:defRPr sz="2300"/>
            </a:lvl5pPr>
            <a:lvl6pPr>
              <a:defRPr sz="2300"/>
            </a:lvl6pPr>
            <a:lvl7pPr>
              <a:defRPr sz="2300"/>
            </a:lvl7pPr>
            <a:lvl8pPr>
              <a:defRPr sz="2300"/>
            </a:lvl8pPr>
            <a:lvl9pPr>
              <a:defRPr sz="2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967540" y="2046817"/>
            <a:ext cx="6062663" cy="853016"/>
          </a:xfrm>
        </p:spPr>
        <p:txBody>
          <a:bodyPr anchor="b"/>
          <a:lstStyle>
            <a:lvl1pPr marL="0" indent="0">
              <a:buNone/>
              <a:defRPr sz="3400" b="1"/>
            </a:lvl1pPr>
            <a:lvl2pPr marL="653077" indent="0">
              <a:buNone/>
              <a:defRPr sz="2900" b="1"/>
            </a:lvl2pPr>
            <a:lvl3pPr marL="1306155" indent="0">
              <a:buNone/>
              <a:defRPr sz="2600" b="1"/>
            </a:lvl3pPr>
            <a:lvl4pPr marL="1959233" indent="0">
              <a:buNone/>
              <a:defRPr sz="2300" b="1"/>
            </a:lvl4pPr>
            <a:lvl5pPr marL="2612311" indent="0">
              <a:buNone/>
              <a:defRPr sz="2300" b="1"/>
            </a:lvl5pPr>
            <a:lvl6pPr marL="3265388" indent="0">
              <a:buNone/>
              <a:defRPr sz="2300" b="1"/>
            </a:lvl6pPr>
            <a:lvl7pPr marL="3918465" indent="0">
              <a:buNone/>
              <a:defRPr sz="2300" b="1"/>
            </a:lvl7pPr>
            <a:lvl8pPr marL="4571543" indent="0">
              <a:buNone/>
              <a:defRPr sz="2300" b="1"/>
            </a:lvl8pPr>
            <a:lvl9pPr marL="5224620" indent="0">
              <a:buNone/>
              <a:defRPr sz="2300" b="1"/>
            </a:lvl9pPr>
          </a:lstStyle>
          <a:p>
            <a:pPr lvl="0"/>
            <a:r>
              <a:rPr lang="en-US"/>
              <a:t>Click to edit Master text styles</a:t>
            </a:r>
          </a:p>
        </p:txBody>
      </p:sp>
      <p:sp>
        <p:nvSpPr>
          <p:cNvPr id="6" name="Content Placeholder 5"/>
          <p:cNvSpPr>
            <a:spLocks noGrp="1"/>
          </p:cNvSpPr>
          <p:nvPr>
            <p:ph sz="quarter" idx="4"/>
          </p:nvPr>
        </p:nvSpPr>
        <p:spPr>
          <a:xfrm>
            <a:off x="6967540" y="2899833"/>
            <a:ext cx="6062663" cy="5268384"/>
          </a:xfrm>
        </p:spPr>
        <p:txBody>
          <a:bodyPr/>
          <a:lstStyle>
            <a:lvl1pPr>
              <a:defRPr sz="3400"/>
            </a:lvl1pPr>
            <a:lvl2pPr>
              <a:defRPr sz="2900"/>
            </a:lvl2pPr>
            <a:lvl3pPr>
              <a:defRPr sz="2600"/>
            </a:lvl3pPr>
            <a:lvl4pPr>
              <a:defRPr sz="2300"/>
            </a:lvl4pPr>
            <a:lvl5pPr>
              <a:defRPr sz="2300"/>
            </a:lvl5pPr>
            <a:lvl6pPr>
              <a:defRPr sz="2300"/>
            </a:lvl6pPr>
            <a:lvl7pPr>
              <a:defRPr sz="2300"/>
            </a:lvl7pPr>
            <a:lvl8pPr>
              <a:defRPr sz="2300"/>
            </a:lvl8pPr>
            <a:lvl9pPr>
              <a:defRPr sz="2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2" y="364067"/>
            <a:ext cx="4512470" cy="1549400"/>
          </a:xfrm>
        </p:spPr>
        <p:txBody>
          <a:bodyPr/>
          <a:lstStyle>
            <a:lvl1pPr algn="l">
              <a:defRPr sz="2900" b="1"/>
            </a:lvl1pPr>
          </a:lstStyle>
          <a:p>
            <a:r>
              <a:rPr lang="en-US"/>
              <a:t>Click to edit Master title style</a:t>
            </a:r>
          </a:p>
        </p:txBody>
      </p:sp>
      <p:sp>
        <p:nvSpPr>
          <p:cNvPr id="3" name="Content Placeholder 2"/>
          <p:cNvSpPr>
            <a:spLocks noGrp="1"/>
          </p:cNvSpPr>
          <p:nvPr>
            <p:ph idx="1"/>
          </p:nvPr>
        </p:nvSpPr>
        <p:spPr>
          <a:xfrm>
            <a:off x="5362575" y="364069"/>
            <a:ext cx="7667625" cy="7804151"/>
          </a:xfrm>
        </p:spPr>
        <p:txBody>
          <a:bodyPr/>
          <a:lstStyle>
            <a:lvl1pPr>
              <a:defRPr sz="4600"/>
            </a:lvl1pPr>
            <a:lvl2pPr>
              <a:defRPr sz="4000"/>
            </a:lvl2pPr>
            <a:lvl3pPr>
              <a:defRPr sz="3400"/>
            </a:lvl3pPr>
            <a:lvl4pPr>
              <a:defRPr sz="2900"/>
            </a:lvl4pPr>
            <a:lvl5pPr>
              <a:defRPr sz="2900"/>
            </a:lvl5pPr>
            <a:lvl6pPr>
              <a:defRPr sz="2900"/>
            </a:lvl6pPr>
            <a:lvl7pPr>
              <a:defRPr sz="2900"/>
            </a:lvl7pPr>
            <a:lvl8pPr>
              <a:defRPr sz="2900"/>
            </a:lvl8pPr>
            <a:lvl9pPr>
              <a:defRPr sz="29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85802" y="1913469"/>
            <a:ext cx="4512470" cy="6254751"/>
          </a:xfrm>
        </p:spPr>
        <p:txBody>
          <a:bodyPr/>
          <a:lstStyle>
            <a:lvl1pPr marL="0" indent="0">
              <a:buNone/>
              <a:defRPr sz="2000"/>
            </a:lvl1pPr>
            <a:lvl2pPr marL="653077" indent="0">
              <a:buNone/>
              <a:defRPr sz="1700"/>
            </a:lvl2pPr>
            <a:lvl3pPr marL="1306155" indent="0">
              <a:buNone/>
              <a:defRPr sz="1400"/>
            </a:lvl3pPr>
            <a:lvl4pPr marL="1959233" indent="0">
              <a:buNone/>
              <a:defRPr sz="1300"/>
            </a:lvl4pPr>
            <a:lvl5pPr marL="2612311" indent="0">
              <a:buNone/>
              <a:defRPr sz="1300"/>
            </a:lvl5pPr>
            <a:lvl6pPr marL="3265388" indent="0">
              <a:buNone/>
              <a:defRPr sz="1300"/>
            </a:lvl6pPr>
            <a:lvl7pPr marL="3918465" indent="0">
              <a:buNone/>
              <a:defRPr sz="1300"/>
            </a:lvl7pPr>
            <a:lvl8pPr marL="4571543" indent="0">
              <a:buNone/>
              <a:defRPr sz="1300"/>
            </a:lvl8pPr>
            <a:lvl9pPr marL="5224620" indent="0">
              <a:buNone/>
              <a:defRPr sz="1300"/>
            </a:lvl9pPr>
          </a:lstStyle>
          <a:p>
            <a:pPr lvl="0"/>
            <a:r>
              <a:rPr lang="en-US"/>
              <a:t>Click to edit Master text styles</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688432" y="6400801"/>
            <a:ext cx="8229600" cy="755651"/>
          </a:xfrm>
        </p:spPr>
        <p:txBody>
          <a:bodyPr/>
          <a:lstStyle>
            <a:lvl1pPr algn="l">
              <a:defRPr sz="2900" b="1"/>
            </a:lvl1pPr>
          </a:lstStyle>
          <a:p>
            <a:r>
              <a:rPr lang="en-US"/>
              <a:t>Click to edit Master title style</a:t>
            </a:r>
          </a:p>
        </p:txBody>
      </p:sp>
      <p:sp>
        <p:nvSpPr>
          <p:cNvPr id="3" name="Picture Placeholder 2"/>
          <p:cNvSpPr>
            <a:spLocks noGrp="1"/>
          </p:cNvSpPr>
          <p:nvPr>
            <p:ph type="pic" idx="1"/>
          </p:nvPr>
        </p:nvSpPr>
        <p:spPr>
          <a:xfrm>
            <a:off x="2688432" y="817033"/>
            <a:ext cx="8229600" cy="5486400"/>
          </a:xfrm>
        </p:spPr>
        <p:txBody>
          <a:bodyPr/>
          <a:lstStyle>
            <a:lvl1pPr marL="0" indent="0">
              <a:buNone/>
              <a:defRPr sz="4600"/>
            </a:lvl1pPr>
            <a:lvl2pPr marL="653077" indent="0">
              <a:buNone/>
              <a:defRPr sz="4000"/>
            </a:lvl2pPr>
            <a:lvl3pPr marL="1306155" indent="0">
              <a:buNone/>
              <a:defRPr sz="3400"/>
            </a:lvl3pPr>
            <a:lvl4pPr marL="1959233" indent="0">
              <a:buNone/>
              <a:defRPr sz="2900"/>
            </a:lvl4pPr>
            <a:lvl5pPr marL="2612311" indent="0">
              <a:buNone/>
              <a:defRPr sz="2900"/>
            </a:lvl5pPr>
            <a:lvl6pPr marL="3265388" indent="0">
              <a:buNone/>
              <a:defRPr sz="2900"/>
            </a:lvl6pPr>
            <a:lvl7pPr marL="3918465" indent="0">
              <a:buNone/>
              <a:defRPr sz="2900"/>
            </a:lvl7pPr>
            <a:lvl8pPr marL="4571543" indent="0">
              <a:buNone/>
              <a:defRPr sz="2900"/>
            </a:lvl8pPr>
            <a:lvl9pPr marL="5224620" indent="0">
              <a:buNone/>
              <a:defRPr sz="2900"/>
            </a:lvl9pPr>
          </a:lstStyle>
          <a:p>
            <a:pPr lvl="0"/>
            <a:endParaRPr lang="en-US" noProof="0"/>
          </a:p>
        </p:txBody>
      </p:sp>
      <p:sp>
        <p:nvSpPr>
          <p:cNvPr id="4" name="Text Placeholder 3"/>
          <p:cNvSpPr>
            <a:spLocks noGrp="1"/>
          </p:cNvSpPr>
          <p:nvPr>
            <p:ph type="body" sz="half" idx="2"/>
          </p:nvPr>
        </p:nvSpPr>
        <p:spPr>
          <a:xfrm>
            <a:off x="2688432" y="7156452"/>
            <a:ext cx="8229600" cy="1073149"/>
          </a:xfrm>
        </p:spPr>
        <p:txBody>
          <a:bodyPr/>
          <a:lstStyle>
            <a:lvl1pPr marL="0" indent="0">
              <a:buNone/>
              <a:defRPr sz="2000"/>
            </a:lvl1pPr>
            <a:lvl2pPr marL="653077" indent="0">
              <a:buNone/>
              <a:defRPr sz="1700"/>
            </a:lvl2pPr>
            <a:lvl3pPr marL="1306155" indent="0">
              <a:buNone/>
              <a:defRPr sz="1400"/>
            </a:lvl3pPr>
            <a:lvl4pPr marL="1959233" indent="0">
              <a:buNone/>
              <a:defRPr sz="1300"/>
            </a:lvl4pPr>
            <a:lvl5pPr marL="2612311" indent="0">
              <a:buNone/>
              <a:defRPr sz="1300"/>
            </a:lvl5pPr>
            <a:lvl6pPr marL="3265388" indent="0">
              <a:buNone/>
              <a:defRPr sz="1300"/>
            </a:lvl6pPr>
            <a:lvl7pPr marL="3918465" indent="0">
              <a:buNone/>
              <a:defRPr sz="1300"/>
            </a:lvl7pPr>
            <a:lvl8pPr marL="4571543" indent="0">
              <a:buNone/>
              <a:defRPr sz="1300"/>
            </a:lvl8pPr>
            <a:lvl9pPr marL="5224620" indent="0">
              <a:buNone/>
              <a:defRPr sz="1300"/>
            </a:lvl9pPr>
          </a:lstStyle>
          <a:p>
            <a:pPr lvl="0"/>
            <a:r>
              <a:rPr lang="en-US"/>
              <a:t>Click to edit Master text styles</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0337007" y="370417"/>
            <a:ext cx="3217068" cy="73152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85800" y="370417"/>
            <a:ext cx="9422607" cy="73152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85800" y="370419"/>
            <a:ext cx="12344400" cy="768349"/>
          </a:xfrm>
        </p:spPr>
        <p:txBody>
          <a:bodyPr/>
          <a:lstStyle/>
          <a:p>
            <a:r>
              <a:rPr lang="en-US"/>
              <a:t>Click to edit Master title style</a:t>
            </a:r>
          </a:p>
        </p:txBody>
      </p:sp>
      <p:sp>
        <p:nvSpPr>
          <p:cNvPr id="3" name="Text Placeholder 2"/>
          <p:cNvSpPr>
            <a:spLocks noGrp="1"/>
          </p:cNvSpPr>
          <p:nvPr>
            <p:ph type="body" sz="half" idx="1"/>
          </p:nvPr>
        </p:nvSpPr>
        <p:spPr>
          <a:xfrm>
            <a:off x="1209675" y="1644653"/>
            <a:ext cx="6057900" cy="604096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7496175" y="1644653"/>
            <a:ext cx="6057900" cy="604096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jpe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6" name="Picture 2" descr="dino_3"/>
          <p:cNvPicPr>
            <a:picLocks noChangeAspect="1" noChangeArrowheads="1"/>
          </p:cNvPicPr>
          <p:nvPr/>
        </p:nvPicPr>
        <p:blipFill>
          <a:blip r:embed="rId14"/>
          <a:srcRect/>
          <a:stretch>
            <a:fillRect/>
          </a:stretch>
        </p:blipFill>
        <p:spPr bwMode="auto">
          <a:xfrm>
            <a:off x="428625" y="0"/>
            <a:ext cx="1793875" cy="1211263"/>
          </a:xfrm>
          <a:prstGeom prst="rect">
            <a:avLst/>
          </a:prstGeom>
          <a:noFill/>
          <a:ln w="9525">
            <a:noFill/>
            <a:miter lim="800000"/>
            <a:headEnd/>
            <a:tailEnd/>
          </a:ln>
        </p:spPr>
      </p:pic>
      <p:sp>
        <p:nvSpPr>
          <p:cNvPr id="1027" name="Rectangle 3"/>
          <p:cNvSpPr>
            <a:spLocks noGrp="1" noChangeArrowheads="1"/>
          </p:cNvSpPr>
          <p:nvPr>
            <p:ph type="title"/>
          </p:nvPr>
        </p:nvSpPr>
        <p:spPr bwMode="auto">
          <a:xfrm>
            <a:off x="685800" y="369888"/>
            <a:ext cx="12344400" cy="768350"/>
          </a:xfrm>
          <a:prstGeom prst="rect">
            <a:avLst/>
          </a:prstGeom>
          <a:noFill/>
          <a:ln w="9525">
            <a:noFill/>
            <a:miter lim="800000"/>
            <a:headEnd/>
            <a:tailEnd/>
          </a:ln>
        </p:spPr>
        <p:txBody>
          <a:bodyPr vert="horz" wrap="square" lIns="130615" tIns="65308" rIns="130615" bIns="65308" numCol="1" anchor="b" anchorCtr="0" compatLnSpc="1">
            <a:prstTxWarp prst="textNoShape">
              <a:avLst/>
            </a:prstTxWarp>
          </a:bodyPr>
          <a:lstStyle/>
          <a:p>
            <a:pPr lvl="0"/>
            <a:r>
              <a:rPr lang="en-US"/>
              <a:t>Click to edit Master title style</a:t>
            </a:r>
          </a:p>
        </p:txBody>
      </p:sp>
      <p:sp>
        <p:nvSpPr>
          <p:cNvPr id="1028" name="Rectangle 4"/>
          <p:cNvSpPr>
            <a:spLocks noGrp="1" noChangeArrowheads="1"/>
          </p:cNvSpPr>
          <p:nvPr>
            <p:ph type="body" idx="1"/>
          </p:nvPr>
        </p:nvSpPr>
        <p:spPr bwMode="auto">
          <a:xfrm>
            <a:off x="1209675" y="1644650"/>
            <a:ext cx="12344400" cy="6040438"/>
          </a:xfrm>
          <a:prstGeom prst="rect">
            <a:avLst/>
          </a:prstGeom>
          <a:noFill/>
          <a:ln w="9525">
            <a:noFill/>
            <a:miter lim="800000"/>
            <a:headEnd/>
            <a:tailEnd/>
          </a:ln>
        </p:spPr>
        <p:txBody>
          <a:bodyPr vert="horz" wrap="square" lIns="130615" tIns="65308" rIns="130615" bIns="65308"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86053" name="Rectangle 5"/>
          <p:cNvSpPr>
            <a:spLocks noChangeArrowheads="1"/>
          </p:cNvSpPr>
          <p:nvPr/>
        </p:nvSpPr>
        <p:spPr bwMode="auto">
          <a:xfrm>
            <a:off x="0" y="0"/>
            <a:ext cx="342900" cy="3048000"/>
          </a:xfrm>
          <a:prstGeom prst="rect">
            <a:avLst/>
          </a:prstGeom>
          <a:solidFill>
            <a:srgbClr val="336699"/>
          </a:solidFill>
          <a:ln w="9525">
            <a:noFill/>
            <a:miter lim="800000"/>
            <a:headEnd/>
            <a:tailEnd/>
          </a:ln>
          <a:effectLst/>
        </p:spPr>
        <p:txBody>
          <a:bodyPr wrap="none" lIns="130615" tIns="65308" rIns="130615" bIns="65308" anchor="ctr"/>
          <a:lstStyle/>
          <a:p>
            <a:pPr algn="ctr" eaLnBrk="1" hangingPunct="1">
              <a:defRPr/>
            </a:pPr>
            <a:endParaRPr lang="en-US" sz="3400" dirty="0">
              <a:latin typeface="Times New Roman" charset="0"/>
              <a:cs typeface="ＭＳ Ｐゴシック" charset="-128"/>
            </a:endParaRPr>
          </a:p>
        </p:txBody>
      </p:sp>
      <p:sp>
        <p:nvSpPr>
          <p:cNvPr id="386054" name="Line 6"/>
          <p:cNvSpPr>
            <a:spLocks noChangeShapeType="1"/>
          </p:cNvSpPr>
          <p:nvPr/>
        </p:nvSpPr>
        <p:spPr bwMode="auto">
          <a:xfrm>
            <a:off x="685800" y="1147763"/>
            <a:ext cx="12115800" cy="0"/>
          </a:xfrm>
          <a:prstGeom prst="line">
            <a:avLst/>
          </a:prstGeom>
          <a:noFill/>
          <a:ln w="19050">
            <a:solidFill>
              <a:srgbClr val="336699"/>
            </a:solidFill>
            <a:round/>
            <a:headEnd/>
            <a:tailEnd/>
          </a:ln>
          <a:effectLst/>
        </p:spPr>
        <p:txBody>
          <a:bodyPr lIns="130615" tIns="65308" rIns="130615" bIns="65308"/>
          <a:lstStyle/>
          <a:p>
            <a:pPr>
              <a:defRPr/>
            </a:pPr>
            <a:endParaRPr lang="en-US">
              <a:ea typeface="+mn-ea"/>
            </a:endParaRPr>
          </a:p>
        </p:txBody>
      </p:sp>
      <p:sp>
        <p:nvSpPr>
          <p:cNvPr id="386055" name="Rectangle 7"/>
          <p:cNvSpPr>
            <a:spLocks noChangeArrowheads="1"/>
          </p:cNvSpPr>
          <p:nvPr/>
        </p:nvSpPr>
        <p:spPr bwMode="auto">
          <a:xfrm>
            <a:off x="0" y="3048000"/>
            <a:ext cx="342900" cy="3048000"/>
          </a:xfrm>
          <a:prstGeom prst="rect">
            <a:avLst/>
          </a:prstGeom>
          <a:solidFill>
            <a:srgbClr val="99CCFF"/>
          </a:solidFill>
          <a:ln w="9525">
            <a:noFill/>
            <a:miter lim="800000"/>
            <a:headEnd/>
            <a:tailEnd/>
          </a:ln>
          <a:effectLst/>
        </p:spPr>
        <p:txBody>
          <a:bodyPr wrap="none" lIns="130615" tIns="65308" rIns="130615" bIns="65308" anchor="ctr"/>
          <a:lstStyle/>
          <a:p>
            <a:pPr algn="ctr" eaLnBrk="1" hangingPunct="1">
              <a:defRPr/>
            </a:pPr>
            <a:endParaRPr lang="en-US" sz="3400" dirty="0">
              <a:latin typeface="Times New Roman" charset="0"/>
              <a:cs typeface="ＭＳ Ｐゴシック" charset="-128"/>
            </a:endParaRPr>
          </a:p>
        </p:txBody>
      </p:sp>
      <p:sp>
        <p:nvSpPr>
          <p:cNvPr id="386056" name="Rectangle 8"/>
          <p:cNvSpPr>
            <a:spLocks noChangeArrowheads="1"/>
          </p:cNvSpPr>
          <p:nvPr/>
        </p:nvSpPr>
        <p:spPr bwMode="auto">
          <a:xfrm>
            <a:off x="0" y="6096000"/>
            <a:ext cx="342900" cy="3048000"/>
          </a:xfrm>
          <a:prstGeom prst="rect">
            <a:avLst/>
          </a:prstGeom>
          <a:solidFill>
            <a:srgbClr val="336699"/>
          </a:solidFill>
          <a:ln w="9525">
            <a:noFill/>
            <a:miter lim="800000"/>
            <a:headEnd/>
            <a:tailEnd/>
          </a:ln>
          <a:effectLst/>
        </p:spPr>
        <p:txBody>
          <a:bodyPr wrap="none" lIns="130615" tIns="65308" rIns="130615" bIns="65308" anchor="ctr"/>
          <a:lstStyle/>
          <a:p>
            <a:pPr algn="ctr" eaLnBrk="1" hangingPunct="1">
              <a:defRPr/>
            </a:pPr>
            <a:endParaRPr lang="en-US" sz="3400" dirty="0">
              <a:latin typeface="Times New Roman" charset="0"/>
              <a:cs typeface="ＭＳ Ｐゴシック" charset="-128"/>
            </a:endParaRPr>
          </a:p>
        </p:txBody>
      </p:sp>
      <p:sp>
        <p:nvSpPr>
          <p:cNvPr id="386057" name="Text Box 9"/>
          <p:cNvSpPr txBox="1">
            <a:spLocks noChangeArrowheads="1"/>
          </p:cNvSpPr>
          <p:nvPr/>
        </p:nvSpPr>
        <p:spPr bwMode="auto">
          <a:xfrm>
            <a:off x="6403975" y="8818563"/>
            <a:ext cx="631825" cy="347662"/>
          </a:xfrm>
          <a:prstGeom prst="rect">
            <a:avLst/>
          </a:prstGeom>
          <a:noFill/>
          <a:ln w="9525">
            <a:noFill/>
            <a:miter lim="800000"/>
            <a:headEnd/>
            <a:tailEnd/>
          </a:ln>
          <a:effectLst/>
        </p:spPr>
        <p:txBody>
          <a:bodyPr wrap="none" lIns="130615" tIns="65308" rIns="130615" bIns="65308">
            <a:spAutoFit/>
          </a:bodyPr>
          <a:lstStyle/>
          <a:p>
            <a:pPr algn="ctr">
              <a:spcBef>
                <a:spcPct val="50000"/>
              </a:spcBef>
              <a:defRPr/>
            </a:pPr>
            <a:r>
              <a:rPr lang="en-US" sz="1400" b="1" dirty="0">
                <a:solidFill>
                  <a:srgbClr val="006699"/>
                </a:solidFill>
                <a:latin typeface="Helvetica" charset="0"/>
              </a:rPr>
              <a:t>6.</a:t>
            </a:r>
            <a:fld id="{FB946F32-2622-4F85-97B7-64716C0D24A8}" type="slidenum">
              <a:rPr lang="en-US" sz="1400" b="1">
                <a:solidFill>
                  <a:srgbClr val="006699"/>
                </a:solidFill>
                <a:latin typeface="Helvetica" charset="0"/>
              </a:rPr>
              <a:pPr algn="ctr">
                <a:spcBef>
                  <a:spcPct val="50000"/>
                </a:spcBef>
                <a:defRPr/>
              </a:pPr>
              <a:t>‹#›</a:t>
            </a:fld>
            <a:endParaRPr lang="en-US" sz="1400" b="1" dirty="0">
              <a:solidFill>
                <a:srgbClr val="006699"/>
              </a:solidFill>
              <a:latin typeface="Helvetica" charset="0"/>
            </a:endParaRPr>
          </a:p>
        </p:txBody>
      </p:sp>
      <p:sp>
        <p:nvSpPr>
          <p:cNvPr id="386058" name="Text Box 10"/>
          <p:cNvSpPr txBox="1">
            <a:spLocks noChangeArrowheads="1"/>
          </p:cNvSpPr>
          <p:nvPr/>
        </p:nvSpPr>
        <p:spPr bwMode="auto">
          <a:xfrm>
            <a:off x="9734550" y="8783638"/>
            <a:ext cx="4070350" cy="347662"/>
          </a:xfrm>
          <a:prstGeom prst="rect">
            <a:avLst/>
          </a:prstGeom>
          <a:noFill/>
          <a:ln w="9525">
            <a:noFill/>
            <a:miter lim="800000"/>
            <a:headEnd/>
            <a:tailEnd/>
          </a:ln>
          <a:effectLst/>
        </p:spPr>
        <p:txBody>
          <a:bodyPr lIns="130615" tIns="65308" rIns="130615" bIns="65308">
            <a:spAutoFit/>
          </a:bodyPr>
          <a:lstStyle/>
          <a:p>
            <a:pPr algn="ctr">
              <a:spcBef>
                <a:spcPct val="50000"/>
              </a:spcBef>
              <a:defRPr/>
            </a:pPr>
            <a:r>
              <a:rPr lang="en-US" sz="1400" b="1" dirty="0">
                <a:solidFill>
                  <a:srgbClr val="006699"/>
                </a:solidFill>
                <a:latin typeface="Helvetica" charset="0"/>
              </a:rPr>
              <a:t>Silberschatz, Galvin and Gagne ©2009</a:t>
            </a:r>
          </a:p>
        </p:txBody>
      </p:sp>
      <p:sp>
        <p:nvSpPr>
          <p:cNvPr id="386059" name="Text Box 11"/>
          <p:cNvSpPr txBox="1">
            <a:spLocks noChangeArrowheads="1"/>
          </p:cNvSpPr>
          <p:nvPr/>
        </p:nvSpPr>
        <p:spPr bwMode="auto">
          <a:xfrm>
            <a:off x="279400" y="8828088"/>
            <a:ext cx="3727450" cy="347662"/>
          </a:xfrm>
          <a:prstGeom prst="rect">
            <a:avLst/>
          </a:prstGeom>
          <a:noFill/>
          <a:ln w="9525">
            <a:noFill/>
            <a:miter lim="800000"/>
            <a:headEnd/>
            <a:tailEnd/>
          </a:ln>
          <a:effectLst/>
        </p:spPr>
        <p:txBody>
          <a:bodyPr wrap="none" lIns="130615" tIns="65308" rIns="130615" bIns="65308">
            <a:spAutoFit/>
          </a:bodyPr>
          <a:lstStyle/>
          <a:p>
            <a:pPr>
              <a:spcBef>
                <a:spcPct val="50000"/>
              </a:spcBef>
              <a:defRPr/>
            </a:pPr>
            <a:r>
              <a:rPr lang="en-US" sz="1400" b="1" dirty="0">
                <a:solidFill>
                  <a:srgbClr val="006699"/>
                </a:solidFill>
                <a:latin typeface="Helvetica" charset="0"/>
              </a:rPr>
              <a:t>Operating System Concepts – 8</a:t>
            </a:r>
            <a:r>
              <a:rPr lang="en-US" sz="1400" b="1" baseline="30000" dirty="0">
                <a:solidFill>
                  <a:srgbClr val="006699"/>
                </a:solidFill>
                <a:latin typeface="Helvetica" charset="0"/>
              </a:rPr>
              <a:t>th</a:t>
            </a:r>
            <a:r>
              <a:rPr lang="en-US" sz="1400" b="1" dirty="0">
                <a:solidFill>
                  <a:srgbClr val="006699"/>
                </a:solidFill>
                <a:latin typeface="Helvetica" charset="0"/>
              </a:rPr>
              <a:t> Edition</a:t>
            </a:r>
          </a:p>
        </p:txBody>
      </p:sp>
      <p:pic>
        <p:nvPicPr>
          <p:cNvPr id="1036" name="Picture 12" descr="dino_6"/>
          <p:cNvPicPr>
            <a:picLocks noChangeAspect="1" noChangeArrowheads="1"/>
          </p:cNvPicPr>
          <p:nvPr/>
        </p:nvPicPr>
        <p:blipFill>
          <a:blip r:embed="rId15"/>
          <a:srcRect/>
          <a:stretch>
            <a:fillRect/>
          </a:stretch>
        </p:blipFill>
        <p:spPr bwMode="auto">
          <a:xfrm>
            <a:off x="11661775" y="7799388"/>
            <a:ext cx="1925638" cy="1057275"/>
          </a:xfrm>
          <a:prstGeom prst="rect">
            <a:avLst/>
          </a:prstGeom>
          <a:noFill/>
          <a:ln w="9525">
            <a:noFill/>
            <a:miter lim="800000"/>
            <a:headEnd/>
            <a:tailEnd/>
          </a:ln>
        </p:spPr>
      </p:pic>
    </p:spTree>
  </p:cSld>
  <p:clrMap bg1="lt1" tx1="dk1" bg2="lt2" tx2="dk2" accent1="accent1" accent2="accent2" accent3="accent3" accent4="accent4" accent5="accent5" accent6="accent6" hlink="hlink" folHlink="folHlink"/>
  <p:sldLayoutIdLst>
    <p:sldLayoutId id="2147483824" r:id="rId1"/>
    <p:sldLayoutId id="2147483813" r:id="rId2"/>
    <p:sldLayoutId id="2147483814" r:id="rId3"/>
    <p:sldLayoutId id="2147483815" r:id="rId4"/>
    <p:sldLayoutId id="2147483816" r:id="rId5"/>
    <p:sldLayoutId id="2147483817" r:id="rId6"/>
    <p:sldLayoutId id="2147483818" r:id="rId7"/>
    <p:sldLayoutId id="2147483819" r:id="rId8"/>
    <p:sldLayoutId id="2147483820" r:id="rId9"/>
    <p:sldLayoutId id="2147483821" r:id="rId10"/>
    <p:sldLayoutId id="2147483822" r:id="rId11"/>
    <p:sldLayoutId id="2147483823" r:id="rId12"/>
  </p:sldLayoutIdLst>
  <p:txStyles>
    <p:titleStyle>
      <a:lvl1pPr algn="ctr" rtl="0" eaLnBrk="0" fontAlgn="base" hangingPunct="0">
        <a:spcBef>
          <a:spcPct val="0"/>
        </a:spcBef>
        <a:spcAft>
          <a:spcPct val="0"/>
        </a:spcAft>
        <a:defRPr sz="4600" b="1">
          <a:solidFill>
            <a:srgbClr val="006699"/>
          </a:solidFill>
          <a:latin typeface="+mj-lt"/>
          <a:ea typeface="ＭＳ Ｐゴシック" charset="-128"/>
          <a:cs typeface="ＭＳ Ｐゴシック" charset="-128"/>
        </a:defRPr>
      </a:lvl1pPr>
      <a:lvl2pPr algn="ctr" rtl="0" eaLnBrk="0" fontAlgn="base" hangingPunct="0">
        <a:spcBef>
          <a:spcPct val="0"/>
        </a:spcBef>
        <a:spcAft>
          <a:spcPct val="0"/>
        </a:spcAft>
        <a:defRPr sz="4600" b="1">
          <a:solidFill>
            <a:srgbClr val="006699"/>
          </a:solidFill>
          <a:latin typeface="Arial" charset="0"/>
          <a:ea typeface="ＭＳ Ｐゴシック" charset="-128"/>
          <a:cs typeface="ＭＳ Ｐゴシック" charset="-128"/>
        </a:defRPr>
      </a:lvl2pPr>
      <a:lvl3pPr algn="ctr" rtl="0" eaLnBrk="0" fontAlgn="base" hangingPunct="0">
        <a:spcBef>
          <a:spcPct val="0"/>
        </a:spcBef>
        <a:spcAft>
          <a:spcPct val="0"/>
        </a:spcAft>
        <a:defRPr sz="4600" b="1">
          <a:solidFill>
            <a:srgbClr val="006699"/>
          </a:solidFill>
          <a:latin typeface="Arial" charset="0"/>
          <a:ea typeface="ＭＳ Ｐゴシック" charset="-128"/>
          <a:cs typeface="ＭＳ Ｐゴシック" charset="-128"/>
        </a:defRPr>
      </a:lvl3pPr>
      <a:lvl4pPr algn="ctr" rtl="0" eaLnBrk="0" fontAlgn="base" hangingPunct="0">
        <a:spcBef>
          <a:spcPct val="0"/>
        </a:spcBef>
        <a:spcAft>
          <a:spcPct val="0"/>
        </a:spcAft>
        <a:defRPr sz="4600" b="1">
          <a:solidFill>
            <a:srgbClr val="006699"/>
          </a:solidFill>
          <a:latin typeface="Arial" charset="0"/>
          <a:ea typeface="ＭＳ Ｐゴシック" charset="-128"/>
          <a:cs typeface="ＭＳ Ｐゴシック" charset="-128"/>
        </a:defRPr>
      </a:lvl4pPr>
      <a:lvl5pPr algn="ctr" rtl="0" eaLnBrk="0" fontAlgn="base" hangingPunct="0">
        <a:spcBef>
          <a:spcPct val="0"/>
        </a:spcBef>
        <a:spcAft>
          <a:spcPct val="0"/>
        </a:spcAft>
        <a:defRPr sz="4600" b="1">
          <a:solidFill>
            <a:srgbClr val="006699"/>
          </a:solidFill>
          <a:latin typeface="Arial" charset="0"/>
          <a:ea typeface="ＭＳ Ｐゴシック" charset="-128"/>
          <a:cs typeface="ＭＳ Ｐゴシック" charset="-128"/>
        </a:defRPr>
      </a:lvl5pPr>
      <a:lvl6pPr marL="653077" algn="ctr" rtl="0" fontAlgn="base">
        <a:spcBef>
          <a:spcPct val="0"/>
        </a:spcBef>
        <a:spcAft>
          <a:spcPct val="0"/>
        </a:spcAft>
        <a:defRPr sz="4600" b="1">
          <a:solidFill>
            <a:srgbClr val="006699"/>
          </a:solidFill>
          <a:latin typeface="Arial" charset="0"/>
        </a:defRPr>
      </a:lvl6pPr>
      <a:lvl7pPr marL="1306155" algn="ctr" rtl="0" fontAlgn="base">
        <a:spcBef>
          <a:spcPct val="0"/>
        </a:spcBef>
        <a:spcAft>
          <a:spcPct val="0"/>
        </a:spcAft>
        <a:defRPr sz="4600" b="1">
          <a:solidFill>
            <a:srgbClr val="006699"/>
          </a:solidFill>
          <a:latin typeface="Arial" charset="0"/>
        </a:defRPr>
      </a:lvl7pPr>
      <a:lvl8pPr marL="1959233" algn="ctr" rtl="0" fontAlgn="base">
        <a:spcBef>
          <a:spcPct val="0"/>
        </a:spcBef>
        <a:spcAft>
          <a:spcPct val="0"/>
        </a:spcAft>
        <a:defRPr sz="4600" b="1">
          <a:solidFill>
            <a:srgbClr val="006699"/>
          </a:solidFill>
          <a:latin typeface="Arial" charset="0"/>
        </a:defRPr>
      </a:lvl8pPr>
      <a:lvl9pPr marL="2612311" algn="ctr" rtl="0" fontAlgn="base">
        <a:spcBef>
          <a:spcPct val="0"/>
        </a:spcBef>
        <a:spcAft>
          <a:spcPct val="0"/>
        </a:spcAft>
        <a:defRPr sz="4600" b="1">
          <a:solidFill>
            <a:srgbClr val="006699"/>
          </a:solidFill>
          <a:latin typeface="Arial" charset="0"/>
        </a:defRPr>
      </a:lvl9pPr>
    </p:titleStyle>
    <p:bodyStyle>
      <a:lvl1pPr marL="487363" indent="-487363" algn="l" rtl="0" eaLnBrk="0" fontAlgn="base" hangingPunct="0">
        <a:spcBef>
          <a:spcPct val="35000"/>
        </a:spcBef>
        <a:spcAft>
          <a:spcPct val="0"/>
        </a:spcAft>
        <a:buClr>
          <a:srgbClr val="993300"/>
        </a:buClr>
        <a:buSzPct val="90000"/>
        <a:buFont typeface="Monotype Sorts" charset="2"/>
        <a:buChar char="n"/>
        <a:defRPr kumimoji="1">
          <a:solidFill>
            <a:schemeClr val="tx1"/>
          </a:solidFill>
          <a:latin typeface="+mn-lt"/>
          <a:ea typeface="ＭＳ Ｐゴシック" charset="-128"/>
          <a:cs typeface="ＭＳ Ｐゴシック" charset="-128"/>
        </a:defRPr>
      </a:lvl1pPr>
      <a:lvl2pPr marL="1058863" indent="-406400" algn="l" rtl="0" eaLnBrk="0" fontAlgn="base" hangingPunct="0">
        <a:spcBef>
          <a:spcPct val="35000"/>
        </a:spcBef>
        <a:spcAft>
          <a:spcPct val="0"/>
        </a:spcAft>
        <a:buClr>
          <a:srgbClr val="CC6600"/>
        </a:buClr>
        <a:buSzPct val="80000"/>
        <a:buFont typeface="Monotype Sorts" charset="2"/>
        <a:buChar char="l"/>
        <a:defRPr kumimoji="1">
          <a:solidFill>
            <a:schemeClr val="tx1"/>
          </a:solidFill>
          <a:latin typeface="+mn-lt"/>
          <a:ea typeface="ＭＳ Ｐゴシック" charset="-128"/>
        </a:defRPr>
      </a:lvl2pPr>
      <a:lvl3pPr marL="1549400" indent="-323850" algn="l" rtl="0" eaLnBrk="0" fontAlgn="base" hangingPunct="0">
        <a:spcBef>
          <a:spcPct val="35000"/>
        </a:spcBef>
        <a:spcAft>
          <a:spcPct val="0"/>
        </a:spcAft>
        <a:buClr>
          <a:srgbClr val="009900"/>
        </a:buClr>
        <a:buSzPct val="75000"/>
        <a:buFont typeface="Webdings" charset="2"/>
        <a:buChar char="4"/>
        <a:defRPr kumimoji="1">
          <a:solidFill>
            <a:schemeClr val="tx1"/>
          </a:solidFill>
          <a:latin typeface="+mn-lt"/>
          <a:ea typeface="ＭＳ Ｐゴシック" charset="-128"/>
        </a:defRPr>
      </a:lvl3pPr>
      <a:lvl4pPr marL="2038350" indent="-323850" algn="l" rtl="0" eaLnBrk="0" fontAlgn="base" hangingPunct="0">
        <a:spcBef>
          <a:spcPct val="35000"/>
        </a:spcBef>
        <a:spcAft>
          <a:spcPct val="0"/>
        </a:spcAft>
        <a:buClr>
          <a:schemeClr val="hlink"/>
        </a:buClr>
        <a:buSzPct val="75000"/>
        <a:buChar char="–"/>
        <a:defRPr kumimoji="1">
          <a:solidFill>
            <a:schemeClr val="tx1"/>
          </a:solidFill>
          <a:latin typeface="+mn-lt"/>
          <a:ea typeface="ＭＳ Ｐゴシック" charset="-128"/>
        </a:defRPr>
      </a:lvl4pPr>
      <a:lvl5pPr marL="2528888" indent="-32385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5pPr>
      <a:lvl6pPr marL="3183752" indent="-326539"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6pPr>
      <a:lvl7pPr marL="3836830" indent="-326539"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7pPr>
      <a:lvl8pPr marL="4489908" indent="-326539"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8pPr>
      <a:lvl9pPr marL="5142986" indent="-326539"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9pPr>
    </p:bodyStyle>
    <p:otherStyle>
      <a:defPPr>
        <a:defRPr lang="en-US"/>
      </a:defPPr>
      <a:lvl1pPr marL="0" algn="l" defTabSz="653077" rtl="0" eaLnBrk="1" latinLnBrk="0" hangingPunct="1">
        <a:defRPr sz="2600" kern="1200">
          <a:solidFill>
            <a:schemeClr val="tx1"/>
          </a:solidFill>
          <a:latin typeface="+mn-lt"/>
          <a:ea typeface="+mn-ea"/>
          <a:cs typeface="+mn-cs"/>
        </a:defRPr>
      </a:lvl1pPr>
      <a:lvl2pPr marL="653077" algn="l" defTabSz="653077" rtl="0" eaLnBrk="1" latinLnBrk="0" hangingPunct="1">
        <a:defRPr sz="2600" kern="1200">
          <a:solidFill>
            <a:schemeClr val="tx1"/>
          </a:solidFill>
          <a:latin typeface="+mn-lt"/>
          <a:ea typeface="+mn-ea"/>
          <a:cs typeface="+mn-cs"/>
        </a:defRPr>
      </a:lvl2pPr>
      <a:lvl3pPr marL="1306155" algn="l" defTabSz="653077" rtl="0" eaLnBrk="1" latinLnBrk="0" hangingPunct="1">
        <a:defRPr sz="2600" kern="1200">
          <a:solidFill>
            <a:schemeClr val="tx1"/>
          </a:solidFill>
          <a:latin typeface="+mn-lt"/>
          <a:ea typeface="+mn-ea"/>
          <a:cs typeface="+mn-cs"/>
        </a:defRPr>
      </a:lvl3pPr>
      <a:lvl4pPr marL="1959233" algn="l" defTabSz="653077" rtl="0" eaLnBrk="1" latinLnBrk="0" hangingPunct="1">
        <a:defRPr sz="2600" kern="1200">
          <a:solidFill>
            <a:schemeClr val="tx1"/>
          </a:solidFill>
          <a:latin typeface="+mn-lt"/>
          <a:ea typeface="+mn-ea"/>
          <a:cs typeface="+mn-cs"/>
        </a:defRPr>
      </a:lvl4pPr>
      <a:lvl5pPr marL="2612311" algn="l" defTabSz="653077" rtl="0" eaLnBrk="1" latinLnBrk="0" hangingPunct="1">
        <a:defRPr sz="2600" kern="1200">
          <a:solidFill>
            <a:schemeClr val="tx1"/>
          </a:solidFill>
          <a:latin typeface="+mn-lt"/>
          <a:ea typeface="+mn-ea"/>
          <a:cs typeface="+mn-cs"/>
        </a:defRPr>
      </a:lvl5pPr>
      <a:lvl6pPr marL="3265388" algn="l" defTabSz="653077" rtl="0" eaLnBrk="1" latinLnBrk="0" hangingPunct="1">
        <a:defRPr sz="2600" kern="1200">
          <a:solidFill>
            <a:schemeClr val="tx1"/>
          </a:solidFill>
          <a:latin typeface="+mn-lt"/>
          <a:ea typeface="+mn-ea"/>
          <a:cs typeface="+mn-cs"/>
        </a:defRPr>
      </a:lvl6pPr>
      <a:lvl7pPr marL="3918465" algn="l" defTabSz="653077" rtl="0" eaLnBrk="1" latinLnBrk="0" hangingPunct="1">
        <a:defRPr sz="2600" kern="1200">
          <a:solidFill>
            <a:schemeClr val="tx1"/>
          </a:solidFill>
          <a:latin typeface="+mn-lt"/>
          <a:ea typeface="+mn-ea"/>
          <a:cs typeface="+mn-cs"/>
        </a:defRPr>
      </a:lvl7pPr>
      <a:lvl8pPr marL="4571543" algn="l" defTabSz="653077" rtl="0" eaLnBrk="1" latinLnBrk="0" hangingPunct="1">
        <a:defRPr sz="2600" kern="1200">
          <a:solidFill>
            <a:schemeClr val="tx1"/>
          </a:solidFill>
          <a:latin typeface="+mn-lt"/>
          <a:ea typeface="+mn-ea"/>
          <a:cs typeface="+mn-cs"/>
        </a:defRPr>
      </a:lvl8pPr>
      <a:lvl9pPr marL="5224620" algn="l" defTabSz="653077" rtl="0" eaLnBrk="1" latinLnBrk="0" hangingPunct="1">
        <a:defRPr sz="26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9.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AAF413-A612-DEDE-2433-65AE56F3F305}"/>
            </a:ext>
          </a:extLst>
        </p:cNvPr>
        <p:cNvGrpSpPr/>
        <p:nvPr/>
      </p:nvGrpSpPr>
      <p:grpSpPr>
        <a:xfrm>
          <a:off x="0" y="0"/>
          <a:ext cx="0" cy="0"/>
          <a:chOff x="0" y="0"/>
          <a:chExt cx="0" cy="0"/>
        </a:xfrm>
      </p:grpSpPr>
      <p:sp>
        <p:nvSpPr>
          <p:cNvPr id="10" name="Rectangle 1026">
            <a:extLst>
              <a:ext uri="{FF2B5EF4-FFF2-40B4-BE49-F238E27FC236}">
                <a16:creationId xmlns:a16="http://schemas.microsoft.com/office/drawing/2014/main" id="{C4BCED42-F62B-C074-ECF5-ABA6A27D1A18}"/>
              </a:ext>
            </a:extLst>
          </p:cNvPr>
          <p:cNvSpPr txBox="1">
            <a:spLocks noChangeArrowheads="1"/>
          </p:cNvSpPr>
          <p:nvPr/>
        </p:nvSpPr>
        <p:spPr bwMode="auto">
          <a:xfrm>
            <a:off x="323850" y="3390900"/>
            <a:ext cx="13392150" cy="1600200"/>
          </a:xfrm>
          <a:prstGeom prst="rect">
            <a:avLst/>
          </a:prstGeom>
          <a:noFill/>
          <a:ln w="9525">
            <a:noFill/>
            <a:miter lim="800000"/>
            <a:headEnd/>
            <a:tailEnd/>
          </a:ln>
        </p:spPr>
        <p:txBody>
          <a:bodyPr vert="horz" wrap="square" lIns="130615" tIns="65308" rIns="130615" bIns="65308" numCol="1" anchor="b" anchorCtr="0" compatLnSpc="1">
            <a:prstTxWarp prst="textNoShape">
              <a:avLst/>
            </a:prstTxWarp>
          </a:bodyPr>
          <a:lstStyle>
            <a:lvl1pPr algn="ctr" rtl="0" eaLnBrk="0" fontAlgn="base" hangingPunct="0">
              <a:spcBef>
                <a:spcPct val="0"/>
              </a:spcBef>
              <a:spcAft>
                <a:spcPct val="0"/>
              </a:spcAft>
              <a:defRPr sz="4600" b="1">
                <a:solidFill>
                  <a:srgbClr val="006699"/>
                </a:solidFill>
                <a:latin typeface="+mj-lt"/>
                <a:ea typeface="ＭＳ Ｐゴシック" charset="-128"/>
                <a:cs typeface="ＭＳ Ｐゴシック" charset="-128"/>
              </a:defRPr>
            </a:lvl1pPr>
            <a:lvl2pPr algn="ctr" rtl="0" eaLnBrk="0" fontAlgn="base" hangingPunct="0">
              <a:spcBef>
                <a:spcPct val="0"/>
              </a:spcBef>
              <a:spcAft>
                <a:spcPct val="0"/>
              </a:spcAft>
              <a:defRPr sz="4600" b="1">
                <a:solidFill>
                  <a:srgbClr val="006699"/>
                </a:solidFill>
                <a:latin typeface="Arial" charset="0"/>
                <a:ea typeface="ＭＳ Ｐゴシック" charset="-128"/>
                <a:cs typeface="ＭＳ Ｐゴシック" charset="-128"/>
              </a:defRPr>
            </a:lvl2pPr>
            <a:lvl3pPr algn="ctr" rtl="0" eaLnBrk="0" fontAlgn="base" hangingPunct="0">
              <a:spcBef>
                <a:spcPct val="0"/>
              </a:spcBef>
              <a:spcAft>
                <a:spcPct val="0"/>
              </a:spcAft>
              <a:defRPr sz="4600" b="1">
                <a:solidFill>
                  <a:srgbClr val="006699"/>
                </a:solidFill>
                <a:latin typeface="Arial" charset="0"/>
                <a:ea typeface="ＭＳ Ｐゴシック" charset="-128"/>
                <a:cs typeface="ＭＳ Ｐゴシック" charset="-128"/>
              </a:defRPr>
            </a:lvl3pPr>
            <a:lvl4pPr algn="ctr" rtl="0" eaLnBrk="0" fontAlgn="base" hangingPunct="0">
              <a:spcBef>
                <a:spcPct val="0"/>
              </a:spcBef>
              <a:spcAft>
                <a:spcPct val="0"/>
              </a:spcAft>
              <a:defRPr sz="4600" b="1">
                <a:solidFill>
                  <a:srgbClr val="006699"/>
                </a:solidFill>
                <a:latin typeface="Arial" charset="0"/>
                <a:ea typeface="ＭＳ Ｐゴシック" charset="-128"/>
                <a:cs typeface="ＭＳ Ｐゴシック" charset="-128"/>
              </a:defRPr>
            </a:lvl4pPr>
            <a:lvl5pPr algn="ctr" rtl="0" eaLnBrk="0" fontAlgn="base" hangingPunct="0">
              <a:spcBef>
                <a:spcPct val="0"/>
              </a:spcBef>
              <a:spcAft>
                <a:spcPct val="0"/>
              </a:spcAft>
              <a:defRPr sz="4600" b="1">
                <a:solidFill>
                  <a:srgbClr val="006699"/>
                </a:solidFill>
                <a:latin typeface="Arial" charset="0"/>
                <a:ea typeface="ＭＳ Ｐゴシック" charset="-128"/>
                <a:cs typeface="ＭＳ Ｐゴシック" charset="-128"/>
              </a:defRPr>
            </a:lvl5pPr>
            <a:lvl6pPr marL="653077" algn="ctr" rtl="0" fontAlgn="base">
              <a:spcBef>
                <a:spcPct val="0"/>
              </a:spcBef>
              <a:spcAft>
                <a:spcPct val="0"/>
              </a:spcAft>
              <a:defRPr sz="4600" b="1">
                <a:solidFill>
                  <a:srgbClr val="006699"/>
                </a:solidFill>
                <a:latin typeface="Arial" charset="0"/>
              </a:defRPr>
            </a:lvl6pPr>
            <a:lvl7pPr marL="1306155" algn="ctr" rtl="0" fontAlgn="base">
              <a:spcBef>
                <a:spcPct val="0"/>
              </a:spcBef>
              <a:spcAft>
                <a:spcPct val="0"/>
              </a:spcAft>
              <a:defRPr sz="4600" b="1">
                <a:solidFill>
                  <a:srgbClr val="006699"/>
                </a:solidFill>
                <a:latin typeface="Arial" charset="0"/>
              </a:defRPr>
            </a:lvl7pPr>
            <a:lvl8pPr marL="1959233" algn="ctr" rtl="0" fontAlgn="base">
              <a:spcBef>
                <a:spcPct val="0"/>
              </a:spcBef>
              <a:spcAft>
                <a:spcPct val="0"/>
              </a:spcAft>
              <a:defRPr sz="4600" b="1">
                <a:solidFill>
                  <a:srgbClr val="006699"/>
                </a:solidFill>
                <a:latin typeface="Arial" charset="0"/>
              </a:defRPr>
            </a:lvl8pPr>
            <a:lvl9pPr marL="2612311" algn="ctr" rtl="0" fontAlgn="base">
              <a:spcBef>
                <a:spcPct val="0"/>
              </a:spcBef>
              <a:spcAft>
                <a:spcPct val="0"/>
              </a:spcAft>
              <a:defRPr sz="4600" b="1">
                <a:solidFill>
                  <a:srgbClr val="006699"/>
                </a:solidFill>
                <a:latin typeface="Arial" charset="0"/>
              </a:defRPr>
            </a:lvl9pPr>
          </a:lstStyle>
          <a:p>
            <a:pPr eaLnBrk="1" hangingPunct="1"/>
            <a:r>
              <a:rPr lang="en-US" kern="0" dirty="0"/>
              <a:t>Assignment 3</a:t>
            </a:r>
            <a:r>
              <a:rPr lang="en-US" kern="0" dirty="0">
                <a:solidFill>
                  <a:srgbClr val="C00000"/>
                </a:solidFill>
              </a:rPr>
              <a:t>*</a:t>
            </a:r>
            <a:r>
              <a:rPr lang="en-US" kern="0" dirty="0"/>
              <a:t>: High-Weight Contribution to Final Grade</a:t>
            </a:r>
          </a:p>
        </p:txBody>
      </p:sp>
    </p:spTree>
    <p:extLst>
      <p:ext uri="{BB962C8B-B14F-4D97-AF65-F5344CB8AC3E}">
        <p14:creationId xmlns:p14="http://schemas.microsoft.com/office/powerpoint/2010/main" val="296060333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ctrTitle"/>
          </p:nvPr>
        </p:nvSpPr>
        <p:spPr>
          <a:xfrm>
            <a:off x="1028700" y="914400"/>
            <a:ext cx="11658600" cy="2836863"/>
          </a:xfrm>
        </p:spPr>
        <p:txBody>
          <a:bodyPr/>
          <a:lstStyle/>
          <a:p>
            <a:pPr eaLnBrk="1" hangingPunct="1"/>
            <a:r>
              <a:rPr lang="en-US" dirty="0"/>
              <a:t>Process Synchronization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58E9AD-3262-D566-2BFE-68CBAB80EB28}"/>
            </a:ext>
          </a:extLst>
        </p:cNvPr>
        <p:cNvGrpSpPr/>
        <p:nvPr/>
      </p:nvGrpSpPr>
      <p:grpSpPr>
        <a:xfrm>
          <a:off x="0" y="0"/>
          <a:ext cx="0" cy="0"/>
          <a:chOff x="0" y="0"/>
          <a:chExt cx="0" cy="0"/>
        </a:xfrm>
      </p:grpSpPr>
      <p:sp>
        <p:nvSpPr>
          <p:cNvPr id="9218" name="Rectangle 1026">
            <a:extLst>
              <a:ext uri="{FF2B5EF4-FFF2-40B4-BE49-F238E27FC236}">
                <a16:creationId xmlns:a16="http://schemas.microsoft.com/office/drawing/2014/main" id="{E8A2010C-4E0B-819B-A429-3AE71C7A0631}"/>
              </a:ext>
            </a:extLst>
          </p:cNvPr>
          <p:cNvSpPr>
            <a:spLocks noGrp="1" noChangeArrowheads="1"/>
          </p:cNvSpPr>
          <p:nvPr>
            <p:ph type="title"/>
          </p:nvPr>
        </p:nvSpPr>
        <p:spPr/>
        <p:txBody>
          <a:bodyPr/>
          <a:lstStyle/>
          <a:p>
            <a:pPr eaLnBrk="1" hangingPunct="1"/>
            <a:r>
              <a:rPr lang="en-US" dirty="0"/>
              <a:t>Why Process Synchronization ?</a:t>
            </a:r>
          </a:p>
        </p:txBody>
      </p:sp>
      <p:sp>
        <p:nvSpPr>
          <p:cNvPr id="9219" name="Rectangle 1027">
            <a:extLst>
              <a:ext uri="{FF2B5EF4-FFF2-40B4-BE49-F238E27FC236}">
                <a16:creationId xmlns:a16="http://schemas.microsoft.com/office/drawing/2014/main" id="{69447FAF-E70D-3A0A-FB31-AD711B82C9A7}"/>
              </a:ext>
            </a:extLst>
          </p:cNvPr>
          <p:cNvSpPr>
            <a:spLocks noGrp="1" noChangeArrowheads="1"/>
          </p:cNvSpPr>
          <p:nvPr>
            <p:ph type="body" idx="1"/>
          </p:nvPr>
        </p:nvSpPr>
        <p:spPr>
          <a:xfrm>
            <a:off x="1241425" y="1706563"/>
            <a:ext cx="12101513" cy="6897687"/>
          </a:xfrm>
        </p:spPr>
        <p:txBody>
          <a:bodyPr/>
          <a:lstStyle/>
          <a:p>
            <a:pPr lvl="1">
              <a:lnSpc>
                <a:spcPct val="90000"/>
              </a:lnSpc>
              <a:buNone/>
            </a:pPr>
            <a:endParaRPr lang="en-US" sz="1100" dirty="0"/>
          </a:p>
        </p:txBody>
      </p:sp>
      <p:graphicFrame>
        <p:nvGraphicFramePr>
          <p:cNvPr id="2" name="Table 1">
            <a:extLst>
              <a:ext uri="{FF2B5EF4-FFF2-40B4-BE49-F238E27FC236}">
                <a16:creationId xmlns:a16="http://schemas.microsoft.com/office/drawing/2014/main" id="{28059B90-BC2F-BBB7-B5FC-1B89E32040CA}"/>
              </a:ext>
            </a:extLst>
          </p:cNvPr>
          <p:cNvGraphicFramePr>
            <a:graphicFrameLocks noGrp="1"/>
          </p:cNvGraphicFramePr>
          <p:nvPr>
            <p:extLst>
              <p:ext uri="{D42A27DB-BD31-4B8C-83A1-F6EECF244321}">
                <p14:modId xmlns:p14="http://schemas.microsoft.com/office/powerpoint/2010/main" val="2760903063"/>
              </p:ext>
            </p:extLst>
          </p:nvPr>
        </p:nvGraphicFramePr>
        <p:xfrm>
          <a:off x="1241425" y="3041514"/>
          <a:ext cx="11788774" cy="1493520"/>
        </p:xfrm>
        <a:graphic>
          <a:graphicData uri="http://schemas.openxmlformats.org/drawingml/2006/table">
            <a:tbl>
              <a:tblPr firstRow="1" bandRow="1"/>
              <a:tblGrid>
                <a:gridCol w="3089275">
                  <a:extLst>
                    <a:ext uri="{9D8B030D-6E8A-4147-A177-3AD203B41FA5}">
                      <a16:colId xmlns:a16="http://schemas.microsoft.com/office/drawing/2014/main" val="185000090"/>
                    </a:ext>
                  </a:extLst>
                </a:gridCol>
                <a:gridCol w="4060048">
                  <a:extLst>
                    <a:ext uri="{9D8B030D-6E8A-4147-A177-3AD203B41FA5}">
                      <a16:colId xmlns:a16="http://schemas.microsoft.com/office/drawing/2014/main" val="977195404"/>
                    </a:ext>
                  </a:extLst>
                </a:gridCol>
                <a:gridCol w="4639451">
                  <a:extLst>
                    <a:ext uri="{9D8B030D-6E8A-4147-A177-3AD203B41FA5}">
                      <a16:colId xmlns:a16="http://schemas.microsoft.com/office/drawing/2014/main" val="1639562124"/>
                    </a:ext>
                  </a:extLst>
                </a:gridCol>
              </a:tblGrid>
              <a:tr h="370840">
                <a:tc>
                  <a:txBody>
                    <a:bodyPr/>
                    <a:lstStyle/>
                    <a:p>
                      <a:endParaRPr lang="en-GB" dirty="0"/>
                    </a:p>
                  </a:txBody>
                  <a:tcPr/>
                </a:tc>
                <a:tc>
                  <a:txBody>
                    <a:bodyPr/>
                    <a:lstStyle/>
                    <a:p>
                      <a:r>
                        <a:rPr lang="en-GB" sz="2300" dirty="0"/>
                        <a:t>P1   R1= </a:t>
                      </a:r>
                      <a:r>
                        <a:rPr lang="en-GB" sz="2300" dirty="0" err="1"/>
                        <a:t>shared_variable</a:t>
                      </a:r>
                      <a:br>
                        <a:rPr lang="en-GB" sz="2300" dirty="0"/>
                      </a:br>
                      <a:r>
                        <a:rPr lang="en-GB" sz="2300" dirty="0"/>
                        <a:t>P2   R2= R1 + 1</a:t>
                      </a:r>
                    </a:p>
                    <a:p>
                      <a:r>
                        <a:rPr lang="en-GB" sz="2300" dirty="0"/>
                        <a:t>        Pre-Empt</a:t>
                      </a:r>
                      <a:br>
                        <a:rPr lang="en-GB" sz="2300" dirty="0"/>
                      </a:br>
                      <a:r>
                        <a:rPr lang="en-GB" sz="2300" dirty="0"/>
                        <a:t>P3   </a:t>
                      </a:r>
                      <a:r>
                        <a:rPr lang="en-GB" sz="2300" dirty="0" err="1"/>
                        <a:t>Shared_variable</a:t>
                      </a:r>
                      <a:r>
                        <a:rPr lang="en-GB" sz="2300" dirty="0"/>
                        <a:t> = R1</a:t>
                      </a:r>
                    </a:p>
                  </a:txBody>
                  <a:tcPr/>
                </a:tc>
                <a:tc>
                  <a:txBody>
                    <a:bodyPr/>
                    <a:lstStyle/>
                    <a:p>
                      <a:r>
                        <a:rPr lang="en-GB" sz="2300" dirty="0"/>
                        <a:t>J1   R2= </a:t>
                      </a:r>
                      <a:r>
                        <a:rPr lang="en-GB" sz="2300" dirty="0" err="1"/>
                        <a:t>shared_variable</a:t>
                      </a:r>
                      <a:br>
                        <a:rPr lang="en-GB" sz="2300" dirty="0"/>
                      </a:br>
                      <a:r>
                        <a:rPr lang="en-GB" sz="2300" dirty="0"/>
                        <a:t>J2   R2= R2 - 1</a:t>
                      </a:r>
                    </a:p>
                    <a:p>
                      <a:r>
                        <a:rPr lang="en-GB" sz="2300" dirty="0"/>
                        <a:t>        Pre-Empt</a:t>
                      </a:r>
                      <a:br>
                        <a:rPr lang="en-GB" sz="2300" dirty="0"/>
                      </a:br>
                      <a:r>
                        <a:rPr lang="en-GB" sz="2300" dirty="0"/>
                        <a:t>J3   </a:t>
                      </a:r>
                      <a:r>
                        <a:rPr lang="en-GB" sz="2300" dirty="0" err="1"/>
                        <a:t>Shared_variable</a:t>
                      </a:r>
                      <a:r>
                        <a:rPr lang="en-GB" sz="2300" dirty="0"/>
                        <a:t> = R2</a:t>
                      </a:r>
                    </a:p>
                  </a:txBody>
                  <a:tcPr/>
                </a:tc>
                <a:extLst>
                  <a:ext uri="{0D108BD9-81ED-4DB2-BD59-A6C34878D82A}">
                    <a16:rowId xmlns:a16="http://schemas.microsoft.com/office/drawing/2014/main" val="1262498118"/>
                  </a:ext>
                </a:extLst>
              </a:tr>
            </a:tbl>
          </a:graphicData>
        </a:graphic>
      </p:graphicFrame>
      <p:sp>
        <p:nvSpPr>
          <p:cNvPr id="4" name="TextBox 3">
            <a:extLst>
              <a:ext uri="{FF2B5EF4-FFF2-40B4-BE49-F238E27FC236}">
                <a16:creationId xmlns:a16="http://schemas.microsoft.com/office/drawing/2014/main" id="{705AFED0-FE80-9DB9-8D1D-2B44F3464258}"/>
              </a:ext>
            </a:extLst>
          </p:cNvPr>
          <p:cNvSpPr txBox="1"/>
          <p:nvPr/>
        </p:nvSpPr>
        <p:spPr>
          <a:xfrm>
            <a:off x="4648201" y="2473189"/>
            <a:ext cx="2209800" cy="410882"/>
          </a:xfrm>
          <a:prstGeom prst="rect">
            <a:avLst/>
          </a:prstGeom>
          <a:noFill/>
        </p:spPr>
        <p:txBody>
          <a:bodyPr wrap="square">
            <a:spAutoFit/>
          </a:bodyPr>
          <a:lstStyle/>
          <a:p>
            <a:pPr lvl="1">
              <a:lnSpc>
                <a:spcPct val="90000"/>
              </a:lnSpc>
              <a:buNone/>
            </a:pPr>
            <a:r>
              <a:rPr lang="en-GB" sz="2300" b="1" dirty="0">
                <a:latin typeface="+mn-lt"/>
              </a:rPr>
              <a:t>Process P</a:t>
            </a:r>
            <a:endParaRPr lang="en-US" sz="2300" b="1" dirty="0">
              <a:latin typeface="+mn-lt"/>
            </a:endParaRPr>
          </a:p>
        </p:txBody>
      </p:sp>
      <p:sp>
        <p:nvSpPr>
          <p:cNvPr id="5" name="TextBox 4">
            <a:extLst>
              <a:ext uri="{FF2B5EF4-FFF2-40B4-BE49-F238E27FC236}">
                <a16:creationId xmlns:a16="http://schemas.microsoft.com/office/drawing/2014/main" id="{E92DBCA3-9D5E-7E17-FCBA-77C2121CF7B5}"/>
              </a:ext>
            </a:extLst>
          </p:cNvPr>
          <p:cNvSpPr txBox="1"/>
          <p:nvPr/>
        </p:nvSpPr>
        <p:spPr>
          <a:xfrm>
            <a:off x="9325853" y="2473189"/>
            <a:ext cx="2209800" cy="410882"/>
          </a:xfrm>
          <a:prstGeom prst="rect">
            <a:avLst/>
          </a:prstGeom>
          <a:noFill/>
        </p:spPr>
        <p:txBody>
          <a:bodyPr wrap="square">
            <a:spAutoFit/>
          </a:bodyPr>
          <a:lstStyle/>
          <a:p>
            <a:pPr lvl="1">
              <a:lnSpc>
                <a:spcPct val="90000"/>
              </a:lnSpc>
              <a:buNone/>
            </a:pPr>
            <a:r>
              <a:rPr lang="en-GB" sz="2300" b="1" dirty="0">
                <a:latin typeface="+mn-lt"/>
              </a:rPr>
              <a:t>Process J</a:t>
            </a:r>
            <a:endParaRPr lang="en-US" sz="2300" b="1" dirty="0">
              <a:latin typeface="+mn-lt"/>
            </a:endParaRPr>
          </a:p>
        </p:txBody>
      </p:sp>
      <p:sp>
        <p:nvSpPr>
          <p:cNvPr id="6" name="TextBox 5">
            <a:extLst>
              <a:ext uri="{FF2B5EF4-FFF2-40B4-BE49-F238E27FC236}">
                <a16:creationId xmlns:a16="http://schemas.microsoft.com/office/drawing/2014/main" id="{375AB4ED-EB38-C646-F95C-CDB72CA2113E}"/>
              </a:ext>
            </a:extLst>
          </p:cNvPr>
          <p:cNvSpPr txBox="1"/>
          <p:nvPr/>
        </p:nvSpPr>
        <p:spPr>
          <a:xfrm>
            <a:off x="835026" y="3468832"/>
            <a:ext cx="3457574" cy="410882"/>
          </a:xfrm>
          <a:prstGeom prst="rect">
            <a:avLst/>
          </a:prstGeom>
          <a:noFill/>
        </p:spPr>
        <p:txBody>
          <a:bodyPr wrap="square">
            <a:spAutoFit/>
          </a:bodyPr>
          <a:lstStyle/>
          <a:p>
            <a:pPr lvl="1">
              <a:lnSpc>
                <a:spcPct val="90000"/>
              </a:lnSpc>
              <a:buNone/>
            </a:pPr>
            <a:r>
              <a:rPr lang="en-GB" sz="2300" b="1" dirty="0" err="1">
                <a:latin typeface="+mn-lt"/>
              </a:rPr>
              <a:t>Shared_Variable</a:t>
            </a:r>
            <a:r>
              <a:rPr lang="en-GB" sz="2300" b="1" dirty="0">
                <a:latin typeface="+mn-lt"/>
              </a:rPr>
              <a:t>=10</a:t>
            </a:r>
            <a:endParaRPr lang="en-US" sz="2300" b="1" dirty="0">
              <a:latin typeface="+mn-lt"/>
            </a:endParaRPr>
          </a:p>
        </p:txBody>
      </p:sp>
      <p:sp>
        <p:nvSpPr>
          <p:cNvPr id="7" name="TextBox 6">
            <a:extLst>
              <a:ext uri="{FF2B5EF4-FFF2-40B4-BE49-F238E27FC236}">
                <a16:creationId xmlns:a16="http://schemas.microsoft.com/office/drawing/2014/main" id="{9C6F2F17-3FBE-37DC-D725-AF09FD5F90B1}"/>
              </a:ext>
            </a:extLst>
          </p:cNvPr>
          <p:cNvSpPr txBox="1"/>
          <p:nvPr/>
        </p:nvSpPr>
        <p:spPr>
          <a:xfrm>
            <a:off x="4292600" y="5855293"/>
            <a:ext cx="4294187" cy="410882"/>
          </a:xfrm>
          <a:prstGeom prst="rect">
            <a:avLst/>
          </a:prstGeom>
          <a:noFill/>
        </p:spPr>
        <p:txBody>
          <a:bodyPr wrap="square">
            <a:spAutoFit/>
          </a:bodyPr>
          <a:lstStyle/>
          <a:p>
            <a:pPr lvl="1">
              <a:lnSpc>
                <a:spcPct val="90000"/>
              </a:lnSpc>
              <a:buNone/>
            </a:pPr>
            <a:r>
              <a:rPr lang="en-GB" sz="2300" b="1" dirty="0">
                <a:latin typeface="+mn-lt"/>
              </a:rPr>
              <a:t>P1, P2, J1,J2,P3, J3        ?</a:t>
            </a:r>
            <a:endParaRPr lang="en-US" sz="2300" b="1" dirty="0">
              <a:latin typeface="+mn-lt"/>
            </a:endParaRPr>
          </a:p>
        </p:txBody>
      </p:sp>
      <p:sp>
        <p:nvSpPr>
          <p:cNvPr id="8" name="TextBox 7">
            <a:extLst>
              <a:ext uri="{FF2B5EF4-FFF2-40B4-BE49-F238E27FC236}">
                <a16:creationId xmlns:a16="http://schemas.microsoft.com/office/drawing/2014/main" id="{B4A93EB6-864A-570E-8784-E222C28F381F}"/>
              </a:ext>
            </a:extLst>
          </p:cNvPr>
          <p:cNvSpPr txBox="1"/>
          <p:nvPr/>
        </p:nvSpPr>
        <p:spPr>
          <a:xfrm>
            <a:off x="4292600" y="6461645"/>
            <a:ext cx="4294187" cy="410882"/>
          </a:xfrm>
          <a:prstGeom prst="rect">
            <a:avLst/>
          </a:prstGeom>
          <a:noFill/>
        </p:spPr>
        <p:txBody>
          <a:bodyPr wrap="square">
            <a:spAutoFit/>
          </a:bodyPr>
          <a:lstStyle/>
          <a:p>
            <a:pPr lvl="1">
              <a:lnSpc>
                <a:spcPct val="90000"/>
              </a:lnSpc>
              <a:buNone/>
            </a:pPr>
            <a:r>
              <a:rPr lang="en-GB" sz="2300" b="1" dirty="0">
                <a:latin typeface="+mn-lt"/>
              </a:rPr>
              <a:t>P1, P2, J1,J2,J3, P3        ?</a:t>
            </a:r>
            <a:endParaRPr lang="en-US" sz="2300" b="1" dirty="0">
              <a:latin typeface="+mn-lt"/>
            </a:endParaRPr>
          </a:p>
        </p:txBody>
      </p:sp>
    </p:spTree>
    <p:extLst>
      <p:ext uri="{BB962C8B-B14F-4D97-AF65-F5344CB8AC3E}">
        <p14:creationId xmlns:p14="http://schemas.microsoft.com/office/powerpoint/2010/main" val="8879779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A314C2-5A13-1C71-E5D9-A37D3C721FBE}"/>
            </a:ext>
          </a:extLst>
        </p:cNvPr>
        <p:cNvGrpSpPr/>
        <p:nvPr/>
      </p:nvGrpSpPr>
      <p:grpSpPr>
        <a:xfrm>
          <a:off x="0" y="0"/>
          <a:ext cx="0" cy="0"/>
          <a:chOff x="0" y="0"/>
          <a:chExt cx="0" cy="0"/>
        </a:xfrm>
      </p:grpSpPr>
      <p:sp>
        <p:nvSpPr>
          <p:cNvPr id="9218" name="Rectangle 1026">
            <a:extLst>
              <a:ext uri="{FF2B5EF4-FFF2-40B4-BE49-F238E27FC236}">
                <a16:creationId xmlns:a16="http://schemas.microsoft.com/office/drawing/2014/main" id="{2314D383-CF20-4DDB-9AD5-92025C67F0C6}"/>
              </a:ext>
            </a:extLst>
          </p:cNvPr>
          <p:cNvSpPr>
            <a:spLocks noGrp="1" noChangeArrowheads="1"/>
          </p:cNvSpPr>
          <p:nvPr>
            <p:ph type="title"/>
          </p:nvPr>
        </p:nvSpPr>
        <p:spPr/>
        <p:txBody>
          <a:bodyPr/>
          <a:lstStyle/>
          <a:p>
            <a:pPr eaLnBrk="1" hangingPunct="1"/>
            <a:r>
              <a:rPr lang="en-US" dirty="0"/>
              <a:t>Why Process Synchronization ?</a:t>
            </a:r>
          </a:p>
        </p:txBody>
      </p:sp>
      <p:sp>
        <p:nvSpPr>
          <p:cNvPr id="9219" name="Rectangle 1027">
            <a:extLst>
              <a:ext uri="{FF2B5EF4-FFF2-40B4-BE49-F238E27FC236}">
                <a16:creationId xmlns:a16="http://schemas.microsoft.com/office/drawing/2014/main" id="{242C4662-6678-B390-244F-41C063CDE6F1}"/>
              </a:ext>
            </a:extLst>
          </p:cNvPr>
          <p:cNvSpPr>
            <a:spLocks noGrp="1" noChangeArrowheads="1"/>
          </p:cNvSpPr>
          <p:nvPr>
            <p:ph type="body" idx="1"/>
          </p:nvPr>
        </p:nvSpPr>
        <p:spPr>
          <a:xfrm>
            <a:off x="1241425" y="1706563"/>
            <a:ext cx="12101513" cy="6897687"/>
          </a:xfrm>
        </p:spPr>
        <p:txBody>
          <a:bodyPr/>
          <a:lstStyle/>
          <a:p>
            <a:pPr lvl="1">
              <a:lnSpc>
                <a:spcPct val="90000"/>
              </a:lnSpc>
              <a:buNone/>
            </a:pPr>
            <a:endParaRPr lang="en-US" sz="1100" dirty="0"/>
          </a:p>
        </p:txBody>
      </p:sp>
      <p:sp>
        <p:nvSpPr>
          <p:cNvPr id="4" name="TextBox 3">
            <a:extLst>
              <a:ext uri="{FF2B5EF4-FFF2-40B4-BE49-F238E27FC236}">
                <a16:creationId xmlns:a16="http://schemas.microsoft.com/office/drawing/2014/main" id="{FB5C4EA1-8943-9829-B3C7-865E255FA6CD}"/>
              </a:ext>
            </a:extLst>
          </p:cNvPr>
          <p:cNvSpPr txBox="1"/>
          <p:nvPr/>
        </p:nvSpPr>
        <p:spPr>
          <a:xfrm>
            <a:off x="4648201" y="2473189"/>
            <a:ext cx="2209800" cy="410882"/>
          </a:xfrm>
          <a:prstGeom prst="rect">
            <a:avLst/>
          </a:prstGeom>
          <a:noFill/>
        </p:spPr>
        <p:txBody>
          <a:bodyPr wrap="square">
            <a:spAutoFit/>
          </a:bodyPr>
          <a:lstStyle/>
          <a:p>
            <a:pPr lvl="1">
              <a:lnSpc>
                <a:spcPct val="90000"/>
              </a:lnSpc>
              <a:buNone/>
            </a:pPr>
            <a:r>
              <a:rPr lang="en-GB" sz="2300" b="1" dirty="0">
                <a:latin typeface="+mn-lt"/>
              </a:rPr>
              <a:t>Process P</a:t>
            </a:r>
            <a:endParaRPr lang="en-US" sz="2300" b="1" dirty="0">
              <a:latin typeface="+mn-lt"/>
            </a:endParaRPr>
          </a:p>
        </p:txBody>
      </p:sp>
      <p:sp>
        <p:nvSpPr>
          <p:cNvPr id="5" name="TextBox 4">
            <a:extLst>
              <a:ext uri="{FF2B5EF4-FFF2-40B4-BE49-F238E27FC236}">
                <a16:creationId xmlns:a16="http://schemas.microsoft.com/office/drawing/2014/main" id="{D6E294BB-B5F0-B394-2506-8A07A4581641}"/>
              </a:ext>
            </a:extLst>
          </p:cNvPr>
          <p:cNvSpPr txBox="1"/>
          <p:nvPr/>
        </p:nvSpPr>
        <p:spPr>
          <a:xfrm>
            <a:off x="9325853" y="2473189"/>
            <a:ext cx="2209800" cy="410882"/>
          </a:xfrm>
          <a:prstGeom prst="rect">
            <a:avLst/>
          </a:prstGeom>
          <a:noFill/>
        </p:spPr>
        <p:txBody>
          <a:bodyPr wrap="square">
            <a:spAutoFit/>
          </a:bodyPr>
          <a:lstStyle/>
          <a:p>
            <a:pPr lvl="1">
              <a:lnSpc>
                <a:spcPct val="90000"/>
              </a:lnSpc>
              <a:buNone/>
            </a:pPr>
            <a:r>
              <a:rPr lang="en-GB" sz="2300" b="1" dirty="0">
                <a:latin typeface="+mn-lt"/>
              </a:rPr>
              <a:t>Process J</a:t>
            </a:r>
            <a:endParaRPr lang="en-US" sz="2300" b="1" dirty="0">
              <a:latin typeface="+mn-lt"/>
            </a:endParaRPr>
          </a:p>
        </p:txBody>
      </p:sp>
      <p:sp>
        <p:nvSpPr>
          <p:cNvPr id="6" name="TextBox 5">
            <a:extLst>
              <a:ext uri="{FF2B5EF4-FFF2-40B4-BE49-F238E27FC236}">
                <a16:creationId xmlns:a16="http://schemas.microsoft.com/office/drawing/2014/main" id="{A8C698BE-FBB2-8680-040D-5EE8B10C7542}"/>
              </a:ext>
            </a:extLst>
          </p:cNvPr>
          <p:cNvSpPr txBox="1"/>
          <p:nvPr/>
        </p:nvSpPr>
        <p:spPr>
          <a:xfrm>
            <a:off x="835026" y="3468832"/>
            <a:ext cx="3457574" cy="410882"/>
          </a:xfrm>
          <a:prstGeom prst="rect">
            <a:avLst/>
          </a:prstGeom>
          <a:noFill/>
        </p:spPr>
        <p:txBody>
          <a:bodyPr wrap="square">
            <a:spAutoFit/>
          </a:bodyPr>
          <a:lstStyle/>
          <a:p>
            <a:pPr lvl="1">
              <a:lnSpc>
                <a:spcPct val="90000"/>
              </a:lnSpc>
              <a:buNone/>
            </a:pPr>
            <a:r>
              <a:rPr lang="en-GB" sz="2300" b="1" dirty="0" err="1">
                <a:latin typeface="+mn-lt"/>
              </a:rPr>
              <a:t>Shared_Variable</a:t>
            </a:r>
            <a:r>
              <a:rPr lang="en-GB" sz="2300" b="1" dirty="0">
                <a:latin typeface="+mn-lt"/>
              </a:rPr>
              <a:t>=10</a:t>
            </a:r>
            <a:endParaRPr lang="en-US" sz="2300" b="1" dirty="0">
              <a:latin typeface="+mn-lt"/>
            </a:endParaRPr>
          </a:p>
        </p:txBody>
      </p:sp>
      <p:sp>
        <p:nvSpPr>
          <p:cNvPr id="7" name="TextBox 6">
            <a:extLst>
              <a:ext uri="{FF2B5EF4-FFF2-40B4-BE49-F238E27FC236}">
                <a16:creationId xmlns:a16="http://schemas.microsoft.com/office/drawing/2014/main" id="{FA9799EA-0E0C-F313-68D8-8955AEE5EA65}"/>
              </a:ext>
            </a:extLst>
          </p:cNvPr>
          <p:cNvSpPr txBox="1"/>
          <p:nvPr/>
        </p:nvSpPr>
        <p:spPr>
          <a:xfrm>
            <a:off x="4292600" y="5855293"/>
            <a:ext cx="4294187" cy="410882"/>
          </a:xfrm>
          <a:prstGeom prst="rect">
            <a:avLst/>
          </a:prstGeom>
          <a:noFill/>
        </p:spPr>
        <p:txBody>
          <a:bodyPr wrap="square">
            <a:spAutoFit/>
          </a:bodyPr>
          <a:lstStyle/>
          <a:p>
            <a:pPr lvl="1">
              <a:lnSpc>
                <a:spcPct val="90000"/>
              </a:lnSpc>
              <a:buNone/>
            </a:pPr>
            <a:r>
              <a:rPr lang="en-GB" sz="2300" b="1" dirty="0">
                <a:latin typeface="+mn-lt"/>
              </a:rPr>
              <a:t>P1, P2, J1,J2,P3, J3 = 9</a:t>
            </a:r>
            <a:endParaRPr lang="en-US" sz="2300" b="1" dirty="0">
              <a:latin typeface="+mn-lt"/>
            </a:endParaRPr>
          </a:p>
        </p:txBody>
      </p:sp>
      <p:sp>
        <p:nvSpPr>
          <p:cNvPr id="8" name="TextBox 7">
            <a:extLst>
              <a:ext uri="{FF2B5EF4-FFF2-40B4-BE49-F238E27FC236}">
                <a16:creationId xmlns:a16="http://schemas.microsoft.com/office/drawing/2014/main" id="{D5A201B1-2D94-4450-EA99-005974637887}"/>
              </a:ext>
            </a:extLst>
          </p:cNvPr>
          <p:cNvSpPr txBox="1"/>
          <p:nvPr/>
        </p:nvSpPr>
        <p:spPr>
          <a:xfrm>
            <a:off x="4292600" y="6461645"/>
            <a:ext cx="4294187" cy="410882"/>
          </a:xfrm>
          <a:prstGeom prst="rect">
            <a:avLst/>
          </a:prstGeom>
          <a:noFill/>
        </p:spPr>
        <p:txBody>
          <a:bodyPr wrap="square">
            <a:spAutoFit/>
          </a:bodyPr>
          <a:lstStyle/>
          <a:p>
            <a:pPr lvl="1">
              <a:lnSpc>
                <a:spcPct val="90000"/>
              </a:lnSpc>
              <a:buNone/>
            </a:pPr>
            <a:r>
              <a:rPr lang="en-GB" sz="2300" b="1" dirty="0">
                <a:latin typeface="+mn-lt"/>
              </a:rPr>
              <a:t>P1, P2, J1,J2,J3, P3 = 11</a:t>
            </a:r>
            <a:endParaRPr lang="en-US" sz="2300" b="1" dirty="0">
              <a:latin typeface="+mn-lt"/>
            </a:endParaRPr>
          </a:p>
        </p:txBody>
      </p:sp>
      <p:graphicFrame>
        <p:nvGraphicFramePr>
          <p:cNvPr id="9" name="Table 8">
            <a:extLst>
              <a:ext uri="{FF2B5EF4-FFF2-40B4-BE49-F238E27FC236}">
                <a16:creationId xmlns:a16="http://schemas.microsoft.com/office/drawing/2014/main" id="{23A9C910-3D6F-DD4F-633E-5594C9703FE9}"/>
              </a:ext>
            </a:extLst>
          </p:cNvPr>
          <p:cNvGraphicFramePr>
            <a:graphicFrameLocks noGrp="1"/>
          </p:cNvGraphicFramePr>
          <p:nvPr>
            <p:extLst>
              <p:ext uri="{D42A27DB-BD31-4B8C-83A1-F6EECF244321}">
                <p14:modId xmlns:p14="http://schemas.microsoft.com/office/powerpoint/2010/main" val="469796007"/>
              </p:ext>
            </p:extLst>
          </p:nvPr>
        </p:nvGraphicFramePr>
        <p:xfrm>
          <a:off x="1241426" y="3034168"/>
          <a:ext cx="11788774" cy="1493520"/>
        </p:xfrm>
        <a:graphic>
          <a:graphicData uri="http://schemas.openxmlformats.org/drawingml/2006/table">
            <a:tbl>
              <a:tblPr firstRow="1" bandRow="1"/>
              <a:tblGrid>
                <a:gridCol w="3089275">
                  <a:extLst>
                    <a:ext uri="{9D8B030D-6E8A-4147-A177-3AD203B41FA5}">
                      <a16:colId xmlns:a16="http://schemas.microsoft.com/office/drawing/2014/main" val="1230521972"/>
                    </a:ext>
                  </a:extLst>
                </a:gridCol>
                <a:gridCol w="4060048">
                  <a:extLst>
                    <a:ext uri="{9D8B030D-6E8A-4147-A177-3AD203B41FA5}">
                      <a16:colId xmlns:a16="http://schemas.microsoft.com/office/drawing/2014/main" val="443457408"/>
                    </a:ext>
                  </a:extLst>
                </a:gridCol>
                <a:gridCol w="4639451">
                  <a:extLst>
                    <a:ext uri="{9D8B030D-6E8A-4147-A177-3AD203B41FA5}">
                      <a16:colId xmlns:a16="http://schemas.microsoft.com/office/drawing/2014/main" val="475966576"/>
                    </a:ext>
                  </a:extLst>
                </a:gridCol>
              </a:tblGrid>
              <a:tr h="370840">
                <a:tc>
                  <a:txBody>
                    <a:bodyPr/>
                    <a:lstStyle/>
                    <a:p>
                      <a:endParaRPr lang="en-GB" dirty="0"/>
                    </a:p>
                  </a:txBody>
                  <a:tcPr/>
                </a:tc>
                <a:tc>
                  <a:txBody>
                    <a:bodyPr/>
                    <a:lstStyle/>
                    <a:p>
                      <a:r>
                        <a:rPr lang="en-GB" sz="2300" dirty="0"/>
                        <a:t>P1   R1= </a:t>
                      </a:r>
                      <a:r>
                        <a:rPr lang="en-GB" sz="2300" dirty="0" err="1"/>
                        <a:t>shared_variable</a:t>
                      </a:r>
                      <a:br>
                        <a:rPr lang="en-GB" sz="2300" dirty="0"/>
                      </a:br>
                      <a:r>
                        <a:rPr lang="en-GB" sz="2300" dirty="0"/>
                        <a:t>P2   R2= R1 + 1</a:t>
                      </a:r>
                    </a:p>
                    <a:p>
                      <a:r>
                        <a:rPr lang="en-GB" sz="2300" dirty="0"/>
                        <a:t>        Pre-Empt</a:t>
                      </a:r>
                      <a:br>
                        <a:rPr lang="en-GB" sz="2300" dirty="0"/>
                      </a:br>
                      <a:r>
                        <a:rPr lang="en-GB" sz="2300" dirty="0"/>
                        <a:t>P3   </a:t>
                      </a:r>
                      <a:r>
                        <a:rPr lang="en-GB" sz="2300" dirty="0" err="1"/>
                        <a:t>Shared_variable</a:t>
                      </a:r>
                      <a:r>
                        <a:rPr lang="en-GB" sz="2300" dirty="0"/>
                        <a:t> = R1</a:t>
                      </a:r>
                    </a:p>
                  </a:txBody>
                  <a:tcPr/>
                </a:tc>
                <a:tc>
                  <a:txBody>
                    <a:bodyPr/>
                    <a:lstStyle/>
                    <a:p>
                      <a:r>
                        <a:rPr lang="en-GB" sz="2300" dirty="0"/>
                        <a:t>J1   R2= </a:t>
                      </a:r>
                      <a:r>
                        <a:rPr lang="en-GB" sz="2300" dirty="0" err="1"/>
                        <a:t>shared_variable</a:t>
                      </a:r>
                      <a:br>
                        <a:rPr lang="en-GB" sz="2300" dirty="0"/>
                      </a:br>
                      <a:r>
                        <a:rPr lang="en-GB" sz="2300" dirty="0"/>
                        <a:t>J2   R2= R2 - 1</a:t>
                      </a:r>
                    </a:p>
                    <a:p>
                      <a:r>
                        <a:rPr lang="en-GB" sz="2300" dirty="0"/>
                        <a:t>        Pre-Empt</a:t>
                      </a:r>
                      <a:br>
                        <a:rPr lang="en-GB" sz="2300" dirty="0"/>
                      </a:br>
                      <a:r>
                        <a:rPr lang="en-GB" sz="2300" dirty="0"/>
                        <a:t>J3   </a:t>
                      </a:r>
                      <a:r>
                        <a:rPr lang="en-GB" sz="2300" dirty="0" err="1"/>
                        <a:t>Shared_variable</a:t>
                      </a:r>
                      <a:r>
                        <a:rPr lang="en-GB" sz="2300" dirty="0"/>
                        <a:t> = R2</a:t>
                      </a:r>
                    </a:p>
                  </a:txBody>
                  <a:tcPr/>
                </a:tc>
                <a:extLst>
                  <a:ext uri="{0D108BD9-81ED-4DB2-BD59-A6C34878D82A}">
                    <a16:rowId xmlns:a16="http://schemas.microsoft.com/office/drawing/2014/main" val="2183131117"/>
                  </a:ext>
                </a:extLst>
              </a:tr>
            </a:tbl>
          </a:graphicData>
        </a:graphic>
      </p:graphicFrame>
    </p:spTree>
    <p:extLst>
      <p:ext uri="{BB962C8B-B14F-4D97-AF65-F5344CB8AC3E}">
        <p14:creationId xmlns:p14="http://schemas.microsoft.com/office/powerpoint/2010/main" val="87169737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1026"/>
          <p:cNvSpPr>
            <a:spLocks noGrp="1" noChangeArrowheads="1"/>
          </p:cNvSpPr>
          <p:nvPr>
            <p:ph type="title"/>
          </p:nvPr>
        </p:nvSpPr>
        <p:spPr/>
        <p:txBody>
          <a:bodyPr/>
          <a:lstStyle/>
          <a:p>
            <a:pPr eaLnBrk="1" hangingPunct="1"/>
            <a:r>
              <a:rPr lang="en-US"/>
              <a:t>Race Condition</a:t>
            </a:r>
          </a:p>
        </p:txBody>
      </p:sp>
      <p:sp>
        <p:nvSpPr>
          <p:cNvPr id="9219" name="Rectangle 1027"/>
          <p:cNvSpPr>
            <a:spLocks noGrp="1" noChangeArrowheads="1"/>
          </p:cNvSpPr>
          <p:nvPr>
            <p:ph type="body" idx="1"/>
          </p:nvPr>
        </p:nvSpPr>
        <p:spPr>
          <a:xfrm>
            <a:off x="1241425" y="1706563"/>
            <a:ext cx="12101513" cy="6897687"/>
          </a:xfrm>
        </p:spPr>
        <p:txBody>
          <a:bodyPr/>
          <a:lstStyle/>
          <a:p>
            <a:pPr>
              <a:lnSpc>
                <a:spcPct val="90000"/>
              </a:lnSpc>
            </a:pPr>
            <a:r>
              <a:rPr lang="en-US" sz="2300" dirty="0">
                <a:solidFill>
                  <a:srgbClr val="0000FF"/>
                </a:solidFill>
              </a:rPr>
              <a:t>counter++</a:t>
            </a:r>
            <a:r>
              <a:rPr lang="en-US" sz="2300" dirty="0"/>
              <a:t> could be implemented as</a:t>
            </a:r>
            <a:br>
              <a:rPr lang="en-US" sz="2300" dirty="0"/>
            </a:br>
            <a:br>
              <a:rPr lang="en-US" sz="2300" dirty="0"/>
            </a:br>
            <a:r>
              <a:rPr lang="en-US" sz="2300" dirty="0"/>
              <a:t>     </a:t>
            </a:r>
            <a:r>
              <a:rPr lang="en-US" sz="2300" dirty="0">
                <a:solidFill>
                  <a:srgbClr val="0000FF"/>
                </a:solidFill>
              </a:rPr>
              <a:t>register1 = counter</a:t>
            </a:r>
            <a:br>
              <a:rPr lang="en-US" sz="2300" dirty="0">
                <a:solidFill>
                  <a:srgbClr val="0000FF"/>
                </a:solidFill>
              </a:rPr>
            </a:br>
            <a:r>
              <a:rPr lang="en-US" sz="2300" dirty="0">
                <a:solidFill>
                  <a:srgbClr val="0000FF"/>
                </a:solidFill>
              </a:rPr>
              <a:t>     register1 = register1 + 1</a:t>
            </a:r>
            <a:br>
              <a:rPr lang="en-US" sz="2300" dirty="0">
                <a:solidFill>
                  <a:srgbClr val="0000FF"/>
                </a:solidFill>
              </a:rPr>
            </a:br>
            <a:r>
              <a:rPr lang="en-US" sz="2300" dirty="0">
                <a:solidFill>
                  <a:srgbClr val="0000FF"/>
                </a:solidFill>
              </a:rPr>
              <a:t>     counter = register1</a:t>
            </a:r>
          </a:p>
          <a:p>
            <a:pPr>
              <a:lnSpc>
                <a:spcPct val="90000"/>
              </a:lnSpc>
            </a:pPr>
            <a:endParaRPr lang="en-US" sz="1100" dirty="0">
              <a:solidFill>
                <a:srgbClr val="0000FF"/>
              </a:solidFill>
            </a:endParaRPr>
          </a:p>
          <a:p>
            <a:pPr>
              <a:lnSpc>
                <a:spcPct val="90000"/>
              </a:lnSpc>
            </a:pPr>
            <a:r>
              <a:rPr lang="en-US" sz="2300" dirty="0">
                <a:solidFill>
                  <a:schemeClr val="tx2"/>
                </a:solidFill>
              </a:rPr>
              <a:t>counter--</a:t>
            </a:r>
            <a:r>
              <a:rPr lang="en-US" sz="2300" dirty="0"/>
              <a:t> could be implemented as</a:t>
            </a:r>
            <a:br>
              <a:rPr lang="en-US" sz="2300" dirty="0"/>
            </a:br>
            <a:br>
              <a:rPr lang="en-US" sz="2300" dirty="0"/>
            </a:br>
            <a:r>
              <a:rPr lang="en-US" sz="2300" dirty="0"/>
              <a:t>     </a:t>
            </a:r>
            <a:r>
              <a:rPr lang="en-US" sz="2300" dirty="0">
                <a:solidFill>
                  <a:schemeClr val="tx2"/>
                </a:solidFill>
              </a:rPr>
              <a:t>register2 = counter</a:t>
            </a:r>
            <a:br>
              <a:rPr lang="en-US" sz="2300" dirty="0">
                <a:solidFill>
                  <a:schemeClr val="tx2"/>
                </a:solidFill>
              </a:rPr>
            </a:br>
            <a:r>
              <a:rPr lang="en-US" sz="2300" dirty="0">
                <a:solidFill>
                  <a:schemeClr val="tx2"/>
                </a:solidFill>
              </a:rPr>
              <a:t>     register2 = register2 - 1</a:t>
            </a:r>
            <a:br>
              <a:rPr lang="en-US" sz="2300" dirty="0">
                <a:solidFill>
                  <a:schemeClr val="tx2"/>
                </a:solidFill>
              </a:rPr>
            </a:br>
            <a:r>
              <a:rPr lang="en-US" sz="2300" dirty="0">
                <a:solidFill>
                  <a:schemeClr val="tx2"/>
                </a:solidFill>
              </a:rPr>
              <a:t>     count = register2</a:t>
            </a:r>
          </a:p>
          <a:p>
            <a:pPr>
              <a:lnSpc>
                <a:spcPct val="90000"/>
              </a:lnSpc>
            </a:pPr>
            <a:endParaRPr lang="en-US" sz="1100" dirty="0">
              <a:solidFill>
                <a:schemeClr val="tx2"/>
              </a:solidFill>
            </a:endParaRPr>
          </a:p>
          <a:p>
            <a:pPr>
              <a:lnSpc>
                <a:spcPct val="90000"/>
              </a:lnSpc>
            </a:pPr>
            <a:r>
              <a:rPr lang="en-US" sz="2300" dirty="0"/>
              <a:t>Consider this execution interleaving with “</a:t>
            </a:r>
            <a:r>
              <a:rPr lang="en-US" sz="2300" b="1" dirty="0">
                <a:solidFill>
                  <a:srgbClr val="C00000"/>
                </a:solidFill>
              </a:rPr>
              <a:t>count = 5</a:t>
            </a:r>
            <a:r>
              <a:rPr lang="en-US" sz="2300" dirty="0"/>
              <a:t>” initially:</a:t>
            </a:r>
          </a:p>
          <a:p>
            <a:pPr lvl="1">
              <a:lnSpc>
                <a:spcPct val="90000"/>
              </a:lnSpc>
              <a:buFont typeface="Monotype Sorts" charset="2"/>
              <a:buNone/>
            </a:pPr>
            <a:r>
              <a:rPr lang="en-US" sz="2300" dirty="0"/>
              <a:t>	</a:t>
            </a:r>
            <a:r>
              <a:rPr lang="en-US" dirty="0"/>
              <a:t>S0: producer execute </a:t>
            </a:r>
            <a:r>
              <a:rPr lang="en-US" dirty="0">
                <a:solidFill>
                  <a:srgbClr val="0000FF"/>
                </a:solidFill>
              </a:rPr>
              <a:t>register1 = counter</a:t>
            </a:r>
            <a:r>
              <a:rPr lang="en-US" dirty="0"/>
              <a:t>   {register1 = 5}</a:t>
            </a:r>
            <a:br>
              <a:rPr lang="en-US" dirty="0"/>
            </a:br>
            <a:r>
              <a:rPr lang="en-US" dirty="0"/>
              <a:t>S1: producer execute </a:t>
            </a:r>
            <a:r>
              <a:rPr lang="en-US" dirty="0">
                <a:solidFill>
                  <a:srgbClr val="0000FF"/>
                </a:solidFill>
              </a:rPr>
              <a:t>register1 = register1 + 1  </a:t>
            </a:r>
            <a:r>
              <a:rPr lang="en-US" dirty="0"/>
              <a:t> {register1 = 6} </a:t>
            </a:r>
            <a:br>
              <a:rPr lang="en-US" dirty="0"/>
            </a:br>
            <a:r>
              <a:rPr lang="en-US" dirty="0"/>
              <a:t>S2: consumer execute </a:t>
            </a:r>
            <a:r>
              <a:rPr lang="en-US" dirty="0">
                <a:solidFill>
                  <a:schemeClr val="tx2"/>
                </a:solidFill>
              </a:rPr>
              <a:t>register2 = counter</a:t>
            </a:r>
            <a:r>
              <a:rPr lang="en-US" dirty="0"/>
              <a:t>   {register2 = 5} </a:t>
            </a:r>
            <a:br>
              <a:rPr lang="en-US" dirty="0"/>
            </a:br>
            <a:r>
              <a:rPr lang="en-US" dirty="0"/>
              <a:t>S3: consumer execute </a:t>
            </a:r>
            <a:r>
              <a:rPr lang="en-US" dirty="0">
                <a:solidFill>
                  <a:schemeClr val="tx2"/>
                </a:solidFill>
              </a:rPr>
              <a:t>register2 = register2 - 1</a:t>
            </a:r>
            <a:r>
              <a:rPr lang="en-US" dirty="0"/>
              <a:t>   {register2 = 4} </a:t>
            </a:r>
            <a:br>
              <a:rPr lang="en-US" dirty="0"/>
            </a:br>
            <a:r>
              <a:rPr lang="en-US" sz="2800" dirty="0"/>
              <a:t>S4: producer execute </a:t>
            </a:r>
            <a:r>
              <a:rPr lang="en-US" sz="2800" dirty="0">
                <a:solidFill>
                  <a:srgbClr val="0000FF"/>
                </a:solidFill>
              </a:rPr>
              <a:t>counter = register1</a:t>
            </a:r>
            <a:r>
              <a:rPr lang="en-US" sz="2800" dirty="0"/>
              <a:t>   {count = 6 } </a:t>
            </a:r>
            <a:br>
              <a:rPr lang="en-US" sz="2800" dirty="0"/>
            </a:br>
            <a:r>
              <a:rPr lang="en-US" sz="2800" dirty="0"/>
              <a:t>S5: consumer execute </a:t>
            </a:r>
            <a:r>
              <a:rPr lang="en-US" sz="2800" dirty="0">
                <a:solidFill>
                  <a:schemeClr val="tx2"/>
                </a:solidFill>
              </a:rPr>
              <a:t>counter = register2</a:t>
            </a:r>
            <a:r>
              <a:rPr lang="en-US" sz="2800" dirty="0"/>
              <a:t>   {count = 4}</a:t>
            </a:r>
          </a:p>
          <a:p>
            <a:pPr lvl="1">
              <a:lnSpc>
                <a:spcPct val="90000"/>
              </a:lnSpc>
              <a:buFont typeface="Monotype Sorts" charset="2"/>
              <a:buNone/>
            </a:pPr>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D21DA5-1BAA-F823-62FF-A9AE92D51013}"/>
            </a:ext>
          </a:extLst>
        </p:cNvPr>
        <p:cNvGrpSpPr/>
        <p:nvPr/>
      </p:nvGrpSpPr>
      <p:grpSpPr>
        <a:xfrm>
          <a:off x="0" y="0"/>
          <a:ext cx="0" cy="0"/>
          <a:chOff x="0" y="0"/>
          <a:chExt cx="0" cy="0"/>
        </a:xfrm>
      </p:grpSpPr>
      <p:sp>
        <p:nvSpPr>
          <p:cNvPr id="9218" name="Rectangle 1026">
            <a:extLst>
              <a:ext uri="{FF2B5EF4-FFF2-40B4-BE49-F238E27FC236}">
                <a16:creationId xmlns:a16="http://schemas.microsoft.com/office/drawing/2014/main" id="{41FFC15D-13C9-8F6B-2FD1-BBA364A5B7D4}"/>
              </a:ext>
            </a:extLst>
          </p:cNvPr>
          <p:cNvSpPr>
            <a:spLocks noGrp="1" noChangeArrowheads="1"/>
          </p:cNvSpPr>
          <p:nvPr>
            <p:ph type="title"/>
          </p:nvPr>
        </p:nvSpPr>
        <p:spPr/>
        <p:txBody>
          <a:bodyPr/>
          <a:lstStyle/>
          <a:p>
            <a:pPr eaLnBrk="1" hangingPunct="1"/>
            <a:r>
              <a:rPr lang="en-US"/>
              <a:t>Race Condition</a:t>
            </a:r>
          </a:p>
        </p:txBody>
      </p:sp>
      <p:sp>
        <p:nvSpPr>
          <p:cNvPr id="9219" name="Rectangle 1027">
            <a:extLst>
              <a:ext uri="{FF2B5EF4-FFF2-40B4-BE49-F238E27FC236}">
                <a16:creationId xmlns:a16="http://schemas.microsoft.com/office/drawing/2014/main" id="{1DF65408-7150-933D-3C5D-55913F5CB7C9}"/>
              </a:ext>
            </a:extLst>
          </p:cNvPr>
          <p:cNvSpPr>
            <a:spLocks noGrp="1" noChangeArrowheads="1"/>
          </p:cNvSpPr>
          <p:nvPr>
            <p:ph type="body" idx="1"/>
          </p:nvPr>
        </p:nvSpPr>
        <p:spPr>
          <a:xfrm>
            <a:off x="133350" y="1706563"/>
            <a:ext cx="13258800" cy="6897687"/>
          </a:xfrm>
        </p:spPr>
        <p:txBody>
          <a:bodyPr/>
          <a:lstStyle/>
          <a:p>
            <a:pPr lvl="1">
              <a:lnSpc>
                <a:spcPct val="90000"/>
              </a:lnSpc>
              <a:buFont typeface="Monotype Sorts" charset="2"/>
              <a:buNone/>
            </a:pPr>
            <a:r>
              <a:rPr lang="en-US" sz="2300" dirty="0"/>
              <a:t>     When more than one processes are executing the same code or accessing the same memory or any shared variable in that condition there is a possibility that the output or the value of the shared variable is wrong so for that all the processes doing the race to say that my output is correct this condition known as a race condition. Several processes access and process the manipulations over the same data concurrently, then the outcome depends on the particular order in which the access takes place.</a:t>
            </a:r>
          </a:p>
          <a:p>
            <a:pPr lvl="1">
              <a:lnSpc>
                <a:spcPct val="90000"/>
              </a:lnSpc>
              <a:buFont typeface="Monotype Sorts" charset="2"/>
              <a:buNone/>
            </a:pPr>
            <a:endParaRPr lang="en-US" sz="2300" dirty="0"/>
          </a:p>
          <a:p>
            <a:pPr lvl="1">
              <a:lnSpc>
                <a:spcPct val="90000"/>
              </a:lnSpc>
              <a:buFont typeface="Monotype Sorts" charset="2"/>
              <a:buNone/>
            </a:pPr>
            <a:endParaRPr lang="en-US" sz="2300" dirty="0"/>
          </a:p>
          <a:p>
            <a:pPr lvl="1">
              <a:lnSpc>
                <a:spcPct val="90000"/>
              </a:lnSpc>
              <a:buFont typeface="Monotype Sorts" charset="2"/>
              <a:buNone/>
            </a:pPr>
            <a:endParaRPr lang="en-US" sz="2300" dirty="0"/>
          </a:p>
          <a:p>
            <a:pPr lvl="1">
              <a:lnSpc>
                <a:spcPct val="90000"/>
              </a:lnSpc>
              <a:buFont typeface="Monotype Sorts" charset="2"/>
              <a:buNone/>
            </a:pPr>
            <a:r>
              <a:rPr lang="en-US" sz="2300" b="1" dirty="0">
                <a:solidFill>
                  <a:srgbClr val="00B0F0"/>
                </a:solidFill>
              </a:rPr>
              <a:t>    The order of execution of instructions defines the output.</a:t>
            </a:r>
          </a:p>
        </p:txBody>
      </p:sp>
    </p:spTree>
    <p:extLst>
      <p:ext uri="{BB962C8B-B14F-4D97-AF65-F5344CB8AC3E}">
        <p14:creationId xmlns:p14="http://schemas.microsoft.com/office/powerpoint/2010/main" val="572040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DA6BFD-9F81-769F-7A4A-16B6F7538141}"/>
            </a:ext>
          </a:extLst>
        </p:cNvPr>
        <p:cNvGrpSpPr/>
        <p:nvPr/>
      </p:nvGrpSpPr>
      <p:grpSpPr>
        <a:xfrm>
          <a:off x="0" y="0"/>
          <a:ext cx="0" cy="0"/>
          <a:chOff x="0" y="0"/>
          <a:chExt cx="0" cy="0"/>
        </a:xfrm>
      </p:grpSpPr>
      <p:sp>
        <p:nvSpPr>
          <p:cNvPr id="9218" name="Rectangle 1026">
            <a:extLst>
              <a:ext uri="{FF2B5EF4-FFF2-40B4-BE49-F238E27FC236}">
                <a16:creationId xmlns:a16="http://schemas.microsoft.com/office/drawing/2014/main" id="{381AECB1-21C2-0B6E-6212-0C4D0DF640FF}"/>
              </a:ext>
            </a:extLst>
          </p:cNvPr>
          <p:cNvSpPr>
            <a:spLocks noGrp="1" noChangeArrowheads="1"/>
          </p:cNvSpPr>
          <p:nvPr>
            <p:ph type="title"/>
          </p:nvPr>
        </p:nvSpPr>
        <p:spPr/>
        <p:txBody>
          <a:bodyPr/>
          <a:lstStyle/>
          <a:p>
            <a:pPr eaLnBrk="1" hangingPunct="1"/>
            <a:r>
              <a:rPr lang="en-US" dirty="0"/>
              <a:t>Critical Section</a:t>
            </a:r>
          </a:p>
        </p:txBody>
      </p:sp>
      <p:sp>
        <p:nvSpPr>
          <p:cNvPr id="9219" name="Rectangle 1027">
            <a:extLst>
              <a:ext uri="{FF2B5EF4-FFF2-40B4-BE49-F238E27FC236}">
                <a16:creationId xmlns:a16="http://schemas.microsoft.com/office/drawing/2014/main" id="{484E8550-5F11-79DB-D105-4985CB912322}"/>
              </a:ext>
            </a:extLst>
          </p:cNvPr>
          <p:cNvSpPr>
            <a:spLocks noGrp="1" noChangeArrowheads="1"/>
          </p:cNvSpPr>
          <p:nvPr>
            <p:ph type="body" idx="1"/>
          </p:nvPr>
        </p:nvSpPr>
        <p:spPr>
          <a:xfrm>
            <a:off x="133350" y="1706563"/>
            <a:ext cx="13258800" cy="6897687"/>
          </a:xfrm>
        </p:spPr>
        <p:txBody>
          <a:bodyPr/>
          <a:lstStyle/>
          <a:p>
            <a:pPr lvl="1">
              <a:lnSpc>
                <a:spcPct val="90000"/>
              </a:lnSpc>
              <a:buFont typeface="Monotype Sorts" charset="2"/>
              <a:buNone/>
            </a:pPr>
            <a:r>
              <a:rPr lang="en-US" sz="2300" dirty="0"/>
              <a:t>     Critical section is a code segment that contains shared variables that's why it need to be synchronized to maintain consistency of data variables. Critical Section can be accessed by only one process at a time.</a:t>
            </a:r>
          </a:p>
        </p:txBody>
      </p:sp>
      <p:pic>
        <p:nvPicPr>
          <p:cNvPr id="2" name="Picture 3">
            <a:extLst>
              <a:ext uri="{FF2B5EF4-FFF2-40B4-BE49-F238E27FC236}">
                <a16:creationId xmlns:a16="http://schemas.microsoft.com/office/drawing/2014/main" id="{68093971-FA49-BC3D-6DDA-2FF69AA11441}"/>
              </a:ext>
            </a:extLst>
          </p:cNvPr>
          <p:cNvPicPr>
            <a:picLocks noChangeAspect="1"/>
          </p:cNvPicPr>
          <p:nvPr/>
        </p:nvPicPr>
        <p:blipFill>
          <a:blip r:embed="rId3"/>
          <a:srcRect/>
          <a:stretch>
            <a:fillRect/>
          </a:stretch>
        </p:blipFill>
        <p:spPr bwMode="auto">
          <a:xfrm>
            <a:off x="4476750" y="3377406"/>
            <a:ext cx="7613650" cy="3556000"/>
          </a:xfrm>
          <a:prstGeom prst="rect">
            <a:avLst/>
          </a:prstGeom>
          <a:noFill/>
          <a:ln w="9525">
            <a:noFill/>
            <a:miter lim="800000"/>
            <a:headEnd/>
            <a:tailEnd/>
          </a:ln>
        </p:spPr>
      </p:pic>
    </p:spTree>
    <p:extLst>
      <p:ext uri="{BB962C8B-B14F-4D97-AF65-F5344CB8AC3E}">
        <p14:creationId xmlns:p14="http://schemas.microsoft.com/office/powerpoint/2010/main" val="143903425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A5AF57-227F-3D68-6BA7-B0453F758CD3}"/>
            </a:ext>
          </a:extLst>
        </p:cNvPr>
        <p:cNvGrpSpPr/>
        <p:nvPr/>
      </p:nvGrpSpPr>
      <p:grpSpPr>
        <a:xfrm>
          <a:off x="0" y="0"/>
          <a:ext cx="0" cy="0"/>
          <a:chOff x="0" y="0"/>
          <a:chExt cx="0" cy="0"/>
        </a:xfrm>
      </p:grpSpPr>
      <p:sp>
        <p:nvSpPr>
          <p:cNvPr id="9218" name="Rectangle 1026">
            <a:extLst>
              <a:ext uri="{FF2B5EF4-FFF2-40B4-BE49-F238E27FC236}">
                <a16:creationId xmlns:a16="http://schemas.microsoft.com/office/drawing/2014/main" id="{BEF5CDBD-7987-DA9D-1519-43E1D12F217B}"/>
              </a:ext>
            </a:extLst>
          </p:cNvPr>
          <p:cNvSpPr>
            <a:spLocks noGrp="1" noChangeArrowheads="1"/>
          </p:cNvSpPr>
          <p:nvPr>
            <p:ph type="title"/>
          </p:nvPr>
        </p:nvSpPr>
        <p:spPr/>
        <p:txBody>
          <a:bodyPr/>
          <a:lstStyle/>
          <a:p>
            <a:pPr eaLnBrk="1" hangingPunct="1"/>
            <a:r>
              <a:rPr lang="en-US" dirty="0"/>
              <a:t>Critical Section</a:t>
            </a:r>
          </a:p>
        </p:txBody>
      </p:sp>
      <p:sp>
        <p:nvSpPr>
          <p:cNvPr id="9219" name="Rectangle 1027">
            <a:extLst>
              <a:ext uri="{FF2B5EF4-FFF2-40B4-BE49-F238E27FC236}">
                <a16:creationId xmlns:a16="http://schemas.microsoft.com/office/drawing/2014/main" id="{2FD15F75-168A-D076-37B6-D72672C1A2DA}"/>
              </a:ext>
            </a:extLst>
          </p:cNvPr>
          <p:cNvSpPr>
            <a:spLocks noGrp="1" noChangeArrowheads="1"/>
          </p:cNvSpPr>
          <p:nvPr>
            <p:ph type="body" idx="1"/>
          </p:nvPr>
        </p:nvSpPr>
        <p:spPr>
          <a:xfrm>
            <a:off x="133350" y="1706563"/>
            <a:ext cx="13258800" cy="6897687"/>
          </a:xfrm>
        </p:spPr>
        <p:txBody>
          <a:bodyPr/>
          <a:lstStyle/>
          <a:p>
            <a:pPr lvl="1">
              <a:lnSpc>
                <a:spcPct val="90000"/>
              </a:lnSpc>
              <a:buFont typeface="Monotype Sorts" charset="2"/>
              <a:buNone/>
            </a:pPr>
            <a:r>
              <a:rPr lang="en-US" sz="2300" b="1" dirty="0">
                <a:solidFill>
                  <a:srgbClr val="00B0F0"/>
                </a:solidFill>
              </a:rPr>
              <a:t>Entry Section </a:t>
            </a:r>
            <a:r>
              <a:rPr lang="en-US" sz="2300" dirty="0"/>
              <a:t>It is part of the process, which decide the entry of a particular process in the Critical Section, out of many other processes.</a:t>
            </a:r>
          </a:p>
          <a:p>
            <a:pPr lvl="1">
              <a:lnSpc>
                <a:spcPct val="90000"/>
              </a:lnSpc>
              <a:buFont typeface="Monotype Sorts" charset="2"/>
              <a:buNone/>
            </a:pPr>
            <a:r>
              <a:rPr lang="en-US" sz="2300" b="1" dirty="0">
                <a:solidFill>
                  <a:srgbClr val="00B0F0"/>
                </a:solidFill>
              </a:rPr>
              <a:t>Critical Section </a:t>
            </a:r>
            <a:r>
              <a:rPr lang="en-US" sz="2300" dirty="0"/>
              <a:t>- It is the part in which only one process is allowed to enter and modify the shared variable. This part of the process ensures that only no other process can access the resource of shared data.</a:t>
            </a:r>
          </a:p>
          <a:p>
            <a:pPr lvl="1">
              <a:lnSpc>
                <a:spcPct val="90000"/>
              </a:lnSpc>
              <a:buFont typeface="Monotype Sorts" charset="2"/>
              <a:buNone/>
            </a:pPr>
            <a:r>
              <a:rPr lang="en-US" sz="2300" b="1" dirty="0">
                <a:solidFill>
                  <a:srgbClr val="00B0F0"/>
                </a:solidFill>
              </a:rPr>
              <a:t>Exit Section </a:t>
            </a:r>
            <a:r>
              <a:rPr lang="en-US" sz="2300" dirty="0"/>
              <a:t>- This process allows the other process that are waiting in the Entry Section, to enter into the Critical Sections. It checks that a process that after a process has finished execution in Critical Section can be removed through this Exit Section.</a:t>
            </a:r>
          </a:p>
          <a:p>
            <a:pPr lvl="1">
              <a:lnSpc>
                <a:spcPct val="90000"/>
              </a:lnSpc>
              <a:buFont typeface="Monotype Sorts" charset="2"/>
              <a:buNone/>
            </a:pPr>
            <a:r>
              <a:rPr lang="en-US" sz="2300" b="1" dirty="0">
                <a:solidFill>
                  <a:srgbClr val="00B0F0"/>
                </a:solidFill>
              </a:rPr>
              <a:t>Remainder Section </a:t>
            </a:r>
            <a:r>
              <a:rPr lang="en-US" sz="2300" dirty="0"/>
              <a:t>The other parts of the Code other than Entry - Section, Critical Section and Exit Section are known as Remainder Section.</a:t>
            </a:r>
          </a:p>
        </p:txBody>
      </p:sp>
      <p:pic>
        <p:nvPicPr>
          <p:cNvPr id="2" name="Picture 3">
            <a:extLst>
              <a:ext uri="{FF2B5EF4-FFF2-40B4-BE49-F238E27FC236}">
                <a16:creationId xmlns:a16="http://schemas.microsoft.com/office/drawing/2014/main" id="{96F2B6C2-339F-0ACA-4310-AAF7916FC358}"/>
              </a:ext>
            </a:extLst>
          </p:cNvPr>
          <p:cNvPicPr>
            <a:picLocks noChangeAspect="1"/>
          </p:cNvPicPr>
          <p:nvPr/>
        </p:nvPicPr>
        <p:blipFill>
          <a:blip r:embed="rId3"/>
          <a:srcRect/>
          <a:stretch>
            <a:fillRect/>
          </a:stretch>
        </p:blipFill>
        <p:spPr bwMode="auto">
          <a:xfrm>
            <a:off x="2514600" y="5588000"/>
            <a:ext cx="7613650" cy="3556000"/>
          </a:xfrm>
          <a:prstGeom prst="rect">
            <a:avLst/>
          </a:prstGeom>
          <a:noFill/>
          <a:ln w="9525">
            <a:noFill/>
            <a:miter lim="800000"/>
            <a:headEnd/>
            <a:tailEnd/>
          </a:ln>
        </p:spPr>
      </p:pic>
    </p:spTree>
    <p:extLst>
      <p:ext uri="{BB962C8B-B14F-4D97-AF65-F5344CB8AC3E}">
        <p14:creationId xmlns:p14="http://schemas.microsoft.com/office/powerpoint/2010/main" val="128036043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a:xfrm>
            <a:off x="1443038" y="369888"/>
            <a:ext cx="11587162" cy="768350"/>
          </a:xfrm>
        </p:spPr>
        <p:txBody>
          <a:bodyPr/>
          <a:lstStyle/>
          <a:p>
            <a:pPr eaLnBrk="1" hangingPunct="1"/>
            <a:r>
              <a:rPr lang="en-US" dirty="0"/>
              <a:t>Critical-Section Problem</a:t>
            </a:r>
          </a:p>
        </p:txBody>
      </p:sp>
      <p:sp>
        <p:nvSpPr>
          <p:cNvPr id="12291" name="Rectangle 3"/>
          <p:cNvSpPr>
            <a:spLocks noGrp="1" noChangeArrowheads="1"/>
          </p:cNvSpPr>
          <p:nvPr>
            <p:ph type="body" idx="1"/>
          </p:nvPr>
        </p:nvSpPr>
        <p:spPr>
          <a:xfrm>
            <a:off x="1209675" y="1639888"/>
            <a:ext cx="11501438" cy="6042025"/>
          </a:xfrm>
        </p:spPr>
        <p:txBody>
          <a:bodyPr/>
          <a:lstStyle/>
          <a:p>
            <a:pPr>
              <a:buFont typeface="Monotype Sorts" charset="2"/>
              <a:buNone/>
            </a:pPr>
            <a:r>
              <a:rPr lang="en-US" sz="2300" dirty="0">
                <a:solidFill>
                  <a:srgbClr val="000000"/>
                </a:solidFill>
              </a:rPr>
              <a:t>Each process has a section of code, called the </a:t>
            </a:r>
            <a:r>
              <a:rPr lang="en-US" sz="2300" b="1" dirty="0">
                <a:solidFill>
                  <a:srgbClr val="00B0F0"/>
                </a:solidFill>
              </a:rPr>
              <a:t>critical section</a:t>
            </a:r>
            <a:r>
              <a:rPr lang="en-US" sz="2300" dirty="0">
                <a:solidFill>
                  <a:srgbClr val="000000"/>
                </a:solidFill>
              </a:rPr>
              <a:t>, in which the process access and manipulate </a:t>
            </a:r>
            <a:r>
              <a:rPr lang="en-US" sz="2300" b="1" dirty="0">
                <a:solidFill>
                  <a:srgbClr val="00B0F0"/>
                </a:solidFill>
              </a:rPr>
              <a:t>shared variables and files</a:t>
            </a:r>
            <a:r>
              <a:rPr lang="en-US" sz="2300" dirty="0">
                <a:solidFill>
                  <a:srgbClr val="000000"/>
                </a:solidFill>
              </a:rPr>
              <a:t>.</a:t>
            </a:r>
          </a:p>
          <a:p>
            <a:pPr>
              <a:buFont typeface="Monotype Sorts" charset="2"/>
              <a:buNone/>
            </a:pPr>
            <a:r>
              <a:rPr lang="en-US" sz="2300" dirty="0">
                <a:solidFill>
                  <a:srgbClr val="000000"/>
                </a:solidFill>
              </a:rPr>
              <a:t>A </a:t>
            </a:r>
            <a:r>
              <a:rPr lang="en-US" sz="2300" b="1" dirty="0">
                <a:solidFill>
                  <a:srgbClr val="00B0F0"/>
                </a:solidFill>
              </a:rPr>
              <a:t>race condition </a:t>
            </a:r>
            <a:r>
              <a:rPr lang="en-US" sz="2300" dirty="0">
                <a:solidFill>
                  <a:srgbClr val="000000"/>
                </a:solidFill>
              </a:rPr>
              <a:t>is a situation that may occur inside a critical section.</a:t>
            </a:r>
          </a:p>
          <a:p>
            <a:pPr>
              <a:buFont typeface="Monotype Sorts" charset="2"/>
              <a:buNone/>
            </a:pPr>
            <a:r>
              <a:rPr lang="en-US" sz="2300" dirty="0">
                <a:solidFill>
                  <a:srgbClr val="000000"/>
                </a:solidFill>
              </a:rPr>
              <a:t>The problem is to ensure that when one process is executing in its critical section then no other process can execute their critical section</a:t>
            </a:r>
          </a:p>
          <a:p>
            <a:pPr>
              <a:buFont typeface="Monotype Sorts" charset="2"/>
              <a:buNone/>
            </a:pPr>
            <a:r>
              <a:rPr lang="en-US" sz="2300" b="1" dirty="0">
                <a:solidFill>
                  <a:srgbClr val="00B0F0"/>
                </a:solidFill>
              </a:rPr>
              <a:t>Race conditions </a:t>
            </a:r>
            <a:r>
              <a:rPr lang="en-US" sz="2300" dirty="0">
                <a:solidFill>
                  <a:srgbClr val="000000"/>
                </a:solidFill>
              </a:rPr>
              <a:t>in critical sections can be avoided if the critical section is treated as an </a:t>
            </a:r>
            <a:r>
              <a:rPr lang="en-US" sz="2300" b="1" dirty="0">
                <a:solidFill>
                  <a:srgbClr val="00B0F0"/>
                </a:solidFill>
              </a:rPr>
              <a:t>atomic instruction</a:t>
            </a:r>
            <a:r>
              <a:rPr lang="en-US" sz="2300" dirty="0">
                <a:solidFill>
                  <a:srgbClr val="000000"/>
                </a:solidFill>
              </a:rPr>
              <a:t>.</a:t>
            </a:r>
          </a:p>
          <a:p>
            <a:pPr>
              <a:buFont typeface="Monotype Sorts" charset="2"/>
              <a:buNone/>
            </a:pPr>
            <a:r>
              <a:rPr lang="en-US" sz="2300" dirty="0">
                <a:solidFill>
                  <a:srgbClr val="000000"/>
                </a:solidFill>
              </a:rPr>
              <a:t>This can be done by </a:t>
            </a:r>
            <a:r>
              <a:rPr lang="en-US" sz="2300" b="1" dirty="0">
                <a:solidFill>
                  <a:srgbClr val="00B0F0"/>
                </a:solidFill>
              </a:rPr>
              <a:t>process synchronization</a:t>
            </a:r>
            <a:r>
              <a:rPr lang="en-US" sz="2300" dirty="0">
                <a:solidFill>
                  <a:srgbClr val="000000"/>
                </a:solidFill>
              </a:rPr>
              <a:t>.</a:t>
            </a:r>
            <a:endParaRPr lang="en-US" sz="2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BF28FC-3F55-B588-CAFD-24DEDC224BA9}"/>
            </a:ext>
          </a:extLst>
        </p:cNvPr>
        <p:cNvGrpSpPr/>
        <p:nvPr/>
      </p:nvGrpSpPr>
      <p:grpSpPr>
        <a:xfrm>
          <a:off x="0" y="0"/>
          <a:ext cx="0" cy="0"/>
          <a:chOff x="0" y="0"/>
          <a:chExt cx="0" cy="0"/>
        </a:xfrm>
      </p:grpSpPr>
      <p:sp>
        <p:nvSpPr>
          <p:cNvPr id="12290" name="Rectangle 2">
            <a:extLst>
              <a:ext uri="{FF2B5EF4-FFF2-40B4-BE49-F238E27FC236}">
                <a16:creationId xmlns:a16="http://schemas.microsoft.com/office/drawing/2014/main" id="{F95F3D47-2677-BE88-860D-2C41741F0D75}"/>
              </a:ext>
            </a:extLst>
          </p:cNvPr>
          <p:cNvSpPr>
            <a:spLocks noGrp="1" noChangeArrowheads="1"/>
          </p:cNvSpPr>
          <p:nvPr>
            <p:ph type="title"/>
          </p:nvPr>
        </p:nvSpPr>
        <p:spPr>
          <a:xfrm>
            <a:off x="1443038" y="369888"/>
            <a:ext cx="11587162" cy="768350"/>
          </a:xfrm>
        </p:spPr>
        <p:txBody>
          <a:bodyPr/>
          <a:lstStyle/>
          <a:p>
            <a:pPr eaLnBrk="1" hangingPunct="1"/>
            <a:r>
              <a:rPr lang="en-US"/>
              <a:t>Solution to Critical-Section Problem</a:t>
            </a:r>
          </a:p>
        </p:txBody>
      </p:sp>
      <p:sp>
        <p:nvSpPr>
          <p:cNvPr id="12291" name="Rectangle 3">
            <a:extLst>
              <a:ext uri="{FF2B5EF4-FFF2-40B4-BE49-F238E27FC236}">
                <a16:creationId xmlns:a16="http://schemas.microsoft.com/office/drawing/2014/main" id="{9CF7F046-F300-08FE-D62A-4F624AA367F3}"/>
              </a:ext>
            </a:extLst>
          </p:cNvPr>
          <p:cNvSpPr>
            <a:spLocks noGrp="1" noChangeArrowheads="1"/>
          </p:cNvSpPr>
          <p:nvPr>
            <p:ph type="body" idx="1"/>
          </p:nvPr>
        </p:nvSpPr>
        <p:spPr>
          <a:xfrm>
            <a:off x="1209675" y="1639888"/>
            <a:ext cx="11501438" cy="6042025"/>
          </a:xfrm>
        </p:spPr>
        <p:txBody>
          <a:bodyPr/>
          <a:lstStyle/>
          <a:p>
            <a:pPr>
              <a:buFont typeface="Monotype Sorts" charset="2"/>
              <a:buNone/>
            </a:pPr>
            <a:r>
              <a:rPr lang="en-US" sz="2300" dirty="0">
                <a:solidFill>
                  <a:srgbClr val="000000"/>
                </a:solidFill>
              </a:rPr>
              <a:t>1. </a:t>
            </a:r>
            <a:r>
              <a:rPr lang="en-US" sz="2300" b="1" dirty="0">
                <a:solidFill>
                  <a:srgbClr val="00B0F0"/>
                </a:solidFill>
              </a:rPr>
              <a:t>Mutual Exclusion </a:t>
            </a:r>
            <a:r>
              <a:rPr lang="en-US" sz="2300" dirty="0"/>
              <a:t>- If process P</a:t>
            </a:r>
            <a:r>
              <a:rPr lang="en-US" sz="2300" baseline="-25000" dirty="0"/>
              <a:t>i</a:t>
            </a:r>
            <a:r>
              <a:rPr lang="en-US" sz="2300" dirty="0"/>
              <a:t> is executing in its critical section, then no other processes can be executing in their critical sections</a:t>
            </a:r>
          </a:p>
          <a:p>
            <a:pPr>
              <a:buFont typeface="Monotype Sorts" charset="2"/>
              <a:buAutoNum type="arabicPeriod"/>
            </a:pPr>
            <a:endParaRPr lang="en-US" sz="2300" dirty="0"/>
          </a:p>
          <a:p>
            <a:pPr>
              <a:buFont typeface="Monotype Sorts" charset="2"/>
              <a:buNone/>
            </a:pPr>
            <a:r>
              <a:rPr lang="en-US" sz="2300" dirty="0">
                <a:solidFill>
                  <a:srgbClr val="000000"/>
                </a:solidFill>
              </a:rPr>
              <a:t>2. </a:t>
            </a:r>
            <a:r>
              <a:rPr lang="en-US" sz="2300" b="1" dirty="0">
                <a:solidFill>
                  <a:srgbClr val="00B0F0"/>
                </a:solidFill>
              </a:rPr>
              <a:t>Progress</a:t>
            </a:r>
            <a:r>
              <a:rPr lang="en-US" sz="2300" b="1" dirty="0"/>
              <a:t> </a:t>
            </a:r>
            <a:r>
              <a:rPr lang="en-US" sz="2300" dirty="0"/>
              <a:t>- If no process is executing in its critical section and there exist some processes that wish to enter their critical section, then the selection of the processes that will enter the critical section next cannot be postponed indefinitely</a:t>
            </a:r>
          </a:p>
          <a:p>
            <a:pPr>
              <a:buFont typeface="Monotype Sorts" charset="2"/>
              <a:buAutoNum type="arabicPeriod" startAt="2"/>
            </a:pPr>
            <a:endParaRPr lang="en-US" sz="2300" dirty="0"/>
          </a:p>
          <a:p>
            <a:pPr>
              <a:buFont typeface="Monotype Sorts" charset="2"/>
              <a:buNone/>
            </a:pPr>
            <a:r>
              <a:rPr lang="en-US" sz="2300" dirty="0"/>
              <a:t>3.</a:t>
            </a:r>
            <a:r>
              <a:rPr lang="en-US" sz="2300" b="1" dirty="0">
                <a:solidFill>
                  <a:srgbClr val="00B0F0"/>
                </a:solidFill>
              </a:rPr>
              <a:t> Bounded Waiting </a:t>
            </a:r>
            <a:r>
              <a:rPr lang="en-US" sz="2300" dirty="0"/>
              <a:t>-  A bound must exist on the number of times that other processes are allowed to enter their critical sections after a process has made a request to enter its critical section and before that request is granted.</a:t>
            </a:r>
          </a:p>
        </p:txBody>
      </p:sp>
    </p:spTree>
    <p:extLst>
      <p:ext uri="{BB962C8B-B14F-4D97-AF65-F5344CB8AC3E}">
        <p14:creationId xmlns:p14="http://schemas.microsoft.com/office/powerpoint/2010/main" val="222751153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91DE42-B79B-7B5B-E406-0870827FC927}"/>
            </a:ext>
          </a:extLst>
        </p:cNvPr>
        <p:cNvGrpSpPr/>
        <p:nvPr/>
      </p:nvGrpSpPr>
      <p:grpSpPr>
        <a:xfrm>
          <a:off x="0" y="0"/>
          <a:ext cx="0" cy="0"/>
          <a:chOff x="0" y="0"/>
          <a:chExt cx="0" cy="0"/>
        </a:xfrm>
      </p:grpSpPr>
      <p:sp>
        <p:nvSpPr>
          <p:cNvPr id="12290" name="Rectangle 2">
            <a:extLst>
              <a:ext uri="{FF2B5EF4-FFF2-40B4-BE49-F238E27FC236}">
                <a16:creationId xmlns:a16="http://schemas.microsoft.com/office/drawing/2014/main" id="{CBE08CD8-AD51-11BF-FAA5-93AD0318F34B}"/>
              </a:ext>
            </a:extLst>
          </p:cNvPr>
          <p:cNvSpPr>
            <a:spLocks noGrp="1" noChangeArrowheads="1"/>
          </p:cNvSpPr>
          <p:nvPr>
            <p:ph type="title"/>
          </p:nvPr>
        </p:nvSpPr>
        <p:spPr>
          <a:xfrm>
            <a:off x="330994" y="274637"/>
            <a:ext cx="13054012" cy="768350"/>
          </a:xfrm>
        </p:spPr>
        <p:txBody>
          <a:bodyPr/>
          <a:lstStyle/>
          <a:p>
            <a:pPr eaLnBrk="1" hangingPunct="1"/>
            <a:r>
              <a:rPr lang="en-US" dirty="0"/>
              <a:t>1. Lock Variable Synchronization Mechanism</a:t>
            </a:r>
          </a:p>
        </p:txBody>
      </p:sp>
      <p:sp>
        <p:nvSpPr>
          <p:cNvPr id="12291" name="Rectangle 3">
            <a:extLst>
              <a:ext uri="{FF2B5EF4-FFF2-40B4-BE49-F238E27FC236}">
                <a16:creationId xmlns:a16="http://schemas.microsoft.com/office/drawing/2014/main" id="{2B6C7E55-4DAD-8902-634A-66B620679D41}"/>
              </a:ext>
            </a:extLst>
          </p:cNvPr>
          <p:cNvSpPr>
            <a:spLocks noGrp="1" noChangeArrowheads="1"/>
          </p:cNvSpPr>
          <p:nvPr>
            <p:ph type="body" idx="1"/>
          </p:nvPr>
        </p:nvSpPr>
        <p:spPr>
          <a:xfrm>
            <a:off x="1209675" y="1639888"/>
            <a:ext cx="11501438" cy="6042025"/>
          </a:xfrm>
        </p:spPr>
        <p:txBody>
          <a:bodyPr/>
          <a:lstStyle/>
          <a:p>
            <a:pPr marL="0" indent="0">
              <a:buNone/>
            </a:pPr>
            <a:r>
              <a:rPr lang="en-US" sz="2300" dirty="0"/>
              <a:t>Its a </a:t>
            </a:r>
            <a:r>
              <a:rPr lang="en-US" sz="2300" b="1" dirty="0">
                <a:solidFill>
                  <a:srgbClr val="0070C0"/>
                </a:solidFill>
              </a:rPr>
              <a:t>software mechanism </a:t>
            </a:r>
            <a:r>
              <a:rPr lang="en-US" sz="2300" dirty="0"/>
              <a:t>implemented in user mode, i.e. no support required from the Operating System.</a:t>
            </a:r>
          </a:p>
          <a:p>
            <a:pPr marL="0" indent="0">
              <a:buNone/>
            </a:pPr>
            <a:r>
              <a:rPr lang="en-US" sz="2300" dirty="0"/>
              <a:t>Its a busy waiting solution.</a:t>
            </a:r>
          </a:p>
          <a:p>
            <a:pPr marL="0" indent="0">
              <a:buNone/>
            </a:pPr>
            <a:r>
              <a:rPr lang="en-US" sz="2300" dirty="0"/>
              <a:t>It can be used for more than two processes.</a:t>
            </a:r>
          </a:p>
          <a:p>
            <a:pPr marL="0" indent="0">
              <a:buNone/>
            </a:pPr>
            <a:endParaRPr lang="en-US" sz="2300" dirty="0"/>
          </a:p>
          <a:p>
            <a:pPr marL="3349467" lvl="6" indent="0">
              <a:buNone/>
            </a:pPr>
            <a:r>
              <a:rPr lang="en-US" sz="2300" b="1" dirty="0"/>
              <a:t>do {</a:t>
            </a:r>
          </a:p>
          <a:p>
            <a:pPr marL="3349467" lvl="6" indent="0">
              <a:buNone/>
            </a:pPr>
            <a:endParaRPr lang="en-US" sz="2300" b="1" dirty="0"/>
          </a:p>
          <a:p>
            <a:pPr marL="4002545" lvl="7" indent="0">
              <a:buNone/>
            </a:pPr>
            <a:r>
              <a:rPr lang="en-US" sz="2300" b="1" dirty="0">
                <a:solidFill>
                  <a:srgbClr val="00B0F0"/>
                </a:solidFill>
              </a:rPr>
              <a:t>acquire Lock</a:t>
            </a:r>
          </a:p>
          <a:p>
            <a:pPr marL="4655623" lvl="8" indent="0">
              <a:buNone/>
            </a:pPr>
            <a:r>
              <a:rPr lang="en-US" sz="2300" b="1" dirty="0">
                <a:solidFill>
                  <a:srgbClr val="C00000"/>
                </a:solidFill>
              </a:rPr>
              <a:t>CRITICAL SECTION</a:t>
            </a:r>
          </a:p>
          <a:p>
            <a:pPr marL="4002545" lvl="7" indent="0">
              <a:buNone/>
            </a:pPr>
            <a:r>
              <a:rPr lang="en-US" sz="2300" b="1" dirty="0">
                <a:solidFill>
                  <a:srgbClr val="00B0F0"/>
                </a:solidFill>
              </a:rPr>
              <a:t>release Lock</a:t>
            </a:r>
          </a:p>
          <a:p>
            <a:pPr marL="4002545" lvl="7" indent="0">
              <a:buNone/>
            </a:pPr>
            <a:endParaRPr lang="en-US" sz="2300" b="1" dirty="0">
              <a:solidFill>
                <a:srgbClr val="00B0F0"/>
              </a:solidFill>
            </a:endParaRPr>
          </a:p>
          <a:p>
            <a:pPr marL="4002545" lvl="7" indent="0">
              <a:buNone/>
            </a:pPr>
            <a:r>
              <a:rPr lang="en-US" sz="2300" b="1" dirty="0"/>
              <a:t>Remainder Section</a:t>
            </a:r>
          </a:p>
          <a:p>
            <a:pPr marL="3349467" lvl="6" indent="0">
              <a:buNone/>
            </a:pPr>
            <a:r>
              <a:rPr lang="en-US" sz="2300" b="1" dirty="0"/>
              <a:t>} while(TRUE)</a:t>
            </a:r>
          </a:p>
        </p:txBody>
      </p:sp>
    </p:spTree>
    <p:extLst>
      <p:ext uri="{BB962C8B-B14F-4D97-AF65-F5344CB8AC3E}">
        <p14:creationId xmlns:p14="http://schemas.microsoft.com/office/powerpoint/2010/main" val="320576380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CCC970-8CF8-D100-C25C-CB4C6E90957B}"/>
            </a:ext>
          </a:extLst>
        </p:cNvPr>
        <p:cNvGrpSpPr/>
        <p:nvPr/>
      </p:nvGrpSpPr>
      <p:grpSpPr>
        <a:xfrm>
          <a:off x="0" y="0"/>
          <a:ext cx="0" cy="0"/>
          <a:chOff x="0" y="0"/>
          <a:chExt cx="0" cy="0"/>
        </a:xfrm>
      </p:grpSpPr>
      <p:sp>
        <p:nvSpPr>
          <p:cNvPr id="12291" name="Rectangle 3">
            <a:extLst>
              <a:ext uri="{FF2B5EF4-FFF2-40B4-BE49-F238E27FC236}">
                <a16:creationId xmlns:a16="http://schemas.microsoft.com/office/drawing/2014/main" id="{0E5DC5E3-D410-8CF3-03D0-CD961908B96C}"/>
              </a:ext>
            </a:extLst>
          </p:cNvPr>
          <p:cNvSpPr>
            <a:spLocks noGrp="1" noChangeArrowheads="1"/>
          </p:cNvSpPr>
          <p:nvPr>
            <p:ph type="body" idx="1"/>
          </p:nvPr>
        </p:nvSpPr>
        <p:spPr>
          <a:xfrm>
            <a:off x="1731523" y="1639888"/>
            <a:ext cx="10979590" cy="6042025"/>
          </a:xfrm>
        </p:spPr>
        <p:txBody>
          <a:bodyPr/>
          <a:lstStyle/>
          <a:p>
            <a:pPr marL="0" indent="0">
              <a:buNone/>
            </a:pPr>
            <a:r>
              <a:rPr lang="en-US" sz="2400" b="1" dirty="0"/>
              <a:t>while(lock != 0); // While (lock ==1);</a:t>
            </a:r>
          </a:p>
          <a:p>
            <a:pPr marL="0" indent="0">
              <a:buNone/>
            </a:pPr>
            <a:r>
              <a:rPr lang="en-US" sz="2400" b="1" dirty="0"/>
              <a:t>Lock = 1;</a:t>
            </a:r>
          </a:p>
          <a:p>
            <a:pPr marL="0" indent="0">
              <a:buNone/>
            </a:pPr>
            <a:endParaRPr lang="en-US" sz="2400" b="1" dirty="0">
              <a:solidFill>
                <a:srgbClr val="C00000"/>
              </a:solidFill>
            </a:endParaRPr>
          </a:p>
          <a:p>
            <a:pPr marL="571500" lvl="1" indent="0">
              <a:buNone/>
            </a:pPr>
            <a:r>
              <a:rPr lang="en-US" sz="2400" b="1" dirty="0">
                <a:solidFill>
                  <a:srgbClr val="C00000"/>
                </a:solidFill>
              </a:rPr>
              <a:t>CRITICAL SECTION</a:t>
            </a:r>
          </a:p>
          <a:p>
            <a:pPr marL="0" indent="0">
              <a:buNone/>
            </a:pPr>
            <a:endParaRPr lang="en-US" sz="2400" b="1" dirty="0">
              <a:solidFill>
                <a:srgbClr val="00B0F0"/>
              </a:solidFill>
            </a:endParaRPr>
          </a:p>
          <a:p>
            <a:pPr marL="0" indent="0">
              <a:buNone/>
            </a:pPr>
            <a:r>
              <a:rPr lang="en-US" sz="2400" b="1" dirty="0"/>
              <a:t>Lock = 0;</a:t>
            </a:r>
          </a:p>
          <a:p>
            <a:pPr marL="0" indent="0">
              <a:buNone/>
            </a:pPr>
            <a:r>
              <a:rPr lang="en-US" sz="2400" b="1" dirty="0"/>
              <a:t>Remainder Section</a:t>
            </a:r>
          </a:p>
        </p:txBody>
      </p:sp>
      <p:sp>
        <p:nvSpPr>
          <p:cNvPr id="6" name="Rectangle 2">
            <a:extLst>
              <a:ext uri="{FF2B5EF4-FFF2-40B4-BE49-F238E27FC236}">
                <a16:creationId xmlns:a16="http://schemas.microsoft.com/office/drawing/2014/main" id="{598D5E1F-3E53-9056-ECC0-ED62CC78CFFD}"/>
              </a:ext>
            </a:extLst>
          </p:cNvPr>
          <p:cNvSpPr>
            <a:spLocks noGrp="1" noChangeArrowheads="1"/>
          </p:cNvSpPr>
          <p:nvPr>
            <p:ph type="title"/>
          </p:nvPr>
        </p:nvSpPr>
        <p:spPr>
          <a:xfrm>
            <a:off x="166687" y="277255"/>
            <a:ext cx="13054012" cy="768350"/>
          </a:xfrm>
        </p:spPr>
        <p:txBody>
          <a:bodyPr/>
          <a:lstStyle/>
          <a:p>
            <a:pPr eaLnBrk="1" hangingPunct="1"/>
            <a:r>
              <a:rPr lang="en-US" dirty="0">
                <a:solidFill>
                  <a:srgbClr val="C00000"/>
                </a:solidFill>
              </a:rPr>
              <a:t>1. </a:t>
            </a:r>
            <a:r>
              <a:rPr lang="en-US" dirty="0"/>
              <a:t>Lock Variable Synchronization Mechanism</a:t>
            </a:r>
          </a:p>
        </p:txBody>
      </p:sp>
      <p:sp>
        <p:nvSpPr>
          <p:cNvPr id="7" name="TextBox 6">
            <a:extLst>
              <a:ext uri="{FF2B5EF4-FFF2-40B4-BE49-F238E27FC236}">
                <a16:creationId xmlns:a16="http://schemas.microsoft.com/office/drawing/2014/main" id="{5BFBE1D5-75C0-F29D-1A6F-DBCFF589BAB9}"/>
              </a:ext>
            </a:extLst>
          </p:cNvPr>
          <p:cNvSpPr txBox="1"/>
          <p:nvPr/>
        </p:nvSpPr>
        <p:spPr>
          <a:xfrm>
            <a:off x="7943850" y="3300896"/>
            <a:ext cx="3086100" cy="1685846"/>
          </a:xfrm>
          <a:prstGeom prst="rect">
            <a:avLst/>
          </a:prstGeom>
          <a:noFill/>
        </p:spPr>
        <p:txBody>
          <a:bodyPr wrap="square" rtlCol="0">
            <a:spAutoFit/>
          </a:bodyPr>
          <a:lstStyle/>
          <a:p>
            <a:pPr>
              <a:lnSpc>
                <a:spcPct val="150000"/>
              </a:lnSpc>
            </a:pPr>
            <a:r>
              <a:rPr lang="en-US" sz="2400" b="1" dirty="0">
                <a:solidFill>
                  <a:srgbClr val="C00000"/>
                </a:solidFill>
                <a:latin typeface="+mn-lt"/>
              </a:rPr>
              <a:t>Mutual Exclusion</a:t>
            </a:r>
          </a:p>
          <a:p>
            <a:pPr>
              <a:lnSpc>
                <a:spcPct val="150000"/>
              </a:lnSpc>
            </a:pPr>
            <a:r>
              <a:rPr lang="en-US" sz="2400" b="1" dirty="0">
                <a:latin typeface="+mn-lt"/>
              </a:rPr>
              <a:t>Progress</a:t>
            </a:r>
          </a:p>
          <a:p>
            <a:pPr>
              <a:lnSpc>
                <a:spcPct val="150000"/>
              </a:lnSpc>
            </a:pPr>
            <a:r>
              <a:rPr lang="en-US" sz="2400" b="1" dirty="0">
                <a:latin typeface="+mn-lt"/>
              </a:rPr>
              <a:t>Bounded Waiting</a:t>
            </a:r>
            <a:endParaRPr lang="en-GB" sz="2400" b="1" dirty="0">
              <a:solidFill>
                <a:srgbClr val="C00000"/>
              </a:solidFill>
              <a:latin typeface="+mn-lt"/>
            </a:endParaRPr>
          </a:p>
        </p:txBody>
      </p:sp>
      <p:graphicFrame>
        <p:nvGraphicFramePr>
          <p:cNvPr id="10" name="Table 9">
            <a:extLst>
              <a:ext uri="{FF2B5EF4-FFF2-40B4-BE49-F238E27FC236}">
                <a16:creationId xmlns:a16="http://schemas.microsoft.com/office/drawing/2014/main" id="{8DC709B3-6158-BDA3-18BE-517336DA63C2}"/>
              </a:ext>
            </a:extLst>
          </p:cNvPr>
          <p:cNvGraphicFramePr>
            <a:graphicFrameLocks noGrp="1"/>
          </p:cNvGraphicFramePr>
          <p:nvPr>
            <p:extLst>
              <p:ext uri="{D42A27DB-BD31-4B8C-83A1-F6EECF244321}">
                <p14:modId xmlns:p14="http://schemas.microsoft.com/office/powerpoint/2010/main" val="1910955372"/>
              </p:ext>
            </p:extLst>
          </p:nvPr>
        </p:nvGraphicFramePr>
        <p:xfrm>
          <a:off x="1004886" y="6900895"/>
          <a:ext cx="11377614" cy="1042124"/>
        </p:xfrm>
        <a:graphic>
          <a:graphicData uri="http://schemas.openxmlformats.org/drawingml/2006/table">
            <a:tbl>
              <a:tblPr firstRow="1" bandRow="1"/>
              <a:tblGrid>
                <a:gridCol w="1947864">
                  <a:extLst>
                    <a:ext uri="{9D8B030D-6E8A-4147-A177-3AD203B41FA5}">
                      <a16:colId xmlns:a16="http://schemas.microsoft.com/office/drawing/2014/main" val="2747376864"/>
                    </a:ext>
                  </a:extLst>
                </a:gridCol>
                <a:gridCol w="9429750">
                  <a:extLst>
                    <a:ext uri="{9D8B030D-6E8A-4147-A177-3AD203B41FA5}">
                      <a16:colId xmlns:a16="http://schemas.microsoft.com/office/drawing/2014/main" val="1442960489"/>
                    </a:ext>
                  </a:extLst>
                </a:gridCol>
              </a:tblGrid>
              <a:tr h="469461">
                <a:tc>
                  <a:txBody>
                    <a:bodyPr/>
                    <a:lstStyle/>
                    <a:p>
                      <a:pPr algn="ctr"/>
                      <a:r>
                        <a:rPr lang="en-US" b="1" dirty="0"/>
                        <a:t>P</a:t>
                      </a:r>
                      <a:endParaRPr lang="en-GB" b="1" dirty="0"/>
                    </a:p>
                  </a:txBody>
                  <a:tcPr/>
                </a:tc>
                <a:tc>
                  <a:txBody>
                    <a:bodyPr/>
                    <a:lstStyle/>
                    <a:p>
                      <a:pPr algn="ctr"/>
                      <a:endParaRPr lang="en-GB" b="1" dirty="0"/>
                    </a:p>
                  </a:txBody>
                  <a:tcPr/>
                </a:tc>
                <a:extLst>
                  <a:ext uri="{0D108BD9-81ED-4DB2-BD59-A6C34878D82A}">
                    <a16:rowId xmlns:a16="http://schemas.microsoft.com/office/drawing/2014/main" val="2723590160"/>
                  </a:ext>
                </a:extLst>
              </a:tr>
              <a:tr h="554444">
                <a:tc>
                  <a:txBody>
                    <a:bodyPr/>
                    <a:lstStyle/>
                    <a:p>
                      <a:pPr marL="0" marR="0" lvl="0" indent="0" algn="ctr" defTabSz="653077" rtl="0" eaLnBrk="1" fontAlgn="auto" latinLnBrk="0" hangingPunct="1">
                        <a:lnSpc>
                          <a:spcPct val="100000"/>
                        </a:lnSpc>
                        <a:spcBef>
                          <a:spcPts val="0"/>
                        </a:spcBef>
                        <a:spcAft>
                          <a:spcPts val="0"/>
                        </a:spcAft>
                        <a:buClrTx/>
                        <a:buSzTx/>
                        <a:buFontTx/>
                        <a:buNone/>
                        <a:tabLst/>
                        <a:defRPr/>
                      </a:pPr>
                      <a:r>
                        <a:rPr lang="en-US" b="1" dirty="0"/>
                        <a:t>P</a:t>
                      </a:r>
                      <a:endParaRPr lang="en-GB" b="1" dirty="0"/>
                    </a:p>
                  </a:txBody>
                  <a:tcPr/>
                </a:tc>
                <a:tc>
                  <a:txBody>
                    <a:bodyPr/>
                    <a:lstStyle/>
                    <a:p>
                      <a:pPr algn="ctr"/>
                      <a:endParaRPr lang="en-GB" b="1" dirty="0"/>
                    </a:p>
                  </a:txBody>
                  <a:tcPr/>
                </a:tc>
                <a:extLst>
                  <a:ext uri="{0D108BD9-81ED-4DB2-BD59-A6C34878D82A}">
                    <a16:rowId xmlns:a16="http://schemas.microsoft.com/office/drawing/2014/main" val="3568020108"/>
                  </a:ext>
                </a:extLst>
              </a:tr>
            </a:tbl>
          </a:graphicData>
        </a:graphic>
      </p:graphicFrame>
      <p:sp>
        <p:nvSpPr>
          <p:cNvPr id="12" name="TextBox 11">
            <a:extLst>
              <a:ext uri="{FF2B5EF4-FFF2-40B4-BE49-F238E27FC236}">
                <a16:creationId xmlns:a16="http://schemas.microsoft.com/office/drawing/2014/main" id="{593C8EE6-F16E-5851-17A7-D66BD9DDAE90}"/>
              </a:ext>
            </a:extLst>
          </p:cNvPr>
          <p:cNvSpPr txBox="1"/>
          <p:nvPr/>
        </p:nvSpPr>
        <p:spPr>
          <a:xfrm>
            <a:off x="3833813" y="6303994"/>
            <a:ext cx="1557337" cy="461665"/>
          </a:xfrm>
          <a:prstGeom prst="rect">
            <a:avLst/>
          </a:prstGeom>
          <a:noFill/>
        </p:spPr>
        <p:txBody>
          <a:bodyPr wrap="square">
            <a:spAutoFit/>
          </a:bodyPr>
          <a:lstStyle/>
          <a:p>
            <a:pPr marL="0" indent="0">
              <a:buNone/>
            </a:pPr>
            <a:r>
              <a:rPr lang="en-US" sz="2400" b="1" dirty="0">
                <a:solidFill>
                  <a:srgbClr val="7030A0"/>
                </a:solidFill>
                <a:latin typeface="+mn-lt"/>
              </a:rPr>
              <a:t>Lock = 0</a:t>
            </a:r>
          </a:p>
        </p:txBody>
      </p:sp>
      <p:sp>
        <p:nvSpPr>
          <p:cNvPr id="3" name="TextBox 2">
            <a:extLst>
              <a:ext uri="{FF2B5EF4-FFF2-40B4-BE49-F238E27FC236}">
                <a16:creationId xmlns:a16="http://schemas.microsoft.com/office/drawing/2014/main" id="{FECE76A5-5F0A-EFFD-3C33-DDAE0A5EAAC8}"/>
              </a:ext>
            </a:extLst>
          </p:cNvPr>
          <p:cNvSpPr txBox="1"/>
          <p:nvPr/>
        </p:nvSpPr>
        <p:spPr>
          <a:xfrm>
            <a:off x="11453458" y="3377658"/>
            <a:ext cx="1062037" cy="1446550"/>
          </a:xfrm>
          <a:prstGeom prst="rect">
            <a:avLst/>
          </a:prstGeom>
          <a:noFill/>
        </p:spPr>
        <p:txBody>
          <a:bodyPr wrap="square">
            <a:spAutoFit/>
          </a:bodyPr>
          <a:lstStyle/>
          <a:p>
            <a:r>
              <a:rPr lang="en-US" sz="8800" dirty="0">
                <a:solidFill>
                  <a:srgbClr val="C00000"/>
                </a:solidFill>
                <a:latin typeface="+mn-lt"/>
              </a:rPr>
              <a:t>?</a:t>
            </a:r>
            <a:endParaRPr lang="en-GB" sz="8800" dirty="0"/>
          </a:p>
        </p:txBody>
      </p:sp>
    </p:spTree>
    <p:extLst>
      <p:ext uri="{BB962C8B-B14F-4D97-AF65-F5344CB8AC3E}">
        <p14:creationId xmlns:p14="http://schemas.microsoft.com/office/powerpoint/2010/main" val="351293883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2067A9-5503-B81E-36B1-9540199C4444}"/>
            </a:ext>
          </a:extLst>
        </p:cNvPr>
        <p:cNvGrpSpPr/>
        <p:nvPr/>
      </p:nvGrpSpPr>
      <p:grpSpPr>
        <a:xfrm>
          <a:off x="0" y="0"/>
          <a:ext cx="0" cy="0"/>
          <a:chOff x="0" y="0"/>
          <a:chExt cx="0" cy="0"/>
        </a:xfrm>
      </p:grpSpPr>
      <p:sp>
        <p:nvSpPr>
          <p:cNvPr id="12290" name="Rectangle 2">
            <a:extLst>
              <a:ext uri="{FF2B5EF4-FFF2-40B4-BE49-F238E27FC236}">
                <a16:creationId xmlns:a16="http://schemas.microsoft.com/office/drawing/2014/main" id="{09EFA1A6-0278-2C7A-BB93-698AF2567DF8}"/>
              </a:ext>
            </a:extLst>
          </p:cNvPr>
          <p:cNvSpPr>
            <a:spLocks noGrp="1" noChangeArrowheads="1"/>
          </p:cNvSpPr>
          <p:nvPr>
            <p:ph type="title"/>
          </p:nvPr>
        </p:nvSpPr>
        <p:spPr>
          <a:xfrm>
            <a:off x="1443038" y="369888"/>
            <a:ext cx="12272962" cy="768350"/>
          </a:xfrm>
        </p:spPr>
        <p:txBody>
          <a:bodyPr/>
          <a:lstStyle/>
          <a:p>
            <a:pPr eaLnBrk="1" hangingPunct="1"/>
            <a:r>
              <a:rPr lang="en-US" dirty="0">
                <a:solidFill>
                  <a:srgbClr val="C00000"/>
                </a:solidFill>
              </a:rPr>
              <a:t>2. </a:t>
            </a:r>
            <a:r>
              <a:rPr lang="en-US" dirty="0"/>
              <a:t>Test And Set Instruction</a:t>
            </a:r>
          </a:p>
        </p:txBody>
      </p:sp>
      <p:graphicFrame>
        <p:nvGraphicFramePr>
          <p:cNvPr id="2" name="Table 1">
            <a:extLst>
              <a:ext uri="{FF2B5EF4-FFF2-40B4-BE49-F238E27FC236}">
                <a16:creationId xmlns:a16="http://schemas.microsoft.com/office/drawing/2014/main" id="{528813DB-E6E6-D7BE-C245-12D6749F160C}"/>
              </a:ext>
            </a:extLst>
          </p:cNvPr>
          <p:cNvGraphicFramePr>
            <a:graphicFrameLocks noGrp="1"/>
          </p:cNvGraphicFramePr>
          <p:nvPr>
            <p:extLst>
              <p:ext uri="{D42A27DB-BD31-4B8C-83A1-F6EECF244321}">
                <p14:modId xmlns:p14="http://schemas.microsoft.com/office/powerpoint/2010/main" val="1556927059"/>
              </p:ext>
            </p:extLst>
          </p:nvPr>
        </p:nvGraphicFramePr>
        <p:xfrm>
          <a:off x="381000" y="2533650"/>
          <a:ext cx="13296899" cy="3181160"/>
        </p:xfrm>
        <a:graphic>
          <a:graphicData uri="http://schemas.openxmlformats.org/drawingml/2006/table">
            <a:tbl>
              <a:tblPr firstRow="1" bandRow="1"/>
              <a:tblGrid>
                <a:gridCol w="5105400">
                  <a:extLst>
                    <a:ext uri="{9D8B030D-6E8A-4147-A177-3AD203B41FA5}">
                      <a16:colId xmlns:a16="http://schemas.microsoft.com/office/drawing/2014/main" val="4194876553"/>
                    </a:ext>
                  </a:extLst>
                </a:gridCol>
                <a:gridCol w="3924300">
                  <a:extLst>
                    <a:ext uri="{9D8B030D-6E8A-4147-A177-3AD203B41FA5}">
                      <a16:colId xmlns:a16="http://schemas.microsoft.com/office/drawing/2014/main" val="518628889"/>
                    </a:ext>
                  </a:extLst>
                </a:gridCol>
                <a:gridCol w="4267199">
                  <a:extLst>
                    <a:ext uri="{9D8B030D-6E8A-4147-A177-3AD203B41FA5}">
                      <a16:colId xmlns:a16="http://schemas.microsoft.com/office/drawing/2014/main" val="2282131690"/>
                    </a:ext>
                  </a:extLst>
                </a:gridCol>
              </a:tblGrid>
              <a:tr h="2438400">
                <a:tc>
                  <a:txBody>
                    <a:bodyPr/>
                    <a:lstStyle/>
                    <a:p>
                      <a:pPr marL="0" indent="0">
                        <a:lnSpc>
                          <a:spcPct val="150000"/>
                        </a:lnSpc>
                        <a:buNone/>
                      </a:pPr>
                      <a:r>
                        <a:rPr lang="en-US" sz="2300" b="1" dirty="0">
                          <a:solidFill>
                            <a:srgbClr val="FFFF00"/>
                          </a:solidFill>
                          <a:highlight>
                            <a:srgbClr val="000000"/>
                          </a:highlight>
                        </a:rPr>
                        <a:t>while(lock != 0); // While (lock ==1);</a:t>
                      </a:r>
                    </a:p>
                    <a:p>
                      <a:pPr marL="0" indent="0">
                        <a:lnSpc>
                          <a:spcPct val="150000"/>
                        </a:lnSpc>
                        <a:buNone/>
                      </a:pPr>
                      <a:r>
                        <a:rPr lang="en-US" sz="2300" b="1" dirty="0">
                          <a:solidFill>
                            <a:srgbClr val="FFFF00"/>
                          </a:solidFill>
                          <a:highlight>
                            <a:srgbClr val="000000"/>
                          </a:highlight>
                        </a:rPr>
                        <a:t>Lock = 1;</a:t>
                      </a:r>
                    </a:p>
                    <a:p>
                      <a:pPr marL="653077" lvl="1" indent="0">
                        <a:lnSpc>
                          <a:spcPct val="150000"/>
                        </a:lnSpc>
                        <a:buNone/>
                      </a:pPr>
                      <a:r>
                        <a:rPr lang="en-US" sz="2300" b="1" strike="sngStrike" dirty="0">
                          <a:solidFill>
                            <a:srgbClr val="FF0000"/>
                          </a:solidFill>
                        </a:rPr>
                        <a:t>CRITICAL SECTION</a:t>
                      </a:r>
                    </a:p>
                    <a:p>
                      <a:pPr marL="0" indent="0">
                        <a:lnSpc>
                          <a:spcPct val="150000"/>
                        </a:lnSpc>
                        <a:buNone/>
                      </a:pPr>
                      <a:r>
                        <a:rPr lang="en-US" sz="2300" b="1" strike="sngStrike" dirty="0">
                          <a:solidFill>
                            <a:schemeClr val="tx1"/>
                          </a:solidFill>
                        </a:rPr>
                        <a:t>Lock = 0;</a:t>
                      </a:r>
                    </a:p>
                    <a:p>
                      <a:pPr marL="0" indent="0">
                        <a:lnSpc>
                          <a:spcPct val="150000"/>
                        </a:lnSpc>
                        <a:buNone/>
                      </a:pPr>
                      <a:r>
                        <a:rPr lang="en-US" sz="2300" b="1" strike="sngStrike" dirty="0">
                          <a:solidFill>
                            <a:schemeClr val="tx1"/>
                          </a:solidFill>
                        </a:rPr>
                        <a:t>Remainder Section</a:t>
                      </a:r>
                    </a:p>
                    <a:p>
                      <a:pPr>
                        <a:lnSpc>
                          <a:spcPct val="150000"/>
                        </a:lnSpc>
                      </a:pPr>
                      <a:endParaRPr lang="en-GB" sz="2300" b="1" dirty="0"/>
                    </a:p>
                  </a:txBody>
                  <a:tcPr/>
                </a:tc>
                <a:tc>
                  <a:txBody>
                    <a:bodyPr/>
                    <a:lstStyle/>
                    <a:p>
                      <a:pPr>
                        <a:lnSpc>
                          <a:spcPct val="150000"/>
                        </a:lnSpc>
                      </a:pPr>
                      <a:r>
                        <a:rPr lang="en-US" sz="2300" b="1" dirty="0"/>
                        <a:t>while(1) {</a:t>
                      </a:r>
                    </a:p>
                    <a:p>
                      <a:pPr>
                        <a:lnSpc>
                          <a:spcPct val="150000"/>
                        </a:lnSpc>
                      </a:pPr>
                      <a:r>
                        <a:rPr lang="en-US" sz="2300" b="1" dirty="0">
                          <a:solidFill>
                            <a:srgbClr val="FFFF00"/>
                          </a:solidFill>
                          <a:highlight>
                            <a:srgbClr val="000000"/>
                          </a:highlight>
                        </a:rPr>
                        <a:t>while (</a:t>
                      </a:r>
                      <a:r>
                        <a:rPr lang="en-US" sz="2300" b="1" dirty="0" err="1">
                          <a:solidFill>
                            <a:srgbClr val="FFFF00"/>
                          </a:solidFill>
                          <a:highlight>
                            <a:srgbClr val="000000"/>
                          </a:highlight>
                        </a:rPr>
                        <a:t>TestAndSet</a:t>
                      </a:r>
                      <a:r>
                        <a:rPr lang="en-US" sz="2300" b="1" dirty="0">
                          <a:solidFill>
                            <a:srgbClr val="FFFF00"/>
                          </a:solidFill>
                          <a:highlight>
                            <a:srgbClr val="000000"/>
                          </a:highlight>
                        </a:rPr>
                        <a:t>(&amp;lock));</a:t>
                      </a:r>
                    </a:p>
                    <a:p>
                      <a:pPr>
                        <a:lnSpc>
                          <a:spcPct val="150000"/>
                        </a:lnSpc>
                      </a:pPr>
                      <a:r>
                        <a:rPr lang="en-US" sz="2300" b="1" dirty="0"/>
                        <a:t>    critical section</a:t>
                      </a:r>
                    </a:p>
                    <a:p>
                      <a:pPr>
                        <a:lnSpc>
                          <a:spcPct val="150000"/>
                        </a:lnSpc>
                      </a:pPr>
                      <a:r>
                        <a:rPr lang="en-US" sz="2300" b="1" dirty="0"/>
                        <a:t>lock = false;</a:t>
                      </a:r>
                    </a:p>
                    <a:p>
                      <a:pPr>
                        <a:lnSpc>
                          <a:spcPct val="150000"/>
                        </a:lnSpc>
                      </a:pPr>
                      <a:r>
                        <a:rPr lang="en-US" sz="2300" b="1" dirty="0"/>
                        <a:t>remainder section</a:t>
                      </a:r>
                    </a:p>
                    <a:p>
                      <a:pPr>
                        <a:lnSpc>
                          <a:spcPct val="150000"/>
                        </a:lnSpc>
                      </a:pPr>
                      <a:r>
                        <a:rPr lang="en-US" sz="2300" b="1" dirty="0"/>
                        <a:t>}</a:t>
                      </a:r>
                      <a:endParaRPr lang="en-GB" sz="2300" b="1" dirty="0"/>
                    </a:p>
                  </a:txBody>
                  <a:tcPr/>
                </a:tc>
                <a:tc>
                  <a:txBody>
                    <a:bodyPr/>
                    <a:lstStyle/>
                    <a:p>
                      <a:pPr>
                        <a:lnSpc>
                          <a:spcPct val="150000"/>
                        </a:lnSpc>
                      </a:pPr>
                      <a:r>
                        <a:rPr lang="en-GB" sz="2300" b="1" dirty="0" err="1"/>
                        <a:t>boolean</a:t>
                      </a:r>
                      <a:r>
                        <a:rPr lang="en-GB" sz="2300" b="1" dirty="0"/>
                        <a:t> </a:t>
                      </a:r>
                      <a:r>
                        <a:rPr lang="en-GB" sz="2300" b="1" dirty="0" err="1"/>
                        <a:t>TestAndSet</a:t>
                      </a:r>
                      <a:r>
                        <a:rPr lang="en-GB" sz="2300" b="1" dirty="0"/>
                        <a:t> (*target)</a:t>
                      </a:r>
                    </a:p>
                    <a:p>
                      <a:pPr>
                        <a:lnSpc>
                          <a:spcPct val="150000"/>
                        </a:lnSpc>
                      </a:pPr>
                      <a:r>
                        <a:rPr lang="en-GB" sz="2300" b="1" dirty="0"/>
                        <a:t>{</a:t>
                      </a:r>
                    </a:p>
                    <a:p>
                      <a:pPr>
                        <a:lnSpc>
                          <a:spcPct val="150000"/>
                        </a:lnSpc>
                      </a:pPr>
                      <a:r>
                        <a:rPr lang="en-GB" sz="2300" b="1" dirty="0" err="1"/>
                        <a:t>boolean</a:t>
                      </a:r>
                      <a:r>
                        <a:rPr lang="en-GB" sz="2300" b="1" dirty="0"/>
                        <a:t> </a:t>
                      </a:r>
                      <a:r>
                        <a:rPr lang="en-GB" sz="2300" b="1" dirty="0" err="1"/>
                        <a:t>rv</a:t>
                      </a:r>
                      <a:r>
                        <a:rPr lang="en-GB" sz="2300" b="1" dirty="0"/>
                        <a:t> = *target;</a:t>
                      </a:r>
                    </a:p>
                    <a:p>
                      <a:pPr>
                        <a:lnSpc>
                          <a:spcPct val="150000"/>
                        </a:lnSpc>
                      </a:pPr>
                      <a:r>
                        <a:rPr lang="en-GB" sz="2300" b="1" dirty="0"/>
                        <a:t>*target = true;</a:t>
                      </a:r>
                    </a:p>
                    <a:p>
                      <a:pPr>
                        <a:lnSpc>
                          <a:spcPct val="150000"/>
                        </a:lnSpc>
                      </a:pPr>
                      <a:r>
                        <a:rPr lang="en-GB" sz="2300" b="1" dirty="0"/>
                        <a:t>return </a:t>
                      </a:r>
                      <a:r>
                        <a:rPr lang="en-GB" sz="2300" b="1" dirty="0" err="1"/>
                        <a:t>rv</a:t>
                      </a:r>
                      <a:r>
                        <a:rPr lang="en-GB" sz="2300" b="1" dirty="0"/>
                        <a:t>;</a:t>
                      </a:r>
                    </a:p>
                    <a:p>
                      <a:pPr>
                        <a:lnSpc>
                          <a:spcPct val="150000"/>
                        </a:lnSpc>
                      </a:pPr>
                      <a:r>
                        <a:rPr lang="en-GB" sz="2300" b="1" dirty="0"/>
                        <a:t>}</a:t>
                      </a:r>
                    </a:p>
                  </a:txBody>
                  <a:tcPr/>
                </a:tc>
                <a:extLst>
                  <a:ext uri="{0D108BD9-81ED-4DB2-BD59-A6C34878D82A}">
                    <a16:rowId xmlns:a16="http://schemas.microsoft.com/office/drawing/2014/main" val="2557368784"/>
                  </a:ext>
                </a:extLst>
              </a:tr>
            </a:tbl>
          </a:graphicData>
        </a:graphic>
      </p:graphicFrame>
      <p:sp>
        <p:nvSpPr>
          <p:cNvPr id="14" name="TextBox 13">
            <a:extLst>
              <a:ext uri="{FF2B5EF4-FFF2-40B4-BE49-F238E27FC236}">
                <a16:creationId xmlns:a16="http://schemas.microsoft.com/office/drawing/2014/main" id="{729A28B4-04A3-44B6-ADC0-34A0B584A92D}"/>
              </a:ext>
            </a:extLst>
          </p:cNvPr>
          <p:cNvSpPr txBox="1"/>
          <p:nvPr/>
        </p:nvSpPr>
        <p:spPr>
          <a:xfrm>
            <a:off x="4613673" y="1243606"/>
            <a:ext cx="5674518" cy="1154162"/>
          </a:xfrm>
          <a:prstGeom prst="rect">
            <a:avLst/>
          </a:prstGeom>
          <a:noFill/>
        </p:spPr>
        <p:txBody>
          <a:bodyPr wrap="square">
            <a:spAutoFit/>
          </a:bodyPr>
          <a:lstStyle/>
          <a:p>
            <a:r>
              <a:rPr lang="en-US" sz="2300" dirty="0">
                <a:latin typeface="+mn-lt"/>
              </a:rPr>
              <a:t>It requires the operating system support </a:t>
            </a:r>
          </a:p>
          <a:p>
            <a:r>
              <a:rPr lang="en-US" sz="2300" dirty="0">
                <a:latin typeface="+mn-lt"/>
              </a:rPr>
              <a:t>It is a busy waiting solution.</a:t>
            </a:r>
          </a:p>
          <a:p>
            <a:r>
              <a:rPr lang="en-US" sz="2300" dirty="0">
                <a:latin typeface="+mn-lt"/>
              </a:rPr>
              <a:t>It suffers from spin lock.</a:t>
            </a:r>
            <a:endParaRPr lang="en-GB" sz="2300" dirty="0">
              <a:latin typeface="+mn-lt"/>
            </a:endParaRPr>
          </a:p>
        </p:txBody>
      </p:sp>
    </p:spTree>
    <p:extLst>
      <p:ext uri="{BB962C8B-B14F-4D97-AF65-F5344CB8AC3E}">
        <p14:creationId xmlns:p14="http://schemas.microsoft.com/office/powerpoint/2010/main" val="380613000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158497-515F-3544-1AA8-69518406EDBB}"/>
            </a:ext>
          </a:extLst>
        </p:cNvPr>
        <p:cNvGrpSpPr/>
        <p:nvPr/>
      </p:nvGrpSpPr>
      <p:grpSpPr>
        <a:xfrm>
          <a:off x="0" y="0"/>
          <a:ext cx="0" cy="0"/>
          <a:chOff x="0" y="0"/>
          <a:chExt cx="0" cy="0"/>
        </a:xfrm>
      </p:grpSpPr>
      <p:sp>
        <p:nvSpPr>
          <p:cNvPr id="12290" name="Rectangle 2">
            <a:extLst>
              <a:ext uri="{FF2B5EF4-FFF2-40B4-BE49-F238E27FC236}">
                <a16:creationId xmlns:a16="http://schemas.microsoft.com/office/drawing/2014/main" id="{4D7E7D70-7502-2D99-373F-B44412410A14}"/>
              </a:ext>
            </a:extLst>
          </p:cNvPr>
          <p:cNvSpPr>
            <a:spLocks noGrp="1" noChangeArrowheads="1"/>
          </p:cNvSpPr>
          <p:nvPr>
            <p:ph type="title"/>
          </p:nvPr>
        </p:nvSpPr>
        <p:spPr>
          <a:xfrm>
            <a:off x="1443038" y="369888"/>
            <a:ext cx="12272962" cy="768350"/>
          </a:xfrm>
        </p:spPr>
        <p:txBody>
          <a:bodyPr/>
          <a:lstStyle/>
          <a:p>
            <a:pPr eaLnBrk="1" hangingPunct="1"/>
            <a:r>
              <a:rPr lang="en-US" dirty="0">
                <a:solidFill>
                  <a:srgbClr val="C00000"/>
                </a:solidFill>
              </a:rPr>
              <a:t>2. </a:t>
            </a:r>
            <a:r>
              <a:rPr lang="en-US" dirty="0"/>
              <a:t>Test And Set Instruction</a:t>
            </a:r>
          </a:p>
        </p:txBody>
      </p:sp>
      <p:graphicFrame>
        <p:nvGraphicFramePr>
          <p:cNvPr id="2" name="Table 1">
            <a:extLst>
              <a:ext uri="{FF2B5EF4-FFF2-40B4-BE49-F238E27FC236}">
                <a16:creationId xmlns:a16="http://schemas.microsoft.com/office/drawing/2014/main" id="{D3BA3DE0-9107-3C15-166A-1AAF83E3213A}"/>
              </a:ext>
            </a:extLst>
          </p:cNvPr>
          <p:cNvGraphicFramePr>
            <a:graphicFrameLocks noGrp="1"/>
          </p:cNvGraphicFramePr>
          <p:nvPr>
            <p:extLst>
              <p:ext uri="{D42A27DB-BD31-4B8C-83A1-F6EECF244321}">
                <p14:modId xmlns:p14="http://schemas.microsoft.com/office/powerpoint/2010/main" val="811828383"/>
              </p:ext>
            </p:extLst>
          </p:nvPr>
        </p:nvGraphicFramePr>
        <p:xfrm>
          <a:off x="776286" y="2556754"/>
          <a:ext cx="9072564" cy="3181160"/>
        </p:xfrm>
        <a:graphic>
          <a:graphicData uri="http://schemas.openxmlformats.org/drawingml/2006/table">
            <a:tbl>
              <a:tblPr firstRow="1" bandRow="1"/>
              <a:tblGrid>
                <a:gridCol w="4346392">
                  <a:extLst>
                    <a:ext uri="{9D8B030D-6E8A-4147-A177-3AD203B41FA5}">
                      <a16:colId xmlns:a16="http://schemas.microsoft.com/office/drawing/2014/main" val="518628889"/>
                    </a:ext>
                  </a:extLst>
                </a:gridCol>
                <a:gridCol w="4726172">
                  <a:extLst>
                    <a:ext uri="{9D8B030D-6E8A-4147-A177-3AD203B41FA5}">
                      <a16:colId xmlns:a16="http://schemas.microsoft.com/office/drawing/2014/main" val="2282131690"/>
                    </a:ext>
                  </a:extLst>
                </a:gridCol>
              </a:tblGrid>
              <a:tr h="2438400">
                <a:tc>
                  <a:txBody>
                    <a:bodyPr/>
                    <a:lstStyle/>
                    <a:p>
                      <a:pPr>
                        <a:lnSpc>
                          <a:spcPct val="150000"/>
                        </a:lnSpc>
                      </a:pPr>
                      <a:r>
                        <a:rPr lang="en-US" sz="2300" b="1" dirty="0"/>
                        <a:t>while(1) {</a:t>
                      </a:r>
                    </a:p>
                    <a:p>
                      <a:pPr>
                        <a:lnSpc>
                          <a:spcPct val="150000"/>
                        </a:lnSpc>
                      </a:pPr>
                      <a:r>
                        <a:rPr lang="en-US" sz="2300" b="1" dirty="0">
                          <a:solidFill>
                            <a:srgbClr val="FFFF00"/>
                          </a:solidFill>
                          <a:highlight>
                            <a:srgbClr val="000000"/>
                          </a:highlight>
                        </a:rPr>
                        <a:t>while (</a:t>
                      </a:r>
                      <a:r>
                        <a:rPr lang="en-US" sz="2300" b="1" dirty="0" err="1">
                          <a:solidFill>
                            <a:srgbClr val="FFFF00"/>
                          </a:solidFill>
                          <a:highlight>
                            <a:srgbClr val="000000"/>
                          </a:highlight>
                        </a:rPr>
                        <a:t>TestAndSet</a:t>
                      </a:r>
                      <a:r>
                        <a:rPr lang="en-US" sz="2300" b="1" dirty="0">
                          <a:solidFill>
                            <a:srgbClr val="FFFF00"/>
                          </a:solidFill>
                          <a:highlight>
                            <a:srgbClr val="000000"/>
                          </a:highlight>
                        </a:rPr>
                        <a:t>(&amp;lock));</a:t>
                      </a:r>
                    </a:p>
                    <a:p>
                      <a:pPr>
                        <a:lnSpc>
                          <a:spcPct val="150000"/>
                        </a:lnSpc>
                      </a:pPr>
                      <a:r>
                        <a:rPr lang="en-US" sz="2300" b="1" dirty="0"/>
                        <a:t>    </a:t>
                      </a:r>
                      <a:r>
                        <a:rPr lang="en-US" sz="2300" b="1" dirty="0">
                          <a:solidFill>
                            <a:srgbClr val="C00000"/>
                          </a:solidFill>
                        </a:rPr>
                        <a:t>critical section</a:t>
                      </a:r>
                    </a:p>
                    <a:p>
                      <a:pPr>
                        <a:lnSpc>
                          <a:spcPct val="150000"/>
                        </a:lnSpc>
                      </a:pPr>
                      <a:r>
                        <a:rPr lang="en-US" sz="2300" b="1" dirty="0"/>
                        <a:t>lock = false;</a:t>
                      </a:r>
                    </a:p>
                    <a:p>
                      <a:pPr>
                        <a:lnSpc>
                          <a:spcPct val="150000"/>
                        </a:lnSpc>
                      </a:pPr>
                      <a:r>
                        <a:rPr lang="en-US" sz="2300" b="1" dirty="0"/>
                        <a:t>remainder section</a:t>
                      </a:r>
                    </a:p>
                    <a:p>
                      <a:pPr>
                        <a:lnSpc>
                          <a:spcPct val="150000"/>
                        </a:lnSpc>
                      </a:pPr>
                      <a:r>
                        <a:rPr lang="en-US" sz="2300" b="1" dirty="0"/>
                        <a:t>}</a:t>
                      </a:r>
                      <a:endParaRPr lang="en-GB" sz="2300" b="1" dirty="0"/>
                    </a:p>
                  </a:txBody>
                  <a:tcPr/>
                </a:tc>
                <a:tc>
                  <a:txBody>
                    <a:bodyPr/>
                    <a:lstStyle/>
                    <a:p>
                      <a:pPr>
                        <a:lnSpc>
                          <a:spcPct val="150000"/>
                        </a:lnSpc>
                      </a:pPr>
                      <a:r>
                        <a:rPr lang="en-GB" sz="2300" b="1" dirty="0" err="1"/>
                        <a:t>boolean</a:t>
                      </a:r>
                      <a:r>
                        <a:rPr lang="en-GB" sz="2300" b="1" dirty="0"/>
                        <a:t> </a:t>
                      </a:r>
                      <a:r>
                        <a:rPr lang="en-GB" sz="2300" b="1" dirty="0" err="1"/>
                        <a:t>TestAndSet</a:t>
                      </a:r>
                      <a:r>
                        <a:rPr lang="en-GB" sz="2300" b="1" dirty="0"/>
                        <a:t> (*target)</a:t>
                      </a:r>
                    </a:p>
                    <a:p>
                      <a:pPr>
                        <a:lnSpc>
                          <a:spcPct val="150000"/>
                        </a:lnSpc>
                      </a:pPr>
                      <a:r>
                        <a:rPr lang="en-GB" sz="2300" b="1" dirty="0"/>
                        <a:t>{</a:t>
                      </a:r>
                    </a:p>
                    <a:p>
                      <a:pPr>
                        <a:lnSpc>
                          <a:spcPct val="150000"/>
                        </a:lnSpc>
                      </a:pPr>
                      <a:r>
                        <a:rPr lang="en-GB" sz="2300" b="1" dirty="0" err="1"/>
                        <a:t>boolean</a:t>
                      </a:r>
                      <a:r>
                        <a:rPr lang="en-GB" sz="2300" b="1" dirty="0"/>
                        <a:t> </a:t>
                      </a:r>
                      <a:r>
                        <a:rPr lang="en-GB" sz="2300" b="1" dirty="0" err="1"/>
                        <a:t>rv</a:t>
                      </a:r>
                      <a:r>
                        <a:rPr lang="en-GB" sz="2300" b="1" dirty="0"/>
                        <a:t> = *target;</a:t>
                      </a:r>
                    </a:p>
                    <a:p>
                      <a:pPr>
                        <a:lnSpc>
                          <a:spcPct val="150000"/>
                        </a:lnSpc>
                      </a:pPr>
                      <a:r>
                        <a:rPr lang="en-GB" sz="2300" b="1" dirty="0"/>
                        <a:t>*target = true;</a:t>
                      </a:r>
                    </a:p>
                    <a:p>
                      <a:pPr>
                        <a:lnSpc>
                          <a:spcPct val="150000"/>
                        </a:lnSpc>
                      </a:pPr>
                      <a:r>
                        <a:rPr lang="en-GB" sz="2300" b="1" dirty="0"/>
                        <a:t>return </a:t>
                      </a:r>
                      <a:r>
                        <a:rPr lang="en-GB" sz="2300" b="1" dirty="0" err="1"/>
                        <a:t>rv</a:t>
                      </a:r>
                      <a:r>
                        <a:rPr lang="en-GB" sz="2300" b="1" dirty="0"/>
                        <a:t>;</a:t>
                      </a:r>
                    </a:p>
                    <a:p>
                      <a:pPr>
                        <a:lnSpc>
                          <a:spcPct val="150000"/>
                        </a:lnSpc>
                      </a:pPr>
                      <a:r>
                        <a:rPr lang="en-GB" sz="2300" b="1" dirty="0"/>
                        <a:t>}</a:t>
                      </a:r>
                    </a:p>
                  </a:txBody>
                  <a:tcPr/>
                </a:tc>
                <a:extLst>
                  <a:ext uri="{0D108BD9-81ED-4DB2-BD59-A6C34878D82A}">
                    <a16:rowId xmlns:a16="http://schemas.microsoft.com/office/drawing/2014/main" val="2557368784"/>
                  </a:ext>
                </a:extLst>
              </a:tr>
            </a:tbl>
          </a:graphicData>
        </a:graphic>
      </p:graphicFrame>
      <p:sp>
        <p:nvSpPr>
          <p:cNvPr id="4" name="TextBox 3">
            <a:extLst>
              <a:ext uri="{FF2B5EF4-FFF2-40B4-BE49-F238E27FC236}">
                <a16:creationId xmlns:a16="http://schemas.microsoft.com/office/drawing/2014/main" id="{E6547E78-8995-B454-D29A-CE90EDDE8338}"/>
              </a:ext>
            </a:extLst>
          </p:cNvPr>
          <p:cNvSpPr txBox="1"/>
          <p:nvPr/>
        </p:nvSpPr>
        <p:spPr>
          <a:xfrm>
            <a:off x="4613673" y="1243606"/>
            <a:ext cx="5674518" cy="1154162"/>
          </a:xfrm>
          <a:prstGeom prst="rect">
            <a:avLst/>
          </a:prstGeom>
          <a:noFill/>
        </p:spPr>
        <p:txBody>
          <a:bodyPr wrap="square">
            <a:spAutoFit/>
          </a:bodyPr>
          <a:lstStyle/>
          <a:p>
            <a:r>
              <a:rPr lang="en-US" sz="2300" dirty="0">
                <a:latin typeface="+mn-lt"/>
              </a:rPr>
              <a:t>It requires the operating system support </a:t>
            </a:r>
          </a:p>
          <a:p>
            <a:r>
              <a:rPr lang="en-US" sz="2300" dirty="0">
                <a:latin typeface="+mn-lt"/>
              </a:rPr>
              <a:t>It is a busy waiting solution.</a:t>
            </a:r>
          </a:p>
          <a:p>
            <a:r>
              <a:rPr lang="en-US" sz="2300" dirty="0">
                <a:latin typeface="+mn-lt"/>
              </a:rPr>
              <a:t>It suffers from spin lock.</a:t>
            </a:r>
            <a:endParaRPr lang="en-GB" sz="2300" dirty="0">
              <a:latin typeface="+mn-lt"/>
            </a:endParaRPr>
          </a:p>
        </p:txBody>
      </p:sp>
      <p:graphicFrame>
        <p:nvGraphicFramePr>
          <p:cNvPr id="3" name="Table 2">
            <a:extLst>
              <a:ext uri="{FF2B5EF4-FFF2-40B4-BE49-F238E27FC236}">
                <a16:creationId xmlns:a16="http://schemas.microsoft.com/office/drawing/2014/main" id="{3CF31F6C-C37B-B69D-E4F7-F3268CF1E6AB}"/>
              </a:ext>
            </a:extLst>
          </p:cNvPr>
          <p:cNvGraphicFramePr>
            <a:graphicFrameLocks noGrp="1"/>
          </p:cNvGraphicFramePr>
          <p:nvPr/>
        </p:nvGraphicFramePr>
        <p:xfrm>
          <a:off x="776286" y="6900895"/>
          <a:ext cx="11377614" cy="1042124"/>
        </p:xfrm>
        <a:graphic>
          <a:graphicData uri="http://schemas.openxmlformats.org/drawingml/2006/table">
            <a:tbl>
              <a:tblPr firstRow="1" bandRow="1"/>
              <a:tblGrid>
                <a:gridCol w="1947864">
                  <a:extLst>
                    <a:ext uri="{9D8B030D-6E8A-4147-A177-3AD203B41FA5}">
                      <a16:colId xmlns:a16="http://schemas.microsoft.com/office/drawing/2014/main" val="2747376864"/>
                    </a:ext>
                  </a:extLst>
                </a:gridCol>
                <a:gridCol w="9429750">
                  <a:extLst>
                    <a:ext uri="{9D8B030D-6E8A-4147-A177-3AD203B41FA5}">
                      <a16:colId xmlns:a16="http://schemas.microsoft.com/office/drawing/2014/main" val="1442960489"/>
                    </a:ext>
                  </a:extLst>
                </a:gridCol>
              </a:tblGrid>
              <a:tr h="469461">
                <a:tc>
                  <a:txBody>
                    <a:bodyPr/>
                    <a:lstStyle/>
                    <a:p>
                      <a:pPr algn="ctr"/>
                      <a:r>
                        <a:rPr lang="en-US" b="1" dirty="0"/>
                        <a:t>P</a:t>
                      </a:r>
                      <a:endParaRPr lang="en-GB" b="1" dirty="0"/>
                    </a:p>
                  </a:txBody>
                  <a:tcPr/>
                </a:tc>
                <a:tc>
                  <a:txBody>
                    <a:bodyPr/>
                    <a:lstStyle/>
                    <a:p>
                      <a:pPr algn="ctr"/>
                      <a:endParaRPr lang="en-GB" b="1" dirty="0"/>
                    </a:p>
                  </a:txBody>
                  <a:tcPr/>
                </a:tc>
                <a:extLst>
                  <a:ext uri="{0D108BD9-81ED-4DB2-BD59-A6C34878D82A}">
                    <a16:rowId xmlns:a16="http://schemas.microsoft.com/office/drawing/2014/main" val="2723590160"/>
                  </a:ext>
                </a:extLst>
              </a:tr>
              <a:tr h="554444">
                <a:tc>
                  <a:txBody>
                    <a:bodyPr/>
                    <a:lstStyle/>
                    <a:p>
                      <a:pPr marL="0" marR="0" lvl="0" indent="0" algn="ctr" defTabSz="653077" rtl="0" eaLnBrk="1" fontAlgn="auto" latinLnBrk="0" hangingPunct="1">
                        <a:lnSpc>
                          <a:spcPct val="100000"/>
                        </a:lnSpc>
                        <a:spcBef>
                          <a:spcPts val="0"/>
                        </a:spcBef>
                        <a:spcAft>
                          <a:spcPts val="0"/>
                        </a:spcAft>
                        <a:buClrTx/>
                        <a:buSzTx/>
                        <a:buFontTx/>
                        <a:buNone/>
                        <a:tabLst/>
                        <a:defRPr/>
                      </a:pPr>
                      <a:r>
                        <a:rPr lang="en-US" b="1" dirty="0"/>
                        <a:t>P</a:t>
                      </a:r>
                      <a:endParaRPr lang="en-GB" b="1" dirty="0"/>
                    </a:p>
                  </a:txBody>
                  <a:tcPr/>
                </a:tc>
                <a:tc>
                  <a:txBody>
                    <a:bodyPr/>
                    <a:lstStyle/>
                    <a:p>
                      <a:pPr algn="ctr"/>
                      <a:endParaRPr lang="en-GB" b="1" dirty="0"/>
                    </a:p>
                  </a:txBody>
                  <a:tcPr/>
                </a:tc>
                <a:extLst>
                  <a:ext uri="{0D108BD9-81ED-4DB2-BD59-A6C34878D82A}">
                    <a16:rowId xmlns:a16="http://schemas.microsoft.com/office/drawing/2014/main" val="3568020108"/>
                  </a:ext>
                </a:extLst>
              </a:tr>
            </a:tbl>
          </a:graphicData>
        </a:graphic>
      </p:graphicFrame>
      <p:sp>
        <p:nvSpPr>
          <p:cNvPr id="5" name="TextBox 4">
            <a:extLst>
              <a:ext uri="{FF2B5EF4-FFF2-40B4-BE49-F238E27FC236}">
                <a16:creationId xmlns:a16="http://schemas.microsoft.com/office/drawing/2014/main" id="{4B505264-A3C9-D94F-874D-6CCCE3334763}"/>
              </a:ext>
            </a:extLst>
          </p:cNvPr>
          <p:cNvSpPr txBox="1"/>
          <p:nvPr/>
        </p:nvSpPr>
        <p:spPr>
          <a:xfrm>
            <a:off x="954882" y="6196401"/>
            <a:ext cx="976312" cy="461665"/>
          </a:xfrm>
          <a:prstGeom prst="rect">
            <a:avLst/>
          </a:prstGeom>
          <a:noFill/>
        </p:spPr>
        <p:txBody>
          <a:bodyPr wrap="square">
            <a:spAutoFit/>
          </a:bodyPr>
          <a:lstStyle/>
          <a:p>
            <a:pPr marL="0" indent="0">
              <a:buNone/>
            </a:pPr>
            <a:r>
              <a:rPr lang="en-US" sz="2400" b="1" dirty="0">
                <a:latin typeface="+mn-lt"/>
              </a:rPr>
              <a:t>Lock </a:t>
            </a:r>
          </a:p>
        </p:txBody>
      </p:sp>
      <p:sp>
        <p:nvSpPr>
          <p:cNvPr id="9" name="Rectangle 8">
            <a:extLst>
              <a:ext uri="{FF2B5EF4-FFF2-40B4-BE49-F238E27FC236}">
                <a16:creationId xmlns:a16="http://schemas.microsoft.com/office/drawing/2014/main" id="{3040896A-3EB1-20C6-D1E5-2A241CAE47B1}"/>
              </a:ext>
            </a:extLst>
          </p:cNvPr>
          <p:cNvSpPr/>
          <p:nvPr/>
        </p:nvSpPr>
        <p:spPr bwMode="auto">
          <a:xfrm>
            <a:off x="1909764" y="6250843"/>
            <a:ext cx="881061" cy="352425"/>
          </a:xfrm>
          <a:prstGeom prst="rect">
            <a:avLst/>
          </a:prstGeom>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800" b="0" i="0" u="none" strike="noStrike" cap="none" normalizeH="0" baseline="0" dirty="0">
              <a:ln>
                <a:noFill/>
              </a:ln>
              <a:solidFill>
                <a:schemeClr val="tx1"/>
              </a:solidFill>
              <a:effectLst/>
              <a:latin typeface="Verdana" charset="0"/>
            </a:endParaRPr>
          </a:p>
        </p:txBody>
      </p:sp>
      <p:sp>
        <p:nvSpPr>
          <p:cNvPr id="10" name="TextBox 9">
            <a:extLst>
              <a:ext uri="{FF2B5EF4-FFF2-40B4-BE49-F238E27FC236}">
                <a16:creationId xmlns:a16="http://schemas.microsoft.com/office/drawing/2014/main" id="{9376168A-C9BF-4EBF-04C4-A0F2AD869D63}"/>
              </a:ext>
            </a:extLst>
          </p:cNvPr>
          <p:cNvSpPr txBox="1"/>
          <p:nvPr/>
        </p:nvSpPr>
        <p:spPr>
          <a:xfrm>
            <a:off x="4202907" y="6196401"/>
            <a:ext cx="1107282" cy="461665"/>
          </a:xfrm>
          <a:prstGeom prst="rect">
            <a:avLst/>
          </a:prstGeom>
          <a:noFill/>
        </p:spPr>
        <p:txBody>
          <a:bodyPr wrap="square">
            <a:spAutoFit/>
          </a:bodyPr>
          <a:lstStyle/>
          <a:p>
            <a:pPr marL="0" indent="0">
              <a:buNone/>
            </a:pPr>
            <a:r>
              <a:rPr lang="en-US" sz="2400" b="1" dirty="0">
                <a:latin typeface="+mn-lt"/>
              </a:rPr>
              <a:t>target </a:t>
            </a:r>
          </a:p>
        </p:txBody>
      </p:sp>
      <p:sp>
        <p:nvSpPr>
          <p:cNvPr id="11" name="Rectangle 10">
            <a:extLst>
              <a:ext uri="{FF2B5EF4-FFF2-40B4-BE49-F238E27FC236}">
                <a16:creationId xmlns:a16="http://schemas.microsoft.com/office/drawing/2014/main" id="{AB6B02BD-796E-D05B-3303-A0FAF1730EB5}"/>
              </a:ext>
            </a:extLst>
          </p:cNvPr>
          <p:cNvSpPr/>
          <p:nvPr/>
        </p:nvSpPr>
        <p:spPr bwMode="auto">
          <a:xfrm>
            <a:off x="5310189" y="6250843"/>
            <a:ext cx="881061" cy="352425"/>
          </a:xfrm>
          <a:prstGeom prst="rect">
            <a:avLst/>
          </a:prstGeom>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800" b="0" i="0" u="none" strike="noStrike" cap="none" normalizeH="0" baseline="0" dirty="0">
              <a:ln>
                <a:noFill/>
              </a:ln>
              <a:solidFill>
                <a:schemeClr val="tx1"/>
              </a:solidFill>
              <a:effectLst/>
              <a:latin typeface="Verdana" charset="0"/>
            </a:endParaRPr>
          </a:p>
        </p:txBody>
      </p:sp>
      <p:sp>
        <p:nvSpPr>
          <p:cNvPr id="12" name="TextBox 11">
            <a:extLst>
              <a:ext uri="{FF2B5EF4-FFF2-40B4-BE49-F238E27FC236}">
                <a16:creationId xmlns:a16="http://schemas.microsoft.com/office/drawing/2014/main" id="{BC81993C-4E66-0058-1AF6-9490B499A89B}"/>
              </a:ext>
            </a:extLst>
          </p:cNvPr>
          <p:cNvSpPr txBox="1"/>
          <p:nvPr/>
        </p:nvSpPr>
        <p:spPr>
          <a:xfrm>
            <a:off x="7450932" y="6196401"/>
            <a:ext cx="976312" cy="461665"/>
          </a:xfrm>
          <a:prstGeom prst="rect">
            <a:avLst/>
          </a:prstGeom>
          <a:noFill/>
        </p:spPr>
        <p:txBody>
          <a:bodyPr wrap="square">
            <a:spAutoFit/>
          </a:bodyPr>
          <a:lstStyle/>
          <a:p>
            <a:pPr marL="0" indent="0">
              <a:buNone/>
            </a:pPr>
            <a:r>
              <a:rPr lang="en-US" sz="2400" b="1" dirty="0" err="1">
                <a:latin typeface="+mn-lt"/>
              </a:rPr>
              <a:t>rv</a:t>
            </a:r>
            <a:r>
              <a:rPr lang="en-US" sz="2400" b="1" dirty="0">
                <a:latin typeface="+mn-lt"/>
              </a:rPr>
              <a:t> </a:t>
            </a:r>
          </a:p>
        </p:txBody>
      </p:sp>
      <p:sp>
        <p:nvSpPr>
          <p:cNvPr id="13" name="Rectangle 12">
            <a:extLst>
              <a:ext uri="{FF2B5EF4-FFF2-40B4-BE49-F238E27FC236}">
                <a16:creationId xmlns:a16="http://schemas.microsoft.com/office/drawing/2014/main" id="{7729AB2F-C592-0629-6ED8-FC122093E1FE}"/>
              </a:ext>
            </a:extLst>
          </p:cNvPr>
          <p:cNvSpPr/>
          <p:nvPr/>
        </p:nvSpPr>
        <p:spPr bwMode="auto">
          <a:xfrm>
            <a:off x="7977189" y="6250843"/>
            <a:ext cx="881061" cy="352425"/>
          </a:xfrm>
          <a:prstGeom prst="rect">
            <a:avLst/>
          </a:prstGeom>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800" b="0" i="0" u="none" strike="noStrike" cap="none" normalizeH="0" baseline="0" dirty="0">
              <a:ln>
                <a:noFill/>
              </a:ln>
              <a:solidFill>
                <a:schemeClr val="tx1"/>
              </a:solidFill>
              <a:effectLst/>
              <a:latin typeface="Verdana" charset="0"/>
            </a:endParaRPr>
          </a:p>
        </p:txBody>
      </p:sp>
      <p:sp>
        <p:nvSpPr>
          <p:cNvPr id="6" name="TextBox 5">
            <a:extLst>
              <a:ext uri="{FF2B5EF4-FFF2-40B4-BE49-F238E27FC236}">
                <a16:creationId xmlns:a16="http://schemas.microsoft.com/office/drawing/2014/main" id="{999409B7-4B34-71F8-73DC-1AC6E412C26F}"/>
              </a:ext>
            </a:extLst>
          </p:cNvPr>
          <p:cNvSpPr txBox="1"/>
          <p:nvPr/>
        </p:nvSpPr>
        <p:spPr>
          <a:xfrm>
            <a:off x="10015537" y="3176643"/>
            <a:ext cx="3086100" cy="1685846"/>
          </a:xfrm>
          <a:prstGeom prst="rect">
            <a:avLst/>
          </a:prstGeom>
          <a:noFill/>
        </p:spPr>
        <p:txBody>
          <a:bodyPr wrap="square" rtlCol="0">
            <a:spAutoFit/>
          </a:bodyPr>
          <a:lstStyle/>
          <a:p>
            <a:pPr>
              <a:lnSpc>
                <a:spcPct val="150000"/>
              </a:lnSpc>
            </a:pPr>
            <a:r>
              <a:rPr lang="en-US" sz="2400" b="1" dirty="0">
                <a:latin typeface="+mn-lt"/>
              </a:rPr>
              <a:t>Mutual Exclusion</a:t>
            </a:r>
          </a:p>
          <a:p>
            <a:pPr>
              <a:lnSpc>
                <a:spcPct val="150000"/>
              </a:lnSpc>
            </a:pPr>
            <a:r>
              <a:rPr lang="en-US" sz="2400" b="1" dirty="0">
                <a:latin typeface="+mn-lt"/>
              </a:rPr>
              <a:t>Progress</a:t>
            </a:r>
          </a:p>
          <a:p>
            <a:pPr>
              <a:lnSpc>
                <a:spcPct val="150000"/>
              </a:lnSpc>
            </a:pPr>
            <a:r>
              <a:rPr lang="en-US" sz="2400" b="1" dirty="0">
                <a:solidFill>
                  <a:srgbClr val="C00000"/>
                </a:solidFill>
                <a:latin typeface="+mn-lt"/>
              </a:rPr>
              <a:t>Bounded Waiting</a:t>
            </a:r>
            <a:endParaRPr lang="en-GB" sz="2400" b="1" dirty="0">
              <a:solidFill>
                <a:srgbClr val="C00000"/>
              </a:solidFill>
              <a:latin typeface="+mn-lt"/>
            </a:endParaRPr>
          </a:p>
        </p:txBody>
      </p:sp>
      <p:sp>
        <p:nvSpPr>
          <p:cNvPr id="7" name="TextBox 6">
            <a:extLst>
              <a:ext uri="{FF2B5EF4-FFF2-40B4-BE49-F238E27FC236}">
                <a16:creationId xmlns:a16="http://schemas.microsoft.com/office/drawing/2014/main" id="{6C8DFF10-C9F6-6F8A-5C63-756A31CD9500}"/>
              </a:ext>
            </a:extLst>
          </p:cNvPr>
          <p:cNvSpPr txBox="1"/>
          <p:nvPr/>
        </p:nvSpPr>
        <p:spPr>
          <a:xfrm>
            <a:off x="12737305" y="3296291"/>
            <a:ext cx="1062037" cy="1446550"/>
          </a:xfrm>
          <a:prstGeom prst="rect">
            <a:avLst/>
          </a:prstGeom>
          <a:noFill/>
        </p:spPr>
        <p:txBody>
          <a:bodyPr wrap="square">
            <a:spAutoFit/>
          </a:bodyPr>
          <a:lstStyle/>
          <a:p>
            <a:r>
              <a:rPr lang="en-US" sz="8800" dirty="0">
                <a:solidFill>
                  <a:srgbClr val="C00000"/>
                </a:solidFill>
                <a:latin typeface="+mn-lt"/>
              </a:rPr>
              <a:t>?</a:t>
            </a:r>
            <a:endParaRPr lang="en-GB" sz="8800" dirty="0"/>
          </a:p>
        </p:txBody>
      </p:sp>
    </p:spTree>
    <p:extLst>
      <p:ext uri="{BB962C8B-B14F-4D97-AF65-F5344CB8AC3E}">
        <p14:creationId xmlns:p14="http://schemas.microsoft.com/office/powerpoint/2010/main" val="403673551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2BD01D-3D0B-3B58-61AD-4C2D7F48780A}"/>
            </a:ext>
          </a:extLst>
        </p:cNvPr>
        <p:cNvGrpSpPr/>
        <p:nvPr/>
      </p:nvGrpSpPr>
      <p:grpSpPr>
        <a:xfrm>
          <a:off x="0" y="0"/>
          <a:ext cx="0" cy="0"/>
          <a:chOff x="0" y="0"/>
          <a:chExt cx="0" cy="0"/>
        </a:xfrm>
      </p:grpSpPr>
      <p:sp>
        <p:nvSpPr>
          <p:cNvPr id="12290" name="Rectangle 2">
            <a:extLst>
              <a:ext uri="{FF2B5EF4-FFF2-40B4-BE49-F238E27FC236}">
                <a16:creationId xmlns:a16="http://schemas.microsoft.com/office/drawing/2014/main" id="{0ABF859F-E01F-C27E-B380-60E748D45C7F}"/>
              </a:ext>
            </a:extLst>
          </p:cNvPr>
          <p:cNvSpPr>
            <a:spLocks noGrp="1" noChangeArrowheads="1"/>
          </p:cNvSpPr>
          <p:nvPr>
            <p:ph type="title"/>
          </p:nvPr>
        </p:nvSpPr>
        <p:spPr>
          <a:xfrm>
            <a:off x="1443038" y="369888"/>
            <a:ext cx="12272962" cy="768350"/>
          </a:xfrm>
        </p:spPr>
        <p:txBody>
          <a:bodyPr/>
          <a:lstStyle/>
          <a:p>
            <a:pPr eaLnBrk="1" hangingPunct="1"/>
            <a:r>
              <a:rPr lang="en-US" dirty="0"/>
              <a:t>Synchronization Mechanism</a:t>
            </a:r>
          </a:p>
        </p:txBody>
      </p:sp>
      <p:sp>
        <p:nvSpPr>
          <p:cNvPr id="4" name="TextBox 3">
            <a:extLst>
              <a:ext uri="{FF2B5EF4-FFF2-40B4-BE49-F238E27FC236}">
                <a16:creationId xmlns:a16="http://schemas.microsoft.com/office/drawing/2014/main" id="{C15B79A8-36EC-4752-4263-DDF8359E88B8}"/>
              </a:ext>
            </a:extLst>
          </p:cNvPr>
          <p:cNvSpPr txBox="1"/>
          <p:nvPr/>
        </p:nvSpPr>
        <p:spPr>
          <a:xfrm>
            <a:off x="3737373" y="1929406"/>
            <a:ext cx="5674518" cy="3785652"/>
          </a:xfrm>
          <a:prstGeom prst="rect">
            <a:avLst/>
          </a:prstGeom>
          <a:noFill/>
        </p:spPr>
        <p:txBody>
          <a:bodyPr wrap="square">
            <a:spAutoFit/>
          </a:bodyPr>
          <a:lstStyle/>
          <a:p>
            <a:pPr algn="ctr"/>
            <a:r>
              <a:rPr lang="en-US" sz="2400" b="1" dirty="0">
                <a:solidFill>
                  <a:srgbClr val="0070C0"/>
                </a:solidFill>
                <a:latin typeface="+mn-lt"/>
              </a:rPr>
              <a:t>The Lock Variable </a:t>
            </a:r>
          </a:p>
          <a:p>
            <a:pPr algn="ctr"/>
            <a:r>
              <a:rPr lang="en-US" sz="2400" dirty="0">
                <a:latin typeface="+mn-lt"/>
              </a:rPr>
              <a:t>Doesn't provide guarantee of mutual exclusion in some cases.</a:t>
            </a:r>
          </a:p>
          <a:p>
            <a:pPr algn="ctr"/>
            <a:endParaRPr lang="en-US" sz="2400" dirty="0">
              <a:latin typeface="+mn-lt"/>
            </a:endParaRPr>
          </a:p>
          <a:p>
            <a:pPr algn="ctr"/>
            <a:endParaRPr lang="en-US" sz="2400" dirty="0">
              <a:latin typeface="+mn-lt"/>
            </a:endParaRPr>
          </a:p>
          <a:p>
            <a:pPr algn="ctr"/>
            <a:endParaRPr lang="en-US" sz="2400" dirty="0">
              <a:latin typeface="+mn-lt"/>
            </a:endParaRPr>
          </a:p>
          <a:p>
            <a:pPr algn="ctr"/>
            <a:endParaRPr lang="en-US" sz="2400" dirty="0">
              <a:latin typeface="+mn-lt"/>
            </a:endParaRPr>
          </a:p>
          <a:p>
            <a:pPr algn="ctr"/>
            <a:r>
              <a:rPr lang="en-US" sz="2400" b="1" dirty="0">
                <a:solidFill>
                  <a:srgbClr val="0070C0"/>
                </a:solidFill>
                <a:latin typeface="+mn-lt"/>
              </a:rPr>
              <a:t>Test And Set Instruction </a:t>
            </a:r>
          </a:p>
          <a:p>
            <a:pPr algn="ctr"/>
            <a:r>
              <a:rPr lang="en-US" sz="2400" dirty="0">
                <a:latin typeface="+mn-lt"/>
              </a:rPr>
              <a:t>May cause starvation that means it can not ensure bounded waiting.</a:t>
            </a:r>
            <a:endParaRPr lang="en-GB" sz="2400" dirty="0">
              <a:latin typeface="+mn-lt"/>
            </a:endParaRPr>
          </a:p>
        </p:txBody>
      </p:sp>
    </p:spTree>
    <p:extLst>
      <p:ext uri="{BB962C8B-B14F-4D97-AF65-F5344CB8AC3E}">
        <p14:creationId xmlns:p14="http://schemas.microsoft.com/office/powerpoint/2010/main" val="12272232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CCC51D-83CD-2750-3ECF-0114526E11B1}"/>
            </a:ext>
          </a:extLst>
        </p:cNvPr>
        <p:cNvGrpSpPr/>
        <p:nvPr/>
      </p:nvGrpSpPr>
      <p:grpSpPr>
        <a:xfrm>
          <a:off x="0" y="0"/>
          <a:ext cx="0" cy="0"/>
          <a:chOff x="0" y="0"/>
          <a:chExt cx="0" cy="0"/>
        </a:xfrm>
      </p:grpSpPr>
      <p:sp>
        <p:nvSpPr>
          <p:cNvPr id="12290" name="Rectangle 2">
            <a:extLst>
              <a:ext uri="{FF2B5EF4-FFF2-40B4-BE49-F238E27FC236}">
                <a16:creationId xmlns:a16="http://schemas.microsoft.com/office/drawing/2014/main" id="{7F62DA98-2B58-132C-7A5C-3F0D092DA247}"/>
              </a:ext>
            </a:extLst>
          </p:cNvPr>
          <p:cNvSpPr>
            <a:spLocks noGrp="1" noChangeArrowheads="1"/>
          </p:cNvSpPr>
          <p:nvPr>
            <p:ph type="title"/>
          </p:nvPr>
        </p:nvSpPr>
        <p:spPr>
          <a:xfrm>
            <a:off x="1443038" y="369888"/>
            <a:ext cx="12272962" cy="768350"/>
          </a:xfrm>
        </p:spPr>
        <p:txBody>
          <a:bodyPr/>
          <a:lstStyle/>
          <a:p>
            <a:pPr eaLnBrk="1" hangingPunct="1"/>
            <a:r>
              <a:rPr lang="en-US" dirty="0">
                <a:solidFill>
                  <a:srgbClr val="C00000"/>
                </a:solidFill>
              </a:rPr>
              <a:t>3. </a:t>
            </a:r>
            <a:r>
              <a:rPr lang="en-US" dirty="0"/>
              <a:t>Turn Variable or Strict Alternation</a:t>
            </a:r>
          </a:p>
        </p:txBody>
      </p:sp>
      <p:sp>
        <p:nvSpPr>
          <p:cNvPr id="4" name="TextBox 3">
            <a:extLst>
              <a:ext uri="{FF2B5EF4-FFF2-40B4-BE49-F238E27FC236}">
                <a16:creationId xmlns:a16="http://schemas.microsoft.com/office/drawing/2014/main" id="{AB7C4E42-19C9-450D-C81B-6DF3BB024C41}"/>
              </a:ext>
            </a:extLst>
          </p:cNvPr>
          <p:cNvSpPr txBox="1"/>
          <p:nvPr/>
        </p:nvSpPr>
        <p:spPr>
          <a:xfrm>
            <a:off x="879872" y="1510306"/>
            <a:ext cx="12436077" cy="1569660"/>
          </a:xfrm>
          <a:prstGeom prst="rect">
            <a:avLst/>
          </a:prstGeom>
          <a:noFill/>
        </p:spPr>
        <p:txBody>
          <a:bodyPr wrap="square">
            <a:spAutoFit/>
          </a:bodyPr>
          <a:lstStyle/>
          <a:p>
            <a:r>
              <a:rPr lang="en-US" sz="2400" dirty="0">
                <a:latin typeface="+mn-lt"/>
              </a:rPr>
              <a:t>• Its a software mechanism implemented in user mode, i.e. no support required from the Operating System.</a:t>
            </a:r>
          </a:p>
          <a:p>
            <a:r>
              <a:rPr lang="en-US" sz="2400" dirty="0">
                <a:latin typeface="+mn-lt"/>
              </a:rPr>
              <a:t>• Its a busy waiting solution</a:t>
            </a:r>
          </a:p>
          <a:p>
            <a:r>
              <a:rPr lang="en-US" sz="2400" dirty="0">
                <a:latin typeface="+mn-lt"/>
              </a:rPr>
              <a:t>• Turn Variable or Strict Alternation Approach is valid for only two processes.</a:t>
            </a:r>
            <a:endParaRPr lang="en-GB" sz="2400" dirty="0">
              <a:latin typeface="+mn-lt"/>
            </a:endParaRPr>
          </a:p>
        </p:txBody>
      </p:sp>
      <p:graphicFrame>
        <p:nvGraphicFramePr>
          <p:cNvPr id="21" name="Table 20">
            <a:extLst>
              <a:ext uri="{FF2B5EF4-FFF2-40B4-BE49-F238E27FC236}">
                <a16:creationId xmlns:a16="http://schemas.microsoft.com/office/drawing/2014/main" id="{6446FA6E-7181-0387-3070-D8ED3FB50484}"/>
              </a:ext>
            </a:extLst>
          </p:cNvPr>
          <p:cNvGraphicFramePr>
            <a:graphicFrameLocks noGrp="1"/>
          </p:cNvGraphicFramePr>
          <p:nvPr>
            <p:extLst>
              <p:ext uri="{D42A27DB-BD31-4B8C-83A1-F6EECF244321}">
                <p14:modId xmlns:p14="http://schemas.microsoft.com/office/powerpoint/2010/main" val="4140556842"/>
              </p:ext>
            </p:extLst>
          </p:nvPr>
        </p:nvGraphicFramePr>
        <p:xfrm>
          <a:off x="880764" y="4572000"/>
          <a:ext cx="7115772" cy="2438400"/>
        </p:xfrm>
        <a:graphic>
          <a:graphicData uri="http://schemas.openxmlformats.org/drawingml/2006/table">
            <a:tbl>
              <a:tblPr firstRow="1" bandRow="1"/>
              <a:tblGrid>
                <a:gridCol w="3408952">
                  <a:extLst>
                    <a:ext uri="{9D8B030D-6E8A-4147-A177-3AD203B41FA5}">
                      <a16:colId xmlns:a16="http://schemas.microsoft.com/office/drawing/2014/main" val="518628889"/>
                    </a:ext>
                  </a:extLst>
                </a:gridCol>
                <a:gridCol w="3706820">
                  <a:extLst>
                    <a:ext uri="{9D8B030D-6E8A-4147-A177-3AD203B41FA5}">
                      <a16:colId xmlns:a16="http://schemas.microsoft.com/office/drawing/2014/main" val="2282131690"/>
                    </a:ext>
                  </a:extLst>
                </a:gridCol>
              </a:tblGrid>
              <a:tr h="2438400">
                <a:tc>
                  <a:txBody>
                    <a:bodyPr/>
                    <a:lstStyle/>
                    <a:p>
                      <a:pPr>
                        <a:lnSpc>
                          <a:spcPct val="150000"/>
                        </a:lnSpc>
                      </a:pPr>
                      <a:r>
                        <a:rPr lang="en-US" sz="2400" b="1" dirty="0"/>
                        <a:t>while (turn!= 0);</a:t>
                      </a:r>
                    </a:p>
                    <a:p>
                      <a:pPr lvl="1">
                        <a:lnSpc>
                          <a:spcPct val="150000"/>
                        </a:lnSpc>
                      </a:pPr>
                      <a:r>
                        <a:rPr lang="en-US" sz="2400" b="1" dirty="0">
                          <a:solidFill>
                            <a:srgbClr val="C00000"/>
                          </a:solidFill>
                        </a:rPr>
                        <a:t>Critical Section</a:t>
                      </a:r>
                    </a:p>
                    <a:p>
                      <a:pPr>
                        <a:lnSpc>
                          <a:spcPct val="150000"/>
                        </a:lnSpc>
                      </a:pPr>
                      <a:r>
                        <a:rPr lang="en-US" sz="2400" b="1" dirty="0"/>
                        <a:t>turn = 1;</a:t>
                      </a:r>
                    </a:p>
                    <a:p>
                      <a:pPr>
                        <a:lnSpc>
                          <a:spcPct val="150000"/>
                        </a:lnSpc>
                      </a:pPr>
                      <a:r>
                        <a:rPr lang="en-US" sz="2400" b="1" dirty="0"/>
                        <a:t>Non - CS</a:t>
                      </a:r>
                      <a:endParaRPr lang="en-GB" sz="2400" b="1" dirty="0"/>
                    </a:p>
                  </a:txBody>
                  <a:tcPr/>
                </a:tc>
                <a:tc>
                  <a:txBody>
                    <a:bodyPr/>
                    <a:lstStyle/>
                    <a:p>
                      <a:pPr>
                        <a:lnSpc>
                          <a:spcPct val="150000"/>
                        </a:lnSpc>
                      </a:pPr>
                      <a:r>
                        <a:rPr lang="en-US" sz="2400" b="1" dirty="0"/>
                        <a:t>while (turn!= 1);</a:t>
                      </a:r>
                    </a:p>
                    <a:p>
                      <a:pPr lvl="1">
                        <a:lnSpc>
                          <a:spcPct val="150000"/>
                        </a:lnSpc>
                      </a:pPr>
                      <a:r>
                        <a:rPr lang="en-US" sz="2400" b="1" dirty="0">
                          <a:solidFill>
                            <a:srgbClr val="C00000"/>
                          </a:solidFill>
                        </a:rPr>
                        <a:t>Critical Section</a:t>
                      </a:r>
                    </a:p>
                    <a:p>
                      <a:pPr>
                        <a:lnSpc>
                          <a:spcPct val="150000"/>
                        </a:lnSpc>
                      </a:pPr>
                      <a:r>
                        <a:rPr lang="en-US" sz="2400" b="1" dirty="0"/>
                        <a:t>turn = 0;</a:t>
                      </a:r>
                    </a:p>
                    <a:p>
                      <a:pPr>
                        <a:lnSpc>
                          <a:spcPct val="150000"/>
                        </a:lnSpc>
                      </a:pPr>
                      <a:r>
                        <a:rPr lang="en-US" sz="2400" b="1" dirty="0"/>
                        <a:t>Non – CS</a:t>
                      </a:r>
                      <a:endParaRPr lang="en-GB" sz="2400" b="1" dirty="0"/>
                    </a:p>
                  </a:txBody>
                  <a:tcPr/>
                </a:tc>
                <a:extLst>
                  <a:ext uri="{0D108BD9-81ED-4DB2-BD59-A6C34878D82A}">
                    <a16:rowId xmlns:a16="http://schemas.microsoft.com/office/drawing/2014/main" val="2557368784"/>
                  </a:ext>
                </a:extLst>
              </a:tr>
            </a:tbl>
          </a:graphicData>
        </a:graphic>
      </p:graphicFrame>
      <p:sp>
        <p:nvSpPr>
          <p:cNvPr id="23" name="TextBox 22">
            <a:extLst>
              <a:ext uri="{FF2B5EF4-FFF2-40B4-BE49-F238E27FC236}">
                <a16:creationId xmlns:a16="http://schemas.microsoft.com/office/drawing/2014/main" id="{B85D770C-CADC-0714-1CA5-2B037330EE96}"/>
              </a:ext>
            </a:extLst>
          </p:cNvPr>
          <p:cNvSpPr txBox="1"/>
          <p:nvPr/>
        </p:nvSpPr>
        <p:spPr>
          <a:xfrm>
            <a:off x="1595438" y="3955018"/>
            <a:ext cx="1757362" cy="461665"/>
          </a:xfrm>
          <a:prstGeom prst="rect">
            <a:avLst/>
          </a:prstGeom>
          <a:noFill/>
        </p:spPr>
        <p:txBody>
          <a:bodyPr wrap="square">
            <a:spAutoFit/>
          </a:bodyPr>
          <a:lstStyle/>
          <a:p>
            <a:pPr algn="ctr"/>
            <a:r>
              <a:rPr lang="en-US" sz="2400" b="1" dirty="0"/>
              <a:t>P</a:t>
            </a:r>
            <a:endParaRPr lang="en-GB" sz="2400" b="1" dirty="0"/>
          </a:p>
        </p:txBody>
      </p:sp>
      <p:sp>
        <p:nvSpPr>
          <p:cNvPr id="24" name="TextBox 23">
            <a:extLst>
              <a:ext uri="{FF2B5EF4-FFF2-40B4-BE49-F238E27FC236}">
                <a16:creationId xmlns:a16="http://schemas.microsoft.com/office/drawing/2014/main" id="{A2408FF5-E765-6C1C-DD2D-72FCAF868344}"/>
              </a:ext>
            </a:extLst>
          </p:cNvPr>
          <p:cNvSpPr txBox="1"/>
          <p:nvPr/>
        </p:nvSpPr>
        <p:spPr>
          <a:xfrm>
            <a:off x="5160169" y="3955017"/>
            <a:ext cx="1757362" cy="461665"/>
          </a:xfrm>
          <a:prstGeom prst="rect">
            <a:avLst/>
          </a:prstGeom>
          <a:noFill/>
        </p:spPr>
        <p:txBody>
          <a:bodyPr wrap="square">
            <a:spAutoFit/>
          </a:bodyPr>
          <a:lstStyle/>
          <a:p>
            <a:pPr algn="ctr"/>
            <a:r>
              <a:rPr lang="en-US" sz="2400" b="1" dirty="0"/>
              <a:t>P</a:t>
            </a:r>
            <a:endParaRPr lang="en-GB" sz="2400" b="1" dirty="0"/>
          </a:p>
        </p:txBody>
      </p:sp>
      <p:sp>
        <p:nvSpPr>
          <p:cNvPr id="25" name="TextBox 24">
            <a:extLst>
              <a:ext uri="{FF2B5EF4-FFF2-40B4-BE49-F238E27FC236}">
                <a16:creationId xmlns:a16="http://schemas.microsoft.com/office/drawing/2014/main" id="{9329ED9D-B91B-4983-E50E-0D6F9022A91D}"/>
              </a:ext>
            </a:extLst>
          </p:cNvPr>
          <p:cNvSpPr txBox="1"/>
          <p:nvPr/>
        </p:nvSpPr>
        <p:spPr>
          <a:xfrm>
            <a:off x="10015537" y="4586343"/>
            <a:ext cx="3086100" cy="1685846"/>
          </a:xfrm>
          <a:prstGeom prst="rect">
            <a:avLst/>
          </a:prstGeom>
          <a:noFill/>
        </p:spPr>
        <p:txBody>
          <a:bodyPr wrap="square" rtlCol="0">
            <a:spAutoFit/>
          </a:bodyPr>
          <a:lstStyle/>
          <a:p>
            <a:pPr>
              <a:lnSpc>
                <a:spcPct val="150000"/>
              </a:lnSpc>
            </a:pPr>
            <a:r>
              <a:rPr lang="en-US" sz="2400" b="1" dirty="0">
                <a:latin typeface="+mn-lt"/>
              </a:rPr>
              <a:t>Mutual Exclusion</a:t>
            </a:r>
          </a:p>
          <a:p>
            <a:pPr>
              <a:lnSpc>
                <a:spcPct val="150000"/>
              </a:lnSpc>
            </a:pPr>
            <a:r>
              <a:rPr lang="en-US" sz="2400" b="1" dirty="0">
                <a:solidFill>
                  <a:srgbClr val="C00000"/>
                </a:solidFill>
                <a:latin typeface="+mn-lt"/>
              </a:rPr>
              <a:t>Progress</a:t>
            </a:r>
            <a:endParaRPr lang="en-US" sz="2400" b="1" dirty="0">
              <a:latin typeface="+mn-lt"/>
            </a:endParaRPr>
          </a:p>
          <a:p>
            <a:pPr>
              <a:lnSpc>
                <a:spcPct val="150000"/>
              </a:lnSpc>
            </a:pPr>
            <a:r>
              <a:rPr lang="en-US" sz="2400" b="1" dirty="0">
                <a:latin typeface="+mn-lt"/>
              </a:rPr>
              <a:t>Bounded Waiting</a:t>
            </a:r>
            <a:endParaRPr lang="en-GB" sz="2400" b="1" dirty="0">
              <a:latin typeface="+mn-lt"/>
            </a:endParaRPr>
          </a:p>
        </p:txBody>
      </p:sp>
      <p:sp>
        <p:nvSpPr>
          <p:cNvPr id="26" name="TextBox 25">
            <a:extLst>
              <a:ext uri="{FF2B5EF4-FFF2-40B4-BE49-F238E27FC236}">
                <a16:creationId xmlns:a16="http://schemas.microsoft.com/office/drawing/2014/main" id="{51748589-399D-5E9F-8D91-9A03AC1C9F62}"/>
              </a:ext>
            </a:extLst>
          </p:cNvPr>
          <p:cNvSpPr txBox="1"/>
          <p:nvPr/>
        </p:nvSpPr>
        <p:spPr>
          <a:xfrm>
            <a:off x="12737305" y="4705991"/>
            <a:ext cx="1062037" cy="1446550"/>
          </a:xfrm>
          <a:prstGeom prst="rect">
            <a:avLst/>
          </a:prstGeom>
          <a:noFill/>
        </p:spPr>
        <p:txBody>
          <a:bodyPr wrap="square">
            <a:spAutoFit/>
          </a:bodyPr>
          <a:lstStyle/>
          <a:p>
            <a:r>
              <a:rPr lang="en-US" sz="8800" dirty="0">
                <a:solidFill>
                  <a:srgbClr val="C00000"/>
                </a:solidFill>
                <a:latin typeface="+mn-lt"/>
              </a:rPr>
              <a:t>?</a:t>
            </a:r>
            <a:endParaRPr lang="en-GB" sz="8800" dirty="0"/>
          </a:p>
        </p:txBody>
      </p:sp>
    </p:spTree>
    <p:extLst>
      <p:ext uri="{BB962C8B-B14F-4D97-AF65-F5344CB8AC3E}">
        <p14:creationId xmlns:p14="http://schemas.microsoft.com/office/powerpoint/2010/main" val="391823145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81F94D-EF44-5C2C-1DEA-C466418F1CFC}"/>
            </a:ext>
          </a:extLst>
        </p:cNvPr>
        <p:cNvGrpSpPr/>
        <p:nvPr/>
      </p:nvGrpSpPr>
      <p:grpSpPr>
        <a:xfrm>
          <a:off x="0" y="0"/>
          <a:ext cx="0" cy="0"/>
          <a:chOff x="0" y="0"/>
          <a:chExt cx="0" cy="0"/>
        </a:xfrm>
      </p:grpSpPr>
      <p:sp>
        <p:nvSpPr>
          <p:cNvPr id="12290" name="Rectangle 2">
            <a:extLst>
              <a:ext uri="{FF2B5EF4-FFF2-40B4-BE49-F238E27FC236}">
                <a16:creationId xmlns:a16="http://schemas.microsoft.com/office/drawing/2014/main" id="{14F50E36-7B46-113B-F113-297273496495}"/>
              </a:ext>
            </a:extLst>
          </p:cNvPr>
          <p:cNvSpPr>
            <a:spLocks noGrp="1" noChangeArrowheads="1"/>
          </p:cNvSpPr>
          <p:nvPr>
            <p:ph type="title"/>
          </p:nvPr>
        </p:nvSpPr>
        <p:spPr>
          <a:xfrm>
            <a:off x="1443038" y="369888"/>
            <a:ext cx="12272962" cy="768350"/>
          </a:xfrm>
        </p:spPr>
        <p:txBody>
          <a:bodyPr/>
          <a:lstStyle/>
          <a:p>
            <a:pPr eaLnBrk="1" hangingPunct="1"/>
            <a:r>
              <a:rPr lang="en-US" dirty="0"/>
              <a:t>Synchronization Mechanism</a:t>
            </a:r>
          </a:p>
        </p:txBody>
      </p:sp>
      <p:sp>
        <p:nvSpPr>
          <p:cNvPr id="4" name="TextBox 3">
            <a:extLst>
              <a:ext uri="{FF2B5EF4-FFF2-40B4-BE49-F238E27FC236}">
                <a16:creationId xmlns:a16="http://schemas.microsoft.com/office/drawing/2014/main" id="{9B6269AC-0BFD-F855-48AA-7FC40A5D45AA}"/>
              </a:ext>
            </a:extLst>
          </p:cNvPr>
          <p:cNvSpPr txBox="1"/>
          <p:nvPr/>
        </p:nvSpPr>
        <p:spPr>
          <a:xfrm>
            <a:off x="4020741" y="1643656"/>
            <a:ext cx="5674518" cy="4893647"/>
          </a:xfrm>
          <a:prstGeom prst="rect">
            <a:avLst/>
          </a:prstGeom>
          <a:noFill/>
        </p:spPr>
        <p:txBody>
          <a:bodyPr wrap="square">
            <a:spAutoFit/>
          </a:bodyPr>
          <a:lstStyle/>
          <a:p>
            <a:pPr algn="ctr"/>
            <a:r>
              <a:rPr lang="en-US" sz="2400" b="1" dirty="0">
                <a:solidFill>
                  <a:srgbClr val="0070C0"/>
                </a:solidFill>
                <a:latin typeface="+mn-lt"/>
              </a:rPr>
              <a:t>The Lock Variable </a:t>
            </a:r>
          </a:p>
          <a:p>
            <a:pPr algn="ctr"/>
            <a:r>
              <a:rPr lang="en-US" sz="2400" dirty="0">
                <a:latin typeface="+mn-lt"/>
              </a:rPr>
              <a:t>Doesn't provide guarantee of mutual exclusion in some cases.</a:t>
            </a:r>
          </a:p>
          <a:p>
            <a:pPr algn="ctr"/>
            <a:endParaRPr lang="en-US" sz="2400" dirty="0">
              <a:latin typeface="+mn-lt"/>
            </a:endParaRPr>
          </a:p>
          <a:p>
            <a:pPr algn="ctr"/>
            <a:endParaRPr lang="en-US" sz="2400" dirty="0">
              <a:latin typeface="+mn-lt"/>
            </a:endParaRPr>
          </a:p>
          <a:p>
            <a:pPr algn="ctr"/>
            <a:endParaRPr lang="en-US" sz="2400" dirty="0">
              <a:latin typeface="+mn-lt"/>
            </a:endParaRPr>
          </a:p>
          <a:p>
            <a:pPr algn="ctr"/>
            <a:r>
              <a:rPr lang="en-US" sz="2400" b="1" dirty="0">
                <a:solidFill>
                  <a:srgbClr val="0070C0"/>
                </a:solidFill>
                <a:latin typeface="+mn-lt"/>
              </a:rPr>
              <a:t>Test And Set Instruction </a:t>
            </a:r>
          </a:p>
          <a:p>
            <a:pPr algn="ctr"/>
            <a:r>
              <a:rPr lang="en-US" sz="2400" dirty="0">
                <a:latin typeface="+mn-lt"/>
              </a:rPr>
              <a:t>May cause starvation that means it can not ensure bounded waiting.</a:t>
            </a:r>
          </a:p>
          <a:p>
            <a:pPr algn="ctr"/>
            <a:endParaRPr lang="en-US" sz="2400" dirty="0">
              <a:latin typeface="+mn-lt"/>
            </a:endParaRPr>
          </a:p>
          <a:p>
            <a:pPr algn="ctr"/>
            <a:endParaRPr lang="en-US" sz="2400" dirty="0">
              <a:latin typeface="+mn-lt"/>
            </a:endParaRPr>
          </a:p>
          <a:p>
            <a:pPr algn="ctr"/>
            <a:r>
              <a:rPr lang="en-US" sz="2400" b="1" dirty="0">
                <a:solidFill>
                  <a:srgbClr val="0070C0"/>
                </a:solidFill>
                <a:latin typeface="+mn-lt"/>
              </a:rPr>
              <a:t>Turn Variable &amp; Strict Alternation </a:t>
            </a:r>
          </a:p>
          <a:p>
            <a:pPr algn="ctr"/>
            <a:r>
              <a:rPr lang="en-US" sz="2400" dirty="0">
                <a:latin typeface="+mn-lt"/>
              </a:rPr>
              <a:t>Progress is not guaranteed.</a:t>
            </a:r>
            <a:endParaRPr lang="en-GB" sz="2400" dirty="0">
              <a:latin typeface="+mn-lt"/>
            </a:endParaRPr>
          </a:p>
        </p:txBody>
      </p:sp>
    </p:spTree>
    <p:extLst>
      <p:ext uri="{BB962C8B-B14F-4D97-AF65-F5344CB8AC3E}">
        <p14:creationId xmlns:p14="http://schemas.microsoft.com/office/powerpoint/2010/main" val="43655403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1BD2FE-0B41-2B42-4EB4-3938C2D29418}"/>
            </a:ext>
          </a:extLst>
        </p:cNvPr>
        <p:cNvGrpSpPr/>
        <p:nvPr/>
      </p:nvGrpSpPr>
      <p:grpSpPr>
        <a:xfrm>
          <a:off x="0" y="0"/>
          <a:ext cx="0" cy="0"/>
          <a:chOff x="0" y="0"/>
          <a:chExt cx="0" cy="0"/>
        </a:xfrm>
      </p:grpSpPr>
      <p:sp>
        <p:nvSpPr>
          <p:cNvPr id="12290" name="Rectangle 2">
            <a:extLst>
              <a:ext uri="{FF2B5EF4-FFF2-40B4-BE49-F238E27FC236}">
                <a16:creationId xmlns:a16="http://schemas.microsoft.com/office/drawing/2014/main" id="{E22AA718-44B5-2B27-8477-4B1925C281BA}"/>
              </a:ext>
            </a:extLst>
          </p:cNvPr>
          <p:cNvSpPr>
            <a:spLocks noGrp="1" noChangeArrowheads="1"/>
          </p:cNvSpPr>
          <p:nvPr>
            <p:ph type="title"/>
          </p:nvPr>
        </p:nvSpPr>
        <p:spPr>
          <a:xfrm>
            <a:off x="1042987" y="372943"/>
            <a:ext cx="12272962" cy="768350"/>
          </a:xfrm>
        </p:spPr>
        <p:txBody>
          <a:bodyPr/>
          <a:lstStyle/>
          <a:p>
            <a:pPr eaLnBrk="1" hangingPunct="1"/>
            <a:r>
              <a:rPr lang="en-US" dirty="0">
                <a:solidFill>
                  <a:srgbClr val="C00000"/>
                </a:solidFill>
              </a:rPr>
              <a:t>4. </a:t>
            </a:r>
            <a:r>
              <a:rPr lang="en-US" dirty="0"/>
              <a:t>Interested Variable</a:t>
            </a:r>
          </a:p>
        </p:txBody>
      </p:sp>
      <p:sp>
        <p:nvSpPr>
          <p:cNvPr id="4" name="TextBox 3">
            <a:extLst>
              <a:ext uri="{FF2B5EF4-FFF2-40B4-BE49-F238E27FC236}">
                <a16:creationId xmlns:a16="http://schemas.microsoft.com/office/drawing/2014/main" id="{2BF25C79-1487-1FC8-4543-72A873D206CA}"/>
              </a:ext>
            </a:extLst>
          </p:cNvPr>
          <p:cNvSpPr txBox="1"/>
          <p:nvPr/>
        </p:nvSpPr>
        <p:spPr>
          <a:xfrm>
            <a:off x="832246" y="1453156"/>
            <a:ext cx="12436077" cy="2308324"/>
          </a:xfrm>
          <a:prstGeom prst="rect">
            <a:avLst/>
          </a:prstGeom>
          <a:noFill/>
        </p:spPr>
        <p:txBody>
          <a:bodyPr wrap="square">
            <a:spAutoFit/>
          </a:bodyPr>
          <a:lstStyle/>
          <a:p>
            <a:pPr marL="342900" indent="-342900">
              <a:buFont typeface="Arial" panose="020B0604020202020204" pitchFamily="34" charset="0"/>
              <a:buChar char="•"/>
            </a:pPr>
            <a:r>
              <a:rPr lang="en-US" sz="2400" dirty="0">
                <a:latin typeface="+mn-lt"/>
              </a:rPr>
              <a:t>It uses an interest variable to provide the synchronization where interested variable is extra Boolean variable</a:t>
            </a:r>
          </a:p>
          <a:p>
            <a:pPr marL="342900" indent="-342900">
              <a:buFont typeface="Arial" panose="020B0604020202020204" pitchFamily="34" charset="0"/>
              <a:buChar char="•"/>
            </a:pPr>
            <a:r>
              <a:rPr lang="en-US" sz="2400" dirty="0">
                <a:latin typeface="+mn-lt"/>
              </a:rPr>
              <a:t>This solution is valid for only two processes.</a:t>
            </a:r>
          </a:p>
          <a:p>
            <a:pPr marL="342900" indent="-342900">
              <a:buFont typeface="Arial" panose="020B0604020202020204" pitchFamily="34" charset="0"/>
              <a:buChar char="•"/>
            </a:pPr>
            <a:r>
              <a:rPr lang="en-US" sz="2400" dirty="0">
                <a:latin typeface="+mn-lt"/>
              </a:rPr>
              <a:t>It is architectural neutral since it does not require any support from the operating system.</a:t>
            </a:r>
          </a:p>
          <a:p>
            <a:pPr marL="342900" indent="-342900">
              <a:buFont typeface="Arial" panose="020B0604020202020204" pitchFamily="34" charset="0"/>
              <a:buChar char="•"/>
            </a:pPr>
            <a:r>
              <a:rPr lang="en-US" sz="2400" dirty="0">
                <a:latin typeface="+mn-lt"/>
              </a:rPr>
              <a:t>It is a busy waiting solution</a:t>
            </a:r>
            <a:endParaRPr lang="en-GB" sz="2400" dirty="0">
              <a:latin typeface="+mn-lt"/>
            </a:endParaRPr>
          </a:p>
        </p:txBody>
      </p:sp>
      <p:graphicFrame>
        <p:nvGraphicFramePr>
          <p:cNvPr id="21" name="Table 20">
            <a:extLst>
              <a:ext uri="{FF2B5EF4-FFF2-40B4-BE49-F238E27FC236}">
                <a16:creationId xmlns:a16="http://schemas.microsoft.com/office/drawing/2014/main" id="{C35D74A4-F395-7CB1-0856-0058209F3437}"/>
              </a:ext>
            </a:extLst>
          </p:cNvPr>
          <p:cNvGraphicFramePr>
            <a:graphicFrameLocks noGrp="1"/>
          </p:cNvGraphicFramePr>
          <p:nvPr>
            <p:extLst>
              <p:ext uri="{D42A27DB-BD31-4B8C-83A1-F6EECF244321}">
                <p14:modId xmlns:p14="http://schemas.microsoft.com/office/powerpoint/2010/main" val="2884913741"/>
              </p:ext>
            </p:extLst>
          </p:nvPr>
        </p:nvGraphicFramePr>
        <p:xfrm>
          <a:off x="1471314" y="4572000"/>
          <a:ext cx="6072486" cy="2766822"/>
        </p:xfrm>
        <a:graphic>
          <a:graphicData uri="http://schemas.openxmlformats.org/drawingml/2006/table">
            <a:tbl>
              <a:tblPr firstRow="1" bandRow="1"/>
              <a:tblGrid>
                <a:gridCol w="6072486">
                  <a:extLst>
                    <a:ext uri="{9D8B030D-6E8A-4147-A177-3AD203B41FA5}">
                      <a16:colId xmlns:a16="http://schemas.microsoft.com/office/drawing/2014/main" val="518628889"/>
                    </a:ext>
                  </a:extLst>
                </a:gridCol>
              </a:tblGrid>
              <a:tr h="2438400">
                <a:tc>
                  <a:txBody>
                    <a:bodyPr/>
                    <a:lstStyle/>
                    <a:p>
                      <a:pPr>
                        <a:lnSpc>
                          <a:spcPct val="150000"/>
                        </a:lnSpc>
                      </a:pPr>
                      <a:r>
                        <a:rPr lang="en-US" sz="2400" b="1" dirty="0" err="1"/>
                        <a:t>Interested_Variable</a:t>
                      </a:r>
                      <a:r>
                        <a:rPr lang="en-US" sz="2400" b="1" dirty="0"/>
                        <a:t> [</a:t>
                      </a:r>
                      <a:r>
                        <a:rPr lang="en-US" sz="2400" b="1" dirty="0" err="1"/>
                        <a:t>i</a:t>
                      </a:r>
                      <a:r>
                        <a:rPr lang="en-US" sz="2400" b="1" dirty="0"/>
                        <a:t>] = T ; </a:t>
                      </a:r>
                    </a:p>
                    <a:p>
                      <a:pPr>
                        <a:lnSpc>
                          <a:spcPct val="150000"/>
                        </a:lnSpc>
                      </a:pPr>
                      <a:r>
                        <a:rPr lang="en-US" sz="2400" b="1" dirty="0"/>
                        <a:t>while (</a:t>
                      </a:r>
                      <a:r>
                        <a:rPr lang="en-US" sz="2400" b="1" dirty="0" err="1"/>
                        <a:t>Interested_Variable</a:t>
                      </a:r>
                      <a:r>
                        <a:rPr lang="en-US" sz="2400" b="1" dirty="0"/>
                        <a:t> [j] ==T);</a:t>
                      </a:r>
                    </a:p>
                    <a:p>
                      <a:pPr lvl="1">
                        <a:lnSpc>
                          <a:spcPct val="150000"/>
                        </a:lnSpc>
                      </a:pPr>
                      <a:r>
                        <a:rPr lang="en-US" sz="2400" b="1" dirty="0">
                          <a:solidFill>
                            <a:srgbClr val="C00000"/>
                          </a:solidFill>
                        </a:rPr>
                        <a:t>Critical Section</a:t>
                      </a:r>
                    </a:p>
                    <a:p>
                      <a:pPr>
                        <a:lnSpc>
                          <a:spcPct val="150000"/>
                        </a:lnSpc>
                      </a:pPr>
                      <a:r>
                        <a:rPr lang="en-US" sz="2400" b="1" dirty="0" err="1"/>
                        <a:t>Interested_Variable</a:t>
                      </a:r>
                      <a:r>
                        <a:rPr lang="en-US" sz="2400" b="1" dirty="0"/>
                        <a:t> [</a:t>
                      </a:r>
                      <a:r>
                        <a:rPr lang="en-US" sz="2400" b="1" dirty="0" err="1"/>
                        <a:t>i</a:t>
                      </a:r>
                      <a:r>
                        <a:rPr lang="en-US" sz="2400" b="1" dirty="0"/>
                        <a:t>] = F;</a:t>
                      </a:r>
                    </a:p>
                    <a:p>
                      <a:pPr>
                        <a:lnSpc>
                          <a:spcPct val="150000"/>
                        </a:lnSpc>
                      </a:pPr>
                      <a:r>
                        <a:rPr lang="en-US" sz="2400" b="1" dirty="0"/>
                        <a:t>Remainder Section</a:t>
                      </a:r>
                      <a:endParaRPr lang="en-GB" sz="2400" b="1" dirty="0"/>
                    </a:p>
                  </a:txBody>
                  <a:tcPr/>
                </a:tc>
                <a:extLst>
                  <a:ext uri="{0D108BD9-81ED-4DB2-BD59-A6C34878D82A}">
                    <a16:rowId xmlns:a16="http://schemas.microsoft.com/office/drawing/2014/main" val="2557368784"/>
                  </a:ext>
                </a:extLst>
              </a:tr>
            </a:tbl>
          </a:graphicData>
        </a:graphic>
      </p:graphicFrame>
    </p:spTree>
    <p:extLst>
      <p:ext uri="{BB962C8B-B14F-4D97-AF65-F5344CB8AC3E}">
        <p14:creationId xmlns:p14="http://schemas.microsoft.com/office/powerpoint/2010/main" val="386014114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883281-851E-FDE0-3919-EC4493EECBC7}"/>
            </a:ext>
          </a:extLst>
        </p:cNvPr>
        <p:cNvGrpSpPr/>
        <p:nvPr/>
      </p:nvGrpSpPr>
      <p:grpSpPr>
        <a:xfrm>
          <a:off x="0" y="0"/>
          <a:ext cx="0" cy="0"/>
          <a:chOff x="0" y="0"/>
          <a:chExt cx="0" cy="0"/>
        </a:xfrm>
      </p:grpSpPr>
      <p:sp>
        <p:nvSpPr>
          <p:cNvPr id="12290" name="Rectangle 2">
            <a:extLst>
              <a:ext uri="{FF2B5EF4-FFF2-40B4-BE49-F238E27FC236}">
                <a16:creationId xmlns:a16="http://schemas.microsoft.com/office/drawing/2014/main" id="{4EAA9CD7-42A8-17BB-F4F7-EBA413CC6206}"/>
              </a:ext>
            </a:extLst>
          </p:cNvPr>
          <p:cNvSpPr>
            <a:spLocks noGrp="1" noChangeArrowheads="1"/>
          </p:cNvSpPr>
          <p:nvPr>
            <p:ph type="title"/>
          </p:nvPr>
        </p:nvSpPr>
        <p:spPr>
          <a:xfrm>
            <a:off x="1042987" y="372943"/>
            <a:ext cx="12272962" cy="768350"/>
          </a:xfrm>
        </p:spPr>
        <p:txBody>
          <a:bodyPr/>
          <a:lstStyle/>
          <a:p>
            <a:pPr eaLnBrk="1" hangingPunct="1"/>
            <a:r>
              <a:rPr lang="en-US" dirty="0">
                <a:solidFill>
                  <a:srgbClr val="C00000"/>
                </a:solidFill>
              </a:rPr>
              <a:t>4. </a:t>
            </a:r>
            <a:r>
              <a:rPr lang="en-US" dirty="0"/>
              <a:t>Interested Variable</a:t>
            </a:r>
          </a:p>
        </p:txBody>
      </p:sp>
      <p:graphicFrame>
        <p:nvGraphicFramePr>
          <p:cNvPr id="21" name="Table 20">
            <a:extLst>
              <a:ext uri="{FF2B5EF4-FFF2-40B4-BE49-F238E27FC236}">
                <a16:creationId xmlns:a16="http://schemas.microsoft.com/office/drawing/2014/main" id="{7E1CEEBB-400D-4E4A-1AE8-FDE50C43311C}"/>
              </a:ext>
            </a:extLst>
          </p:cNvPr>
          <p:cNvGraphicFramePr>
            <a:graphicFrameLocks noGrp="1"/>
          </p:cNvGraphicFramePr>
          <p:nvPr>
            <p:extLst>
              <p:ext uri="{D42A27DB-BD31-4B8C-83A1-F6EECF244321}">
                <p14:modId xmlns:p14="http://schemas.microsoft.com/office/powerpoint/2010/main" val="2514377270"/>
              </p:ext>
            </p:extLst>
          </p:nvPr>
        </p:nvGraphicFramePr>
        <p:xfrm>
          <a:off x="840282" y="2118582"/>
          <a:ext cx="5560518" cy="2766822"/>
        </p:xfrm>
        <a:graphic>
          <a:graphicData uri="http://schemas.openxmlformats.org/drawingml/2006/table">
            <a:tbl>
              <a:tblPr firstRow="1" bandRow="1"/>
              <a:tblGrid>
                <a:gridCol w="5560518">
                  <a:extLst>
                    <a:ext uri="{9D8B030D-6E8A-4147-A177-3AD203B41FA5}">
                      <a16:colId xmlns:a16="http://schemas.microsoft.com/office/drawing/2014/main" val="518628889"/>
                    </a:ext>
                  </a:extLst>
                </a:gridCol>
              </a:tblGrid>
              <a:tr h="2438400">
                <a:tc>
                  <a:txBody>
                    <a:bodyPr/>
                    <a:lstStyle/>
                    <a:p>
                      <a:pPr>
                        <a:lnSpc>
                          <a:spcPct val="150000"/>
                        </a:lnSpc>
                      </a:pPr>
                      <a:r>
                        <a:rPr lang="en-US" sz="2400" b="1" dirty="0" err="1"/>
                        <a:t>Interested_Variable</a:t>
                      </a:r>
                      <a:r>
                        <a:rPr lang="en-US" sz="2400" b="1" dirty="0"/>
                        <a:t> [</a:t>
                      </a:r>
                      <a:r>
                        <a:rPr lang="en-US" sz="2400" b="1" dirty="0" err="1"/>
                        <a:t>i</a:t>
                      </a:r>
                      <a:r>
                        <a:rPr lang="en-US" sz="2400" b="1" dirty="0"/>
                        <a:t>] = T ; </a:t>
                      </a:r>
                    </a:p>
                    <a:p>
                      <a:pPr>
                        <a:lnSpc>
                          <a:spcPct val="150000"/>
                        </a:lnSpc>
                      </a:pPr>
                      <a:r>
                        <a:rPr lang="en-US" sz="2400" b="1" dirty="0"/>
                        <a:t>while (</a:t>
                      </a:r>
                      <a:r>
                        <a:rPr lang="en-US" sz="2400" b="1" dirty="0" err="1"/>
                        <a:t>Interested_Variable</a:t>
                      </a:r>
                      <a:r>
                        <a:rPr lang="en-US" sz="2400" b="1" dirty="0"/>
                        <a:t> [j] ==T);</a:t>
                      </a:r>
                    </a:p>
                    <a:p>
                      <a:pPr lvl="1">
                        <a:lnSpc>
                          <a:spcPct val="150000"/>
                        </a:lnSpc>
                      </a:pPr>
                      <a:r>
                        <a:rPr lang="en-US" sz="2400" b="1" dirty="0">
                          <a:solidFill>
                            <a:srgbClr val="C00000"/>
                          </a:solidFill>
                        </a:rPr>
                        <a:t>Critical Section</a:t>
                      </a:r>
                    </a:p>
                    <a:p>
                      <a:pPr>
                        <a:lnSpc>
                          <a:spcPct val="150000"/>
                        </a:lnSpc>
                      </a:pPr>
                      <a:r>
                        <a:rPr lang="en-US" sz="2400" b="1" dirty="0" err="1"/>
                        <a:t>Interested_Variable</a:t>
                      </a:r>
                      <a:r>
                        <a:rPr lang="en-US" sz="2400" b="1" dirty="0"/>
                        <a:t> [</a:t>
                      </a:r>
                      <a:r>
                        <a:rPr lang="en-US" sz="2400" b="1" dirty="0" err="1"/>
                        <a:t>i</a:t>
                      </a:r>
                      <a:r>
                        <a:rPr lang="en-US" sz="2400" b="1" dirty="0"/>
                        <a:t>] = F;</a:t>
                      </a:r>
                    </a:p>
                    <a:p>
                      <a:pPr>
                        <a:lnSpc>
                          <a:spcPct val="150000"/>
                        </a:lnSpc>
                      </a:pPr>
                      <a:r>
                        <a:rPr lang="en-US" sz="2400" b="1" dirty="0"/>
                        <a:t>Remainder Section</a:t>
                      </a:r>
                      <a:endParaRPr lang="en-GB" sz="2400" b="1" dirty="0"/>
                    </a:p>
                  </a:txBody>
                  <a:tcPr/>
                </a:tc>
                <a:extLst>
                  <a:ext uri="{0D108BD9-81ED-4DB2-BD59-A6C34878D82A}">
                    <a16:rowId xmlns:a16="http://schemas.microsoft.com/office/drawing/2014/main" val="2557368784"/>
                  </a:ext>
                </a:extLst>
              </a:tr>
            </a:tbl>
          </a:graphicData>
        </a:graphic>
      </p:graphicFrame>
      <p:sp>
        <p:nvSpPr>
          <p:cNvPr id="25" name="TextBox 24">
            <a:extLst>
              <a:ext uri="{FF2B5EF4-FFF2-40B4-BE49-F238E27FC236}">
                <a16:creationId xmlns:a16="http://schemas.microsoft.com/office/drawing/2014/main" id="{72C2D2AF-96F0-AE11-8A5A-D5101BFCD7B2}"/>
              </a:ext>
            </a:extLst>
          </p:cNvPr>
          <p:cNvSpPr txBox="1"/>
          <p:nvPr/>
        </p:nvSpPr>
        <p:spPr>
          <a:xfrm>
            <a:off x="9532144" y="5862693"/>
            <a:ext cx="3086100" cy="1685846"/>
          </a:xfrm>
          <a:prstGeom prst="rect">
            <a:avLst/>
          </a:prstGeom>
          <a:noFill/>
        </p:spPr>
        <p:txBody>
          <a:bodyPr wrap="square" rtlCol="0">
            <a:spAutoFit/>
          </a:bodyPr>
          <a:lstStyle/>
          <a:p>
            <a:pPr>
              <a:lnSpc>
                <a:spcPct val="150000"/>
              </a:lnSpc>
            </a:pPr>
            <a:r>
              <a:rPr lang="en-US" sz="2400" b="1" dirty="0">
                <a:latin typeface="+mn-lt"/>
              </a:rPr>
              <a:t>Mutual Exclusion</a:t>
            </a:r>
          </a:p>
          <a:p>
            <a:pPr>
              <a:lnSpc>
                <a:spcPct val="150000"/>
              </a:lnSpc>
            </a:pPr>
            <a:r>
              <a:rPr lang="en-US" sz="2400" b="1" dirty="0">
                <a:solidFill>
                  <a:srgbClr val="C00000"/>
                </a:solidFill>
                <a:latin typeface="+mn-lt"/>
              </a:rPr>
              <a:t>Progress</a:t>
            </a:r>
          </a:p>
          <a:p>
            <a:pPr>
              <a:lnSpc>
                <a:spcPct val="150000"/>
              </a:lnSpc>
            </a:pPr>
            <a:r>
              <a:rPr lang="en-US" sz="2400" b="1" dirty="0">
                <a:solidFill>
                  <a:srgbClr val="C00000"/>
                </a:solidFill>
                <a:latin typeface="+mn-lt"/>
              </a:rPr>
              <a:t>Bounded Waiting</a:t>
            </a:r>
            <a:endParaRPr lang="en-GB" sz="2400" b="1" dirty="0">
              <a:solidFill>
                <a:srgbClr val="C00000"/>
              </a:solidFill>
              <a:latin typeface="+mn-lt"/>
            </a:endParaRPr>
          </a:p>
        </p:txBody>
      </p:sp>
      <p:sp>
        <p:nvSpPr>
          <p:cNvPr id="26" name="TextBox 25">
            <a:extLst>
              <a:ext uri="{FF2B5EF4-FFF2-40B4-BE49-F238E27FC236}">
                <a16:creationId xmlns:a16="http://schemas.microsoft.com/office/drawing/2014/main" id="{89BA480D-F2D5-2873-8CB2-F46E0CC7C790}"/>
              </a:ext>
            </a:extLst>
          </p:cNvPr>
          <p:cNvSpPr txBox="1"/>
          <p:nvPr/>
        </p:nvSpPr>
        <p:spPr>
          <a:xfrm>
            <a:off x="12253912" y="5982341"/>
            <a:ext cx="1062037" cy="1446550"/>
          </a:xfrm>
          <a:prstGeom prst="rect">
            <a:avLst/>
          </a:prstGeom>
          <a:noFill/>
        </p:spPr>
        <p:txBody>
          <a:bodyPr wrap="square">
            <a:spAutoFit/>
          </a:bodyPr>
          <a:lstStyle/>
          <a:p>
            <a:r>
              <a:rPr lang="en-US" sz="8800" dirty="0">
                <a:solidFill>
                  <a:srgbClr val="C00000"/>
                </a:solidFill>
                <a:latin typeface="+mn-lt"/>
              </a:rPr>
              <a:t>?</a:t>
            </a:r>
            <a:endParaRPr lang="en-GB" sz="8800" dirty="0"/>
          </a:p>
        </p:txBody>
      </p:sp>
      <p:graphicFrame>
        <p:nvGraphicFramePr>
          <p:cNvPr id="2" name="Table 1">
            <a:extLst>
              <a:ext uri="{FF2B5EF4-FFF2-40B4-BE49-F238E27FC236}">
                <a16:creationId xmlns:a16="http://schemas.microsoft.com/office/drawing/2014/main" id="{1B566199-A06D-D65C-1062-56C81B04D2EC}"/>
              </a:ext>
            </a:extLst>
          </p:cNvPr>
          <p:cNvGraphicFramePr>
            <a:graphicFrameLocks noGrp="1"/>
          </p:cNvGraphicFramePr>
          <p:nvPr>
            <p:extLst>
              <p:ext uri="{D42A27DB-BD31-4B8C-83A1-F6EECF244321}">
                <p14:modId xmlns:p14="http://schemas.microsoft.com/office/powerpoint/2010/main" val="2684750284"/>
              </p:ext>
            </p:extLst>
          </p:nvPr>
        </p:nvGraphicFramePr>
        <p:xfrm>
          <a:off x="7179468" y="2118582"/>
          <a:ext cx="5560518" cy="2766822"/>
        </p:xfrm>
        <a:graphic>
          <a:graphicData uri="http://schemas.openxmlformats.org/drawingml/2006/table">
            <a:tbl>
              <a:tblPr firstRow="1" bandRow="1"/>
              <a:tblGrid>
                <a:gridCol w="5560518">
                  <a:extLst>
                    <a:ext uri="{9D8B030D-6E8A-4147-A177-3AD203B41FA5}">
                      <a16:colId xmlns:a16="http://schemas.microsoft.com/office/drawing/2014/main" val="518628889"/>
                    </a:ext>
                  </a:extLst>
                </a:gridCol>
              </a:tblGrid>
              <a:tr h="2438400">
                <a:tc>
                  <a:txBody>
                    <a:bodyPr/>
                    <a:lstStyle/>
                    <a:p>
                      <a:pPr>
                        <a:lnSpc>
                          <a:spcPct val="150000"/>
                        </a:lnSpc>
                      </a:pPr>
                      <a:r>
                        <a:rPr lang="en-US" sz="2400" b="1" dirty="0" err="1"/>
                        <a:t>Interested_Variable</a:t>
                      </a:r>
                      <a:r>
                        <a:rPr lang="en-US" sz="2400" b="1" dirty="0"/>
                        <a:t> [</a:t>
                      </a:r>
                      <a:r>
                        <a:rPr lang="en-US" sz="2400" b="1" dirty="0" err="1"/>
                        <a:t>i</a:t>
                      </a:r>
                      <a:r>
                        <a:rPr lang="en-US" sz="2400" b="1" dirty="0"/>
                        <a:t>] = T ; </a:t>
                      </a:r>
                    </a:p>
                    <a:p>
                      <a:pPr>
                        <a:lnSpc>
                          <a:spcPct val="150000"/>
                        </a:lnSpc>
                      </a:pPr>
                      <a:r>
                        <a:rPr lang="en-US" sz="2400" b="1" dirty="0"/>
                        <a:t>while (</a:t>
                      </a:r>
                      <a:r>
                        <a:rPr lang="en-US" sz="2400" b="1" dirty="0" err="1"/>
                        <a:t>Interested_Variable</a:t>
                      </a:r>
                      <a:r>
                        <a:rPr lang="en-US" sz="2400" b="1" dirty="0"/>
                        <a:t> [j] ==T);</a:t>
                      </a:r>
                    </a:p>
                    <a:p>
                      <a:pPr lvl="1">
                        <a:lnSpc>
                          <a:spcPct val="150000"/>
                        </a:lnSpc>
                      </a:pPr>
                      <a:r>
                        <a:rPr lang="en-US" sz="2400" b="1" dirty="0">
                          <a:solidFill>
                            <a:srgbClr val="C00000"/>
                          </a:solidFill>
                        </a:rPr>
                        <a:t>Critical Section</a:t>
                      </a:r>
                    </a:p>
                    <a:p>
                      <a:pPr>
                        <a:lnSpc>
                          <a:spcPct val="150000"/>
                        </a:lnSpc>
                      </a:pPr>
                      <a:r>
                        <a:rPr lang="en-US" sz="2400" b="1" dirty="0" err="1"/>
                        <a:t>Interested_Variable</a:t>
                      </a:r>
                      <a:r>
                        <a:rPr lang="en-US" sz="2400" b="1" dirty="0"/>
                        <a:t> [</a:t>
                      </a:r>
                      <a:r>
                        <a:rPr lang="en-US" sz="2400" b="1" dirty="0" err="1"/>
                        <a:t>i</a:t>
                      </a:r>
                      <a:r>
                        <a:rPr lang="en-US" sz="2400" b="1" dirty="0"/>
                        <a:t>] = F;</a:t>
                      </a:r>
                    </a:p>
                    <a:p>
                      <a:pPr>
                        <a:lnSpc>
                          <a:spcPct val="150000"/>
                        </a:lnSpc>
                      </a:pPr>
                      <a:r>
                        <a:rPr lang="en-US" sz="2400" b="1" dirty="0"/>
                        <a:t>Remainder Section</a:t>
                      </a:r>
                      <a:endParaRPr lang="en-GB" sz="2400" b="1" dirty="0"/>
                    </a:p>
                  </a:txBody>
                  <a:tcPr/>
                </a:tc>
                <a:extLst>
                  <a:ext uri="{0D108BD9-81ED-4DB2-BD59-A6C34878D82A}">
                    <a16:rowId xmlns:a16="http://schemas.microsoft.com/office/drawing/2014/main" val="2557368784"/>
                  </a:ext>
                </a:extLst>
              </a:tr>
            </a:tbl>
          </a:graphicData>
        </a:graphic>
      </p:graphicFrame>
      <p:sp>
        <p:nvSpPr>
          <p:cNvPr id="3" name="TextBox 2">
            <a:extLst>
              <a:ext uri="{FF2B5EF4-FFF2-40B4-BE49-F238E27FC236}">
                <a16:creationId xmlns:a16="http://schemas.microsoft.com/office/drawing/2014/main" id="{AFFFD87F-70E8-A5FD-C42E-52BF42CF8EC4}"/>
              </a:ext>
            </a:extLst>
          </p:cNvPr>
          <p:cNvSpPr txBox="1"/>
          <p:nvPr/>
        </p:nvSpPr>
        <p:spPr>
          <a:xfrm>
            <a:off x="2247902" y="1537878"/>
            <a:ext cx="1757362" cy="461665"/>
          </a:xfrm>
          <a:prstGeom prst="rect">
            <a:avLst/>
          </a:prstGeom>
          <a:noFill/>
        </p:spPr>
        <p:txBody>
          <a:bodyPr wrap="square">
            <a:spAutoFit/>
          </a:bodyPr>
          <a:lstStyle/>
          <a:p>
            <a:pPr algn="ctr"/>
            <a:r>
              <a:rPr lang="en-US" sz="2400" b="1" dirty="0"/>
              <a:t>P</a:t>
            </a:r>
            <a:endParaRPr lang="en-GB" sz="2400" b="1" dirty="0"/>
          </a:p>
        </p:txBody>
      </p:sp>
      <p:sp>
        <p:nvSpPr>
          <p:cNvPr id="5" name="TextBox 4">
            <a:extLst>
              <a:ext uri="{FF2B5EF4-FFF2-40B4-BE49-F238E27FC236}">
                <a16:creationId xmlns:a16="http://schemas.microsoft.com/office/drawing/2014/main" id="{9CE746FE-923C-8D79-F63E-DD9844EB5B18}"/>
              </a:ext>
            </a:extLst>
          </p:cNvPr>
          <p:cNvSpPr txBox="1"/>
          <p:nvPr/>
        </p:nvSpPr>
        <p:spPr>
          <a:xfrm>
            <a:off x="9081046" y="1537879"/>
            <a:ext cx="1757362" cy="461665"/>
          </a:xfrm>
          <a:prstGeom prst="rect">
            <a:avLst/>
          </a:prstGeom>
          <a:noFill/>
        </p:spPr>
        <p:txBody>
          <a:bodyPr wrap="square">
            <a:spAutoFit/>
          </a:bodyPr>
          <a:lstStyle/>
          <a:p>
            <a:pPr algn="ctr"/>
            <a:r>
              <a:rPr lang="en-US" sz="2400" b="1" dirty="0"/>
              <a:t>P</a:t>
            </a:r>
            <a:endParaRPr lang="en-GB" sz="2400" b="1" dirty="0"/>
          </a:p>
        </p:txBody>
      </p:sp>
      <p:sp>
        <p:nvSpPr>
          <p:cNvPr id="7" name="TextBox 6">
            <a:extLst>
              <a:ext uri="{FF2B5EF4-FFF2-40B4-BE49-F238E27FC236}">
                <a16:creationId xmlns:a16="http://schemas.microsoft.com/office/drawing/2014/main" id="{17895BF3-A981-5D4B-B457-BFDFE10F7BEC}"/>
              </a:ext>
            </a:extLst>
          </p:cNvPr>
          <p:cNvSpPr txBox="1"/>
          <p:nvPr/>
        </p:nvSpPr>
        <p:spPr>
          <a:xfrm>
            <a:off x="604838" y="5982341"/>
            <a:ext cx="3086100" cy="461665"/>
          </a:xfrm>
          <a:prstGeom prst="rect">
            <a:avLst/>
          </a:prstGeom>
          <a:noFill/>
        </p:spPr>
        <p:txBody>
          <a:bodyPr wrap="square">
            <a:spAutoFit/>
          </a:bodyPr>
          <a:lstStyle/>
          <a:p>
            <a:r>
              <a:rPr lang="en-US" sz="2400" b="1" dirty="0" err="1">
                <a:latin typeface="+mn-lt"/>
              </a:rPr>
              <a:t>Interested_Variable</a:t>
            </a:r>
            <a:r>
              <a:rPr lang="en-US" sz="2400" b="1" dirty="0">
                <a:latin typeface="+mn-lt"/>
              </a:rPr>
              <a:t> </a:t>
            </a:r>
            <a:endParaRPr lang="en-GB" sz="2400" dirty="0">
              <a:latin typeface="+mn-lt"/>
            </a:endParaRPr>
          </a:p>
        </p:txBody>
      </p:sp>
      <p:graphicFrame>
        <p:nvGraphicFramePr>
          <p:cNvPr id="8" name="Table 7">
            <a:extLst>
              <a:ext uri="{FF2B5EF4-FFF2-40B4-BE49-F238E27FC236}">
                <a16:creationId xmlns:a16="http://schemas.microsoft.com/office/drawing/2014/main" id="{81E4058A-5416-62B7-2D69-6A857B78D0B7}"/>
              </a:ext>
            </a:extLst>
          </p:cNvPr>
          <p:cNvGraphicFramePr>
            <a:graphicFrameLocks noGrp="1"/>
          </p:cNvGraphicFramePr>
          <p:nvPr>
            <p:extLst>
              <p:ext uri="{D42A27DB-BD31-4B8C-83A1-F6EECF244321}">
                <p14:modId xmlns:p14="http://schemas.microsoft.com/office/powerpoint/2010/main" val="2226269149"/>
              </p:ext>
            </p:extLst>
          </p:nvPr>
        </p:nvGraphicFramePr>
        <p:xfrm>
          <a:off x="3620541" y="5982341"/>
          <a:ext cx="2342110" cy="487680"/>
        </p:xfrm>
        <a:graphic>
          <a:graphicData uri="http://schemas.openxmlformats.org/drawingml/2006/table">
            <a:tbl>
              <a:tblPr firstRow="1" bandRow="1"/>
              <a:tblGrid>
                <a:gridCol w="1171055">
                  <a:extLst>
                    <a:ext uri="{9D8B030D-6E8A-4147-A177-3AD203B41FA5}">
                      <a16:colId xmlns:a16="http://schemas.microsoft.com/office/drawing/2014/main" val="2888608665"/>
                    </a:ext>
                  </a:extLst>
                </a:gridCol>
                <a:gridCol w="1171055">
                  <a:extLst>
                    <a:ext uri="{9D8B030D-6E8A-4147-A177-3AD203B41FA5}">
                      <a16:colId xmlns:a16="http://schemas.microsoft.com/office/drawing/2014/main" val="330599618"/>
                    </a:ext>
                  </a:extLst>
                </a:gridCol>
              </a:tblGrid>
              <a:tr h="370840">
                <a:tc>
                  <a:txBody>
                    <a:bodyPr/>
                    <a:lstStyle/>
                    <a:p>
                      <a:endParaRPr lang="en-GB"/>
                    </a:p>
                  </a:txBody>
                  <a:tcPr/>
                </a:tc>
                <a:tc>
                  <a:txBody>
                    <a:bodyPr/>
                    <a:lstStyle/>
                    <a:p>
                      <a:endParaRPr lang="en-GB" dirty="0"/>
                    </a:p>
                  </a:txBody>
                  <a:tcPr/>
                </a:tc>
                <a:extLst>
                  <a:ext uri="{0D108BD9-81ED-4DB2-BD59-A6C34878D82A}">
                    <a16:rowId xmlns:a16="http://schemas.microsoft.com/office/drawing/2014/main" val="2462103332"/>
                  </a:ext>
                </a:extLst>
              </a:tr>
            </a:tbl>
          </a:graphicData>
        </a:graphic>
      </p:graphicFrame>
      <p:sp>
        <p:nvSpPr>
          <p:cNvPr id="9" name="TextBox 8">
            <a:extLst>
              <a:ext uri="{FF2B5EF4-FFF2-40B4-BE49-F238E27FC236}">
                <a16:creationId xmlns:a16="http://schemas.microsoft.com/office/drawing/2014/main" id="{2D6BA97C-9203-FED0-40AB-9FCB92B0D197}"/>
              </a:ext>
            </a:extLst>
          </p:cNvPr>
          <p:cNvSpPr txBox="1"/>
          <p:nvPr/>
        </p:nvSpPr>
        <p:spPr>
          <a:xfrm>
            <a:off x="3126583" y="5401027"/>
            <a:ext cx="1757362" cy="461665"/>
          </a:xfrm>
          <a:prstGeom prst="rect">
            <a:avLst/>
          </a:prstGeom>
          <a:noFill/>
        </p:spPr>
        <p:txBody>
          <a:bodyPr wrap="square">
            <a:spAutoFit/>
          </a:bodyPr>
          <a:lstStyle/>
          <a:p>
            <a:pPr algn="ctr"/>
            <a:r>
              <a:rPr lang="en-US" sz="2400" b="1" dirty="0"/>
              <a:t>P</a:t>
            </a:r>
            <a:endParaRPr lang="en-GB" sz="2400" b="1" dirty="0"/>
          </a:p>
        </p:txBody>
      </p:sp>
      <p:sp>
        <p:nvSpPr>
          <p:cNvPr id="10" name="TextBox 9">
            <a:extLst>
              <a:ext uri="{FF2B5EF4-FFF2-40B4-BE49-F238E27FC236}">
                <a16:creationId xmlns:a16="http://schemas.microsoft.com/office/drawing/2014/main" id="{030E7A01-D548-572E-0847-8064BF35034A}"/>
              </a:ext>
            </a:extLst>
          </p:cNvPr>
          <p:cNvSpPr txBox="1"/>
          <p:nvPr/>
        </p:nvSpPr>
        <p:spPr>
          <a:xfrm>
            <a:off x="4354117" y="5401026"/>
            <a:ext cx="1757362" cy="461665"/>
          </a:xfrm>
          <a:prstGeom prst="rect">
            <a:avLst/>
          </a:prstGeom>
          <a:noFill/>
        </p:spPr>
        <p:txBody>
          <a:bodyPr wrap="square">
            <a:spAutoFit/>
          </a:bodyPr>
          <a:lstStyle/>
          <a:p>
            <a:pPr algn="ctr"/>
            <a:r>
              <a:rPr lang="en-US" sz="2400" b="1" dirty="0"/>
              <a:t>P</a:t>
            </a:r>
            <a:endParaRPr lang="en-GB" sz="2400" b="1" dirty="0"/>
          </a:p>
        </p:txBody>
      </p:sp>
    </p:spTree>
    <p:extLst>
      <p:ext uri="{BB962C8B-B14F-4D97-AF65-F5344CB8AC3E}">
        <p14:creationId xmlns:p14="http://schemas.microsoft.com/office/powerpoint/2010/main" val="251373393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60951D-F07F-7A65-BD9C-5AB3AD6E79BF}"/>
            </a:ext>
          </a:extLst>
        </p:cNvPr>
        <p:cNvGrpSpPr/>
        <p:nvPr/>
      </p:nvGrpSpPr>
      <p:grpSpPr>
        <a:xfrm>
          <a:off x="0" y="0"/>
          <a:ext cx="0" cy="0"/>
          <a:chOff x="0" y="0"/>
          <a:chExt cx="0" cy="0"/>
        </a:xfrm>
      </p:grpSpPr>
      <p:sp>
        <p:nvSpPr>
          <p:cNvPr id="12290" name="Rectangle 2">
            <a:extLst>
              <a:ext uri="{FF2B5EF4-FFF2-40B4-BE49-F238E27FC236}">
                <a16:creationId xmlns:a16="http://schemas.microsoft.com/office/drawing/2014/main" id="{FD37B2CA-7BD9-0089-BE80-586A53FB495D}"/>
              </a:ext>
            </a:extLst>
          </p:cNvPr>
          <p:cNvSpPr>
            <a:spLocks noGrp="1" noChangeArrowheads="1"/>
          </p:cNvSpPr>
          <p:nvPr>
            <p:ph type="title"/>
          </p:nvPr>
        </p:nvSpPr>
        <p:spPr>
          <a:xfrm>
            <a:off x="1443038" y="369888"/>
            <a:ext cx="12272962" cy="768350"/>
          </a:xfrm>
        </p:spPr>
        <p:txBody>
          <a:bodyPr/>
          <a:lstStyle/>
          <a:p>
            <a:pPr eaLnBrk="1" hangingPunct="1"/>
            <a:r>
              <a:rPr lang="en-US" dirty="0"/>
              <a:t>Synchronization Mechanism</a:t>
            </a:r>
          </a:p>
        </p:txBody>
      </p:sp>
      <p:sp>
        <p:nvSpPr>
          <p:cNvPr id="4" name="TextBox 3">
            <a:extLst>
              <a:ext uri="{FF2B5EF4-FFF2-40B4-BE49-F238E27FC236}">
                <a16:creationId xmlns:a16="http://schemas.microsoft.com/office/drawing/2014/main" id="{76A7AC97-451E-66EA-B336-F0BEAAA09B8F}"/>
              </a:ext>
            </a:extLst>
          </p:cNvPr>
          <p:cNvSpPr txBox="1"/>
          <p:nvPr/>
        </p:nvSpPr>
        <p:spPr>
          <a:xfrm>
            <a:off x="4020741" y="1643656"/>
            <a:ext cx="5674518" cy="6370975"/>
          </a:xfrm>
          <a:prstGeom prst="rect">
            <a:avLst/>
          </a:prstGeom>
          <a:noFill/>
        </p:spPr>
        <p:txBody>
          <a:bodyPr wrap="square">
            <a:spAutoFit/>
          </a:bodyPr>
          <a:lstStyle/>
          <a:p>
            <a:pPr algn="ctr"/>
            <a:r>
              <a:rPr lang="en-US" sz="2400" b="1" dirty="0">
                <a:solidFill>
                  <a:srgbClr val="0070C0"/>
                </a:solidFill>
                <a:latin typeface="+mn-lt"/>
              </a:rPr>
              <a:t>The Lock Variable </a:t>
            </a:r>
          </a:p>
          <a:p>
            <a:pPr algn="ctr"/>
            <a:r>
              <a:rPr lang="en-US" sz="2400" dirty="0">
                <a:latin typeface="+mn-lt"/>
              </a:rPr>
              <a:t>Doesn't provide guarantee of mutual exclusion in some cases.</a:t>
            </a:r>
          </a:p>
          <a:p>
            <a:pPr algn="ctr"/>
            <a:endParaRPr lang="en-US" sz="2400" dirty="0">
              <a:latin typeface="+mn-lt"/>
            </a:endParaRPr>
          </a:p>
          <a:p>
            <a:pPr algn="ctr"/>
            <a:endParaRPr lang="en-US" sz="2400" dirty="0">
              <a:latin typeface="+mn-lt"/>
            </a:endParaRPr>
          </a:p>
          <a:p>
            <a:pPr algn="ctr"/>
            <a:r>
              <a:rPr lang="en-US" sz="2400" b="1" dirty="0">
                <a:solidFill>
                  <a:srgbClr val="0070C0"/>
                </a:solidFill>
                <a:latin typeface="+mn-lt"/>
              </a:rPr>
              <a:t>Test And Set Instruction </a:t>
            </a:r>
          </a:p>
          <a:p>
            <a:pPr algn="ctr"/>
            <a:r>
              <a:rPr lang="en-US" sz="2400" dirty="0">
                <a:latin typeface="+mn-lt"/>
              </a:rPr>
              <a:t>May cause starvation that means it can not ensure bounded waiting.</a:t>
            </a:r>
          </a:p>
          <a:p>
            <a:pPr algn="ctr"/>
            <a:endParaRPr lang="en-US" sz="2400" dirty="0">
              <a:latin typeface="+mn-lt"/>
            </a:endParaRPr>
          </a:p>
          <a:p>
            <a:pPr algn="ctr"/>
            <a:endParaRPr lang="en-US" sz="2400" dirty="0">
              <a:latin typeface="+mn-lt"/>
            </a:endParaRPr>
          </a:p>
          <a:p>
            <a:pPr algn="ctr"/>
            <a:r>
              <a:rPr lang="en-US" sz="2400" b="1" dirty="0">
                <a:solidFill>
                  <a:srgbClr val="0070C0"/>
                </a:solidFill>
                <a:latin typeface="+mn-lt"/>
              </a:rPr>
              <a:t>Turn Variable &amp; Strict Alternation </a:t>
            </a:r>
          </a:p>
          <a:p>
            <a:pPr algn="ctr"/>
            <a:r>
              <a:rPr lang="en-US" sz="2400" dirty="0">
                <a:latin typeface="+mn-lt"/>
              </a:rPr>
              <a:t>Progress is not guaranteed.</a:t>
            </a:r>
          </a:p>
          <a:p>
            <a:pPr algn="ctr"/>
            <a:endParaRPr lang="en-US" sz="2400" dirty="0">
              <a:latin typeface="+mn-lt"/>
            </a:endParaRPr>
          </a:p>
          <a:p>
            <a:pPr algn="ctr"/>
            <a:endParaRPr lang="en-US" sz="2400" dirty="0">
              <a:latin typeface="+mn-lt"/>
            </a:endParaRPr>
          </a:p>
          <a:p>
            <a:pPr algn="ctr"/>
            <a:r>
              <a:rPr lang="en-US" sz="2400" b="1" dirty="0">
                <a:solidFill>
                  <a:srgbClr val="0070C0"/>
                </a:solidFill>
                <a:latin typeface="+mn-lt"/>
              </a:rPr>
              <a:t>Interested Variable </a:t>
            </a:r>
          </a:p>
          <a:p>
            <a:pPr algn="ctr"/>
            <a:r>
              <a:rPr lang="en-US" sz="2400" dirty="0">
                <a:latin typeface="+mn-lt"/>
              </a:rPr>
              <a:t>It can suffers from deadlock.</a:t>
            </a:r>
          </a:p>
          <a:p>
            <a:pPr algn="ctr"/>
            <a:endParaRPr lang="en-GB" sz="2400" dirty="0">
              <a:latin typeface="+mn-lt"/>
            </a:endParaRPr>
          </a:p>
        </p:txBody>
      </p:sp>
    </p:spTree>
    <p:extLst>
      <p:ext uri="{BB962C8B-B14F-4D97-AF65-F5344CB8AC3E}">
        <p14:creationId xmlns:p14="http://schemas.microsoft.com/office/powerpoint/2010/main" val="383680942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222286-8360-434E-DB79-26951398E2C4}"/>
            </a:ext>
          </a:extLst>
        </p:cNvPr>
        <p:cNvGrpSpPr/>
        <p:nvPr/>
      </p:nvGrpSpPr>
      <p:grpSpPr>
        <a:xfrm>
          <a:off x="0" y="0"/>
          <a:ext cx="0" cy="0"/>
          <a:chOff x="0" y="0"/>
          <a:chExt cx="0" cy="0"/>
        </a:xfrm>
      </p:grpSpPr>
      <p:sp>
        <p:nvSpPr>
          <p:cNvPr id="12290" name="Rectangle 2">
            <a:extLst>
              <a:ext uri="{FF2B5EF4-FFF2-40B4-BE49-F238E27FC236}">
                <a16:creationId xmlns:a16="http://schemas.microsoft.com/office/drawing/2014/main" id="{3DE2888E-3A11-0C7F-2F9B-F38C0A6777D8}"/>
              </a:ext>
            </a:extLst>
          </p:cNvPr>
          <p:cNvSpPr>
            <a:spLocks noGrp="1" noChangeArrowheads="1"/>
          </p:cNvSpPr>
          <p:nvPr>
            <p:ph type="title"/>
          </p:nvPr>
        </p:nvSpPr>
        <p:spPr>
          <a:xfrm>
            <a:off x="1042987" y="372943"/>
            <a:ext cx="12272962" cy="768350"/>
          </a:xfrm>
        </p:spPr>
        <p:txBody>
          <a:bodyPr/>
          <a:lstStyle/>
          <a:p>
            <a:pPr eaLnBrk="1" hangingPunct="1"/>
            <a:r>
              <a:rPr lang="en-US" dirty="0">
                <a:solidFill>
                  <a:srgbClr val="C00000"/>
                </a:solidFill>
              </a:rPr>
              <a:t>5. </a:t>
            </a:r>
            <a:r>
              <a:rPr lang="en-US" dirty="0"/>
              <a:t>Peterson’s Solution</a:t>
            </a:r>
          </a:p>
        </p:txBody>
      </p:sp>
      <p:sp>
        <p:nvSpPr>
          <p:cNvPr id="4" name="TextBox 3">
            <a:extLst>
              <a:ext uri="{FF2B5EF4-FFF2-40B4-BE49-F238E27FC236}">
                <a16:creationId xmlns:a16="http://schemas.microsoft.com/office/drawing/2014/main" id="{D009B5AC-03EB-533E-2C19-DAF98DDAA0FA}"/>
              </a:ext>
            </a:extLst>
          </p:cNvPr>
          <p:cNvSpPr txBox="1"/>
          <p:nvPr/>
        </p:nvSpPr>
        <p:spPr>
          <a:xfrm>
            <a:off x="832246" y="1453156"/>
            <a:ext cx="12436077" cy="1569660"/>
          </a:xfrm>
          <a:prstGeom prst="rect">
            <a:avLst/>
          </a:prstGeom>
          <a:noFill/>
        </p:spPr>
        <p:txBody>
          <a:bodyPr wrap="square">
            <a:spAutoFit/>
          </a:bodyPr>
          <a:lstStyle/>
          <a:p>
            <a:pPr marL="342900" indent="-342900">
              <a:buFont typeface="Arial" panose="020B0604020202020204" pitchFamily="34" charset="0"/>
              <a:buChar char="•"/>
            </a:pPr>
            <a:r>
              <a:rPr lang="en-US" sz="2400" dirty="0">
                <a:latin typeface="+mn-lt"/>
              </a:rPr>
              <a:t>Peterson's Solution is a classical software based solution to the critical section problem.</a:t>
            </a:r>
          </a:p>
          <a:p>
            <a:pPr marL="342900" indent="-342900">
              <a:buFont typeface="Arial" panose="020B0604020202020204" pitchFamily="34" charset="0"/>
              <a:buChar char="•"/>
            </a:pPr>
            <a:r>
              <a:rPr lang="en-US" sz="2400" dirty="0">
                <a:latin typeface="+mn-lt"/>
              </a:rPr>
              <a:t>It does not require any special hardware</a:t>
            </a:r>
          </a:p>
          <a:p>
            <a:pPr marL="342900" indent="-342900">
              <a:buFont typeface="Arial" panose="020B0604020202020204" pitchFamily="34" charset="0"/>
              <a:buChar char="•"/>
            </a:pPr>
            <a:r>
              <a:rPr lang="en-US" sz="2400" dirty="0">
                <a:latin typeface="+mn-lt"/>
              </a:rPr>
              <a:t>This solution is valid for only two processes.</a:t>
            </a:r>
          </a:p>
          <a:p>
            <a:pPr marL="342900" indent="-342900">
              <a:buFont typeface="Arial" panose="020B0604020202020204" pitchFamily="34" charset="0"/>
              <a:buChar char="•"/>
            </a:pPr>
            <a:r>
              <a:rPr lang="en-US" sz="2400" dirty="0">
                <a:latin typeface="+mn-lt"/>
              </a:rPr>
              <a:t>Its a busy waiting solution</a:t>
            </a:r>
            <a:endParaRPr lang="en-GB" sz="2400" dirty="0">
              <a:latin typeface="+mn-lt"/>
            </a:endParaRPr>
          </a:p>
        </p:txBody>
      </p:sp>
      <p:graphicFrame>
        <p:nvGraphicFramePr>
          <p:cNvPr id="21" name="Table 20">
            <a:extLst>
              <a:ext uri="{FF2B5EF4-FFF2-40B4-BE49-F238E27FC236}">
                <a16:creationId xmlns:a16="http://schemas.microsoft.com/office/drawing/2014/main" id="{A19B95DB-6E12-B545-4A8D-A2EE6EA79FA0}"/>
              </a:ext>
            </a:extLst>
          </p:cNvPr>
          <p:cNvGraphicFramePr>
            <a:graphicFrameLocks noGrp="1"/>
          </p:cNvGraphicFramePr>
          <p:nvPr>
            <p:extLst>
              <p:ext uri="{D42A27DB-BD31-4B8C-83A1-F6EECF244321}">
                <p14:modId xmlns:p14="http://schemas.microsoft.com/office/powerpoint/2010/main" val="2618455481"/>
              </p:ext>
            </p:extLst>
          </p:nvPr>
        </p:nvGraphicFramePr>
        <p:xfrm>
          <a:off x="832246" y="3578043"/>
          <a:ext cx="6711554" cy="4412742"/>
        </p:xfrm>
        <a:graphic>
          <a:graphicData uri="http://schemas.openxmlformats.org/drawingml/2006/table">
            <a:tbl>
              <a:tblPr firstRow="1" bandRow="1"/>
              <a:tblGrid>
                <a:gridCol w="6711554">
                  <a:extLst>
                    <a:ext uri="{9D8B030D-6E8A-4147-A177-3AD203B41FA5}">
                      <a16:colId xmlns:a16="http://schemas.microsoft.com/office/drawing/2014/main" val="518628889"/>
                    </a:ext>
                  </a:extLst>
                </a:gridCol>
              </a:tblGrid>
              <a:tr h="2438400">
                <a:tc>
                  <a:txBody>
                    <a:bodyPr/>
                    <a:lstStyle/>
                    <a:p>
                      <a:pPr>
                        <a:lnSpc>
                          <a:spcPct val="150000"/>
                        </a:lnSpc>
                      </a:pPr>
                      <a:r>
                        <a:rPr lang="en-US" sz="2400" b="1" dirty="0"/>
                        <a:t>	do { </a:t>
                      </a:r>
                    </a:p>
                    <a:p>
                      <a:pPr>
                        <a:lnSpc>
                          <a:spcPct val="150000"/>
                        </a:lnSpc>
                      </a:pPr>
                      <a:r>
                        <a:rPr lang="en-US" sz="2400" b="1" dirty="0"/>
                        <a:t>		flag[</a:t>
                      </a:r>
                      <a:r>
                        <a:rPr lang="en-US" sz="2400" b="1" dirty="0" err="1"/>
                        <a:t>i</a:t>
                      </a:r>
                      <a:r>
                        <a:rPr lang="en-US" sz="2400" b="1" dirty="0"/>
                        <a:t>] = TRUE; </a:t>
                      </a:r>
                    </a:p>
                    <a:p>
                      <a:pPr>
                        <a:lnSpc>
                          <a:spcPct val="150000"/>
                        </a:lnSpc>
                      </a:pPr>
                      <a:r>
                        <a:rPr lang="en-US" sz="2400" b="1" dirty="0"/>
                        <a:t>		turn = j; </a:t>
                      </a:r>
                    </a:p>
                    <a:p>
                      <a:pPr>
                        <a:lnSpc>
                          <a:spcPct val="150000"/>
                        </a:lnSpc>
                      </a:pPr>
                      <a:r>
                        <a:rPr lang="en-US" sz="2400" b="1" dirty="0"/>
                        <a:t>		while (flag[j ]== true &amp;&amp; turn == j); </a:t>
                      </a:r>
                    </a:p>
                    <a:p>
                      <a:pPr>
                        <a:lnSpc>
                          <a:spcPct val="150000"/>
                        </a:lnSpc>
                      </a:pPr>
                      <a:r>
                        <a:rPr lang="en-US" sz="2400" b="1" dirty="0"/>
                        <a:t>			</a:t>
                      </a:r>
                      <a:r>
                        <a:rPr lang="en-US" sz="2400" b="1" dirty="0">
                          <a:solidFill>
                            <a:srgbClr val="C00000"/>
                          </a:solidFill>
                        </a:rPr>
                        <a:t>critical section </a:t>
                      </a:r>
                    </a:p>
                    <a:p>
                      <a:pPr>
                        <a:lnSpc>
                          <a:spcPct val="150000"/>
                        </a:lnSpc>
                      </a:pPr>
                      <a:r>
                        <a:rPr lang="en-US" sz="2400" b="1" dirty="0"/>
                        <a:t>		flag[</a:t>
                      </a:r>
                      <a:r>
                        <a:rPr lang="en-US" sz="2400" b="1" dirty="0" err="1"/>
                        <a:t>i</a:t>
                      </a:r>
                      <a:r>
                        <a:rPr lang="en-US" sz="2400" b="1" dirty="0"/>
                        <a:t>] = FALSE; </a:t>
                      </a:r>
                    </a:p>
                    <a:p>
                      <a:pPr>
                        <a:lnSpc>
                          <a:spcPct val="150000"/>
                        </a:lnSpc>
                      </a:pPr>
                      <a:r>
                        <a:rPr lang="en-US" sz="2400" b="1" dirty="0"/>
                        <a:t>			remainder section </a:t>
                      </a:r>
                    </a:p>
                    <a:p>
                      <a:pPr>
                        <a:lnSpc>
                          <a:spcPct val="150000"/>
                        </a:lnSpc>
                      </a:pPr>
                      <a:r>
                        <a:rPr lang="en-US" sz="2400" b="1" dirty="0"/>
                        <a:t>	} while (TRUE); </a:t>
                      </a:r>
                    </a:p>
                  </a:txBody>
                  <a:tcPr/>
                </a:tc>
                <a:extLst>
                  <a:ext uri="{0D108BD9-81ED-4DB2-BD59-A6C34878D82A}">
                    <a16:rowId xmlns:a16="http://schemas.microsoft.com/office/drawing/2014/main" val="2557368784"/>
                  </a:ext>
                </a:extLst>
              </a:tr>
            </a:tbl>
          </a:graphicData>
        </a:graphic>
      </p:graphicFrame>
      <p:sp>
        <p:nvSpPr>
          <p:cNvPr id="2" name="TextBox 1">
            <a:extLst>
              <a:ext uri="{FF2B5EF4-FFF2-40B4-BE49-F238E27FC236}">
                <a16:creationId xmlns:a16="http://schemas.microsoft.com/office/drawing/2014/main" id="{9B9FB172-585F-7B0B-A8C3-C006CD0DDCD2}"/>
              </a:ext>
            </a:extLst>
          </p:cNvPr>
          <p:cNvSpPr txBox="1"/>
          <p:nvPr/>
        </p:nvSpPr>
        <p:spPr>
          <a:xfrm>
            <a:off x="8602190" y="4341167"/>
            <a:ext cx="852960" cy="461665"/>
          </a:xfrm>
          <a:prstGeom prst="rect">
            <a:avLst/>
          </a:prstGeom>
          <a:noFill/>
        </p:spPr>
        <p:txBody>
          <a:bodyPr wrap="square">
            <a:spAutoFit/>
          </a:bodyPr>
          <a:lstStyle/>
          <a:p>
            <a:r>
              <a:rPr lang="en-US" sz="2400" b="1" dirty="0">
                <a:latin typeface="+mn-lt"/>
              </a:rPr>
              <a:t>flag</a:t>
            </a:r>
            <a:endParaRPr lang="en-GB" sz="2400" dirty="0">
              <a:latin typeface="+mn-lt"/>
            </a:endParaRPr>
          </a:p>
        </p:txBody>
      </p:sp>
      <p:graphicFrame>
        <p:nvGraphicFramePr>
          <p:cNvPr id="3" name="Table 2">
            <a:extLst>
              <a:ext uri="{FF2B5EF4-FFF2-40B4-BE49-F238E27FC236}">
                <a16:creationId xmlns:a16="http://schemas.microsoft.com/office/drawing/2014/main" id="{940FAAE3-A180-5F62-BEE3-231DA7426D89}"/>
              </a:ext>
            </a:extLst>
          </p:cNvPr>
          <p:cNvGraphicFramePr>
            <a:graphicFrameLocks noGrp="1"/>
          </p:cNvGraphicFramePr>
          <p:nvPr>
            <p:extLst>
              <p:ext uri="{D42A27DB-BD31-4B8C-83A1-F6EECF244321}">
                <p14:modId xmlns:p14="http://schemas.microsoft.com/office/powerpoint/2010/main" val="3761881124"/>
              </p:ext>
            </p:extLst>
          </p:nvPr>
        </p:nvGraphicFramePr>
        <p:xfrm>
          <a:off x="9455150" y="4398010"/>
          <a:ext cx="2342110" cy="487680"/>
        </p:xfrm>
        <a:graphic>
          <a:graphicData uri="http://schemas.openxmlformats.org/drawingml/2006/table">
            <a:tbl>
              <a:tblPr firstRow="1" bandRow="1"/>
              <a:tblGrid>
                <a:gridCol w="1171055">
                  <a:extLst>
                    <a:ext uri="{9D8B030D-6E8A-4147-A177-3AD203B41FA5}">
                      <a16:colId xmlns:a16="http://schemas.microsoft.com/office/drawing/2014/main" val="2888608665"/>
                    </a:ext>
                  </a:extLst>
                </a:gridCol>
                <a:gridCol w="1171055">
                  <a:extLst>
                    <a:ext uri="{9D8B030D-6E8A-4147-A177-3AD203B41FA5}">
                      <a16:colId xmlns:a16="http://schemas.microsoft.com/office/drawing/2014/main" val="330599618"/>
                    </a:ext>
                  </a:extLst>
                </a:gridCol>
              </a:tblGrid>
              <a:tr h="370840">
                <a:tc>
                  <a:txBody>
                    <a:bodyPr/>
                    <a:lstStyle/>
                    <a:p>
                      <a:endParaRPr lang="en-GB" dirty="0"/>
                    </a:p>
                  </a:txBody>
                  <a:tcPr/>
                </a:tc>
                <a:tc>
                  <a:txBody>
                    <a:bodyPr/>
                    <a:lstStyle/>
                    <a:p>
                      <a:endParaRPr lang="en-GB" dirty="0"/>
                    </a:p>
                  </a:txBody>
                  <a:tcPr/>
                </a:tc>
                <a:extLst>
                  <a:ext uri="{0D108BD9-81ED-4DB2-BD59-A6C34878D82A}">
                    <a16:rowId xmlns:a16="http://schemas.microsoft.com/office/drawing/2014/main" val="2462103332"/>
                  </a:ext>
                </a:extLst>
              </a:tr>
            </a:tbl>
          </a:graphicData>
        </a:graphic>
      </p:graphicFrame>
      <p:sp>
        <p:nvSpPr>
          <p:cNvPr id="5" name="TextBox 4">
            <a:extLst>
              <a:ext uri="{FF2B5EF4-FFF2-40B4-BE49-F238E27FC236}">
                <a16:creationId xmlns:a16="http://schemas.microsoft.com/office/drawing/2014/main" id="{033302F9-A245-604D-D944-AAC898799747}"/>
              </a:ext>
            </a:extLst>
          </p:cNvPr>
          <p:cNvSpPr txBox="1"/>
          <p:nvPr/>
        </p:nvSpPr>
        <p:spPr>
          <a:xfrm>
            <a:off x="9079911" y="3904049"/>
            <a:ext cx="1757362" cy="461665"/>
          </a:xfrm>
          <a:prstGeom prst="rect">
            <a:avLst/>
          </a:prstGeom>
          <a:noFill/>
        </p:spPr>
        <p:txBody>
          <a:bodyPr wrap="square">
            <a:spAutoFit/>
          </a:bodyPr>
          <a:lstStyle/>
          <a:p>
            <a:pPr algn="ctr"/>
            <a:r>
              <a:rPr lang="en-US" sz="2400" b="1" dirty="0"/>
              <a:t>P</a:t>
            </a:r>
            <a:endParaRPr lang="en-GB" sz="2400" b="1" dirty="0"/>
          </a:p>
        </p:txBody>
      </p:sp>
      <p:sp>
        <p:nvSpPr>
          <p:cNvPr id="6" name="TextBox 5">
            <a:extLst>
              <a:ext uri="{FF2B5EF4-FFF2-40B4-BE49-F238E27FC236}">
                <a16:creationId xmlns:a16="http://schemas.microsoft.com/office/drawing/2014/main" id="{DA0F1E33-292C-BC8D-B768-6E76CB8E00EB}"/>
              </a:ext>
            </a:extLst>
          </p:cNvPr>
          <p:cNvSpPr txBox="1"/>
          <p:nvPr/>
        </p:nvSpPr>
        <p:spPr>
          <a:xfrm>
            <a:off x="10307445" y="3904048"/>
            <a:ext cx="1757362" cy="461665"/>
          </a:xfrm>
          <a:prstGeom prst="rect">
            <a:avLst/>
          </a:prstGeom>
          <a:noFill/>
        </p:spPr>
        <p:txBody>
          <a:bodyPr wrap="square">
            <a:spAutoFit/>
          </a:bodyPr>
          <a:lstStyle/>
          <a:p>
            <a:pPr algn="ctr"/>
            <a:r>
              <a:rPr lang="en-US" sz="2400" b="1" dirty="0"/>
              <a:t>P</a:t>
            </a:r>
            <a:endParaRPr lang="en-GB" sz="2400" b="1" dirty="0"/>
          </a:p>
        </p:txBody>
      </p:sp>
    </p:spTree>
    <p:extLst>
      <p:ext uri="{BB962C8B-B14F-4D97-AF65-F5344CB8AC3E}">
        <p14:creationId xmlns:p14="http://schemas.microsoft.com/office/powerpoint/2010/main" val="334826811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02E828-C746-6532-2112-700EEA6A72A2}"/>
            </a:ext>
          </a:extLst>
        </p:cNvPr>
        <p:cNvGrpSpPr/>
        <p:nvPr/>
      </p:nvGrpSpPr>
      <p:grpSpPr>
        <a:xfrm>
          <a:off x="0" y="0"/>
          <a:ext cx="0" cy="0"/>
          <a:chOff x="0" y="0"/>
          <a:chExt cx="0" cy="0"/>
        </a:xfrm>
      </p:grpSpPr>
      <p:sp>
        <p:nvSpPr>
          <p:cNvPr id="12290" name="Rectangle 2">
            <a:extLst>
              <a:ext uri="{FF2B5EF4-FFF2-40B4-BE49-F238E27FC236}">
                <a16:creationId xmlns:a16="http://schemas.microsoft.com/office/drawing/2014/main" id="{773E83C1-765E-057E-0C2F-816957EC79EE}"/>
              </a:ext>
            </a:extLst>
          </p:cNvPr>
          <p:cNvSpPr>
            <a:spLocks noGrp="1" noChangeArrowheads="1"/>
          </p:cNvSpPr>
          <p:nvPr>
            <p:ph type="title"/>
          </p:nvPr>
        </p:nvSpPr>
        <p:spPr>
          <a:xfrm>
            <a:off x="1042987" y="372943"/>
            <a:ext cx="12272962" cy="768350"/>
          </a:xfrm>
        </p:spPr>
        <p:txBody>
          <a:bodyPr/>
          <a:lstStyle/>
          <a:p>
            <a:pPr eaLnBrk="1" hangingPunct="1"/>
            <a:r>
              <a:rPr lang="en-US" dirty="0">
                <a:solidFill>
                  <a:srgbClr val="C00000"/>
                </a:solidFill>
              </a:rPr>
              <a:t>5. </a:t>
            </a:r>
            <a:r>
              <a:rPr lang="en-US" dirty="0"/>
              <a:t>Peterson’s Solution</a:t>
            </a:r>
          </a:p>
        </p:txBody>
      </p:sp>
      <p:graphicFrame>
        <p:nvGraphicFramePr>
          <p:cNvPr id="21" name="Table 20">
            <a:extLst>
              <a:ext uri="{FF2B5EF4-FFF2-40B4-BE49-F238E27FC236}">
                <a16:creationId xmlns:a16="http://schemas.microsoft.com/office/drawing/2014/main" id="{F46D672B-88FE-0379-8E82-50B2384E9A27}"/>
              </a:ext>
            </a:extLst>
          </p:cNvPr>
          <p:cNvGraphicFramePr>
            <a:graphicFrameLocks noGrp="1"/>
          </p:cNvGraphicFramePr>
          <p:nvPr>
            <p:extLst>
              <p:ext uri="{D42A27DB-BD31-4B8C-83A1-F6EECF244321}">
                <p14:modId xmlns:p14="http://schemas.microsoft.com/office/powerpoint/2010/main" val="2186988409"/>
              </p:ext>
            </p:extLst>
          </p:nvPr>
        </p:nvGraphicFramePr>
        <p:xfrm>
          <a:off x="663102" y="1773877"/>
          <a:ext cx="6385398" cy="4412742"/>
        </p:xfrm>
        <a:graphic>
          <a:graphicData uri="http://schemas.openxmlformats.org/drawingml/2006/table">
            <a:tbl>
              <a:tblPr firstRow="1" bandRow="1"/>
              <a:tblGrid>
                <a:gridCol w="6385398">
                  <a:extLst>
                    <a:ext uri="{9D8B030D-6E8A-4147-A177-3AD203B41FA5}">
                      <a16:colId xmlns:a16="http://schemas.microsoft.com/office/drawing/2014/main" val="518628889"/>
                    </a:ext>
                  </a:extLst>
                </a:gridCol>
              </a:tblGrid>
              <a:tr h="2438400">
                <a:tc>
                  <a:txBody>
                    <a:bodyPr/>
                    <a:lstStyle/>
                    <a:p>
                      <a:pPr>
                        <a:lnSpc>
                          <a:spcPct val="150000"/>
                        </a:lnSpc>
                      </a:pPr>
                      <a:r>
                        <a:rPr lang="en-US" sz="2400" b="1" dirty="0"/>
                        <a:t>	do { </a:t>
                      </a:r>
                    </a:p>
                    <a:p>
                      <a:pPr>
                        <a:lnSpc>
                          <a:spcPct val="150000"/>
                        </a:lnSpc>
                      </a:pPr>
                      <a:r>
                        <a:rPr lang="en-US" sz="2400" b="1" dirty="0"/>
                        <a:t>		flag[0] = TRUE; </a:t>
                      </a:r>
                    </a:p>
                    <a:p>
                      <a:pPr>
                        <a:lnSpc>
                          <a:spcPct val="150000"/>
                        </a:lnSpc>
                      </a:pPr>
                      <a:r>
                        <a:rPr lang="en-US" sz="2400" b="1" dirty="0"/>
                        <a:t>		turn = 1; </a:t>
                      </a:r>
                    </a:p>
                    <a:p>
                      <a:pPr>
                        <a:lnSpc>
                          <a:spcPct val="150000"/>
                        </a:lnSpc>
                      </a:pPr>
                      <a:r>
                        <a:rPr lang="en-US" sz="2400" b="1" dirty="0"/>
                        <a:t>		while (flag[1]== true &amp;&amp; turn== 1); </a:t>
                      </a:r>
                    </a:p>
                    <a:p>
                      <a:pPr>
                        <a:lnSpc>
                          <a:spcPct val="150000"/>
                        </a:lnSpc>
                      </a:pPr>
                      <a:r>
                        <a:rPr lang="en-US" sz="2400" b="1" dirty="0"/>
                        <a:t>			</a:t>
                      </a:r>
                      <a:r>
                        <a:rPr lang="en-US" sz="2400" b="1" dirty="0">
                          <a:solidFill>
                            <a:srgbClr val="C00000"/>
                          </a:solidFill>
                        </a:rPr>
                        <a:t>critical section </a:t>
                      </a:r>
                    </a:p>
                    <a:p>
                      <a:pPr>
                        <a:lnSpc>
                          <a:spcPct val="150000"/>
                        </a:lnSpc>
                      </a:pPr>
                      <a:r>
                        <a:rPr lang="en-US" sz="2400" b="1" dirty="0"/>
                        <a:t>		flag[0] = FALSE; </a:t>
                      </a:r>
                    </a:p>
                    <a:p>
                      <a:pPr>
                        <a:lnSpc>
                          <a:spcPct val="150000"/>
                        </a:lnSpc>
                      </a:pPr>
                      <a:r>
                        <a:rPr lang="en-US" sz="2400" b="1" dirty="0"/>
                        <a:t>			remainder section </a:t>
                      </a:r>
                    </a:p>
                    <a:p>
                      <a:pPr>
                        <a:lnSpc>
                          <a:spcPct val="150000"/>
                        </a:lnSpc>
                      </a:pPr>
                      <a:r>
                        <a:rPr lang="en-US" sz="2400" b="1" dirty="0"/>
                        <a:t>	} while (TRUE); </a:t>
                      </a:r>
                    </a:p>
                  </a:txBody>
                  <a:tcPr/>
                </a:tc>
                <a:extLst>
                  <a:ext uri="{0D108BD9-81ED-4DB2-BD59-A6C34878D82A}">
                    <a16:rowId xmlns:a16="http://schemas.microsoft.com/office/drawing/2014/main" val="2557368784"/>
                  </a:ext>
                </a:extLst>
              </a:tr>
            </a:tbl>
          </a:graphicData>
        </a:graphic>
      </p:graphicFrame>
      <p:sp>
        <p:nvSpPr>
          <p:cNvPr id="2" name="TextBox 1">
            <a:extLst>
              <a:ext uri="{FF2B5EF4-FFF2-40B4-BE49-F238E27FC236}">
                <a16:creationId xmlns:a16="http://schemas.microsoft.com/office/drawing/2014/main" id="{59290881-E22B-25F3-6644-5F58ED530376}"/>
              </a:ext>
            </a:extLst>
          </p:cNvPr>
          <p:cNvSpPr txBox="1"/>
          <p:nvPr/>
        </p:nvSpPr>
        <p:spPr>
          <a:xfrm>
            <a:off x="1542224" y="7313067"/>
            <a:ext cx="852960" cy="461665"/>
          </a:xfrm>
          <a:prstGeom prst="rect">
            <a:avLst/>
          </a:prstGeom>
          <a:noFill/>
        </p:spPr>
        <p:txBody>
          <a:bodyPr wrap="square">
            <a:spAutoFit/>
          </a:bodyPr>
          <a:lstStyle/>
          <a:p>
            <a:r>
              <a:rPr lang="en-US" sz="2400" b="1" dirty="0">
                <a:latin typeface="+mn-lt"/>
              </a:rPr>
              <a:t>flag</a:t>
            </a:r>
            <a:endParaRPr lang="en-GB" sz="2400" dirty="0">
              <a:latin typeface="+mn-lt"/>
            </a:endParaRPr>
          </a:p>
        </p:txBody>
      </p:sp>
      <p:graphicFrame>
        <p:nvGraphicFramePr>
          <p:cNvPr id="3" name="Table 2">
            <a:extLst>
              <a:ext uri="{FF2B5EF4-FFF2-40B4-BE49-F238E27FC236}">
                <a16:creationId xmlns:a16="http://schemas.microsoft.com/office/drawing/2014/main" id="{848A0270-E02B-7B8E-C315-541AFA732106}"/>
              </a:ext>
            </a:extLst>
          </p:cNvPr>
          <p:cNvGraphicFramePr>
            <a:graphicFrameLocks noGrp="1"/>
          </p:cNvGraphicFramePr>
          <p:nvPr>
            <p:extLst>
              <p:ext uri="{D42A27DB-BD31-4B8C-83A1-F6EECF244321}">
                <p14:modId xmlns:p14="http://schemas.microsoft.com/office/powerpoint/2010/main" val="2759420962"/>
              </p:ext>
            </p:extLst>
          </p:nvPr>
        </p:nvGraphicFramePr>
        <p:xfrm>
          <a:off x="2395184" y="7369910"/>
          <a:ext cx="2342110" cy="487680"/>
        </p:xfrm>
        <a:graphic>
          <a:graphicData uri="http://schemas.openxmlformats.org/drawingml/2006/table">
            <a:tbl>
              <a:tblPr firstRow="1" bandRow="1"/>
              <a:tblGrid>
                <a:gridCol w="1171055">
                  <a:extLst>
                    <a:ext uri="{9D8B030D-6E8A-4147-A177-3AD203B41FA5}">
                      <a16:colId xmlns:a16="http://schemas.microsoft.com/office/drawing/2014/main" val="2888608665"/>
                    </a:ext>
                  </a:extLst>
                </a:gridCol>
                <a:gridCol w="1171055">
                  <a:extLst>
                    <a:ext uri="{9D8B030D-6E8A-4147-A177-3AD203B41FA5}">
                      <a16:colId xmlns:a16="http://schemas.microsoft.com/office/drawing/2014/main" val="330599618"/>
                    </a:ext>
                  </a:extLst>
                </a:gridCol>
              </a:tblGrid>
              <a:tr h="370840">
                <a:tc>
                  <a:txBody>
                    <a:bodyPr/>
                    <a:lstStyle/>
                    <a:p>
                      <a:endParaRPr lang="en-GB" dirty="0"/>
                    </a:p>
                  </a:txBody>
                  <a:tcPr/>
                </a:tc>
                <a:tc>
                  <a:txBody>
                    <a:bodyPr/>
                    <a:lstStyle/>
                    <a:p>
                      <a:endParaRPr lang="en-GB" dirty="0"/>
                    </a:p>
                  </a:txBody>
                  <a:tcPr/>
                </a:tc>
                <a:extLst>
                  <a:ext uri="{0D108BD9-81ED-4DB2-BD59-A6C34878D82A}">
                    <a16:rowId xmlns:a16="http://schemas.microsoft.com/office/drawing/2014/main" val="2462103332"/>
                  </a:ext>
                </a:extLst>
              </a:tr>
            </a:tbl>
          </a:graphicData>
        </a:graphic>
      </p:graphicFrame>
      <p:sp>
        <p:nvSpPr>
          <p:cNvPr id="5" name="TextBox 4">
            <a:extLst>
              <a:ext uri="{FF2B5EF4-FFF2-40B4-BE49-F238E27FC236}">
                <a16:creationId xmlns:a16="http://schemas.microsoft.com/office/drawing/2014/main" id="{D1E35285-69E7-868F-43EF-383A36E2C7FF}"/>
              </a:ext>
            </a:extLst>
          </p:cNvPr>
          <p:cNvSpPr txBox="1"/>
          <p:nvPr/>
        </p:nvSpPr>
        <p:spPr>
          <a:xfrm>
            <a:off x="2019945" y="6875949"/>
            <a:ext cx="1757362" cy="461665"/>
          </a:xfrm>
          <a:prstGeom prst="rect">
            <a:avLst/>
          </a:prstGeom>
          <a:noFill/>
        </p:spPr>
        <p:txBody>
          <a:bodyPr wrap="square">
            <a:spAutoFit/>
          </a:bodyPr>
          <a:lstStyle/>
          <a:p>
            <a:pPr algn="ctr"/>
            <a:r>
              <a:rPr lang="en-US" sz="2400" b="1" dirty="0"/>
              <a:t>P</a:t>
            </a:r>
            <a:endParaRPr lang="en-GB" sz="2400" b="1" dirty="0"/>
          </a:p>
        </p:txBody>
      </p:sp>
      <p:sp>
        <p:nvSpPr>
          <p:cNvPr id="6" name="TextBox 5">
            <a:extLst>
              <a:ext uri="{FF2B5EF4-FFF2-40B4-BE49-F238E27FC236}">
                <a16:creationId xmlns:a16="http://schemas.microsoft.com/office/drawing/2014/main" id="{04E0D460-66CD-C687-C2DF-6CA6268A20F5}"/>
              </a:ext>
            </a:extLst>
          </p:cNvPr>
          <p:cNvSpPr txBox="1"/>
          <p:nvPr/>
        </p:nvSpPr>
        <p:spPr>
          <a:xfrm>
            <a:off x="3247479" y="6875948"/>
            <a:ext cx="1757362" cy="461665"/>
          </a:xfrm>
          <a:prstGeom prst="rect">
            <a:avLst/>
          </a:prstGeom>
          <a:noFill/>
        </p:spPr>
        <p:txBody>
          <a:bodyPr wrap="square">
            <a:spAutoFit/>
          </a:bodyPr>
          <a:lstStyle/>
          <a:p>
            <a:pPr algn="ctr"/>
            <a:r>
              <a:rPr lang="en-US" sz="2400" b="1" dirty="0"/>
              <a:t>P</a:t>
            </a:r>
            <a:endParaRPr lang="en-GB" sz="2400" b="1" dirty="0"/>
          </a:p>
        </p:txBody>
      </p:sp>
      <p:sp>
        <p:nvSpPr>
          <p:cNvPr id="7" name="TextBox 6">
            <a:extLst>
              <a:ext uri="{FF2B5EF4-FFF2-40B4-BE49-F238E27FC236}">
                <a16:creationId xmlns:a16="http://schemas.microsoft.com/office/drawing/2014/main" id="{6F148EE4-1308-211C-ACB8-100662971E34}"/>
              </a:ext>
            </a:extLst>
          </p:cNvPr>
          <p:cNvSpPr txBox="1"/>
          <p:nvPr/>
        </p:nvSpPr>
        <p:spPr>
          <a:xfrm>
            <a:off x="7537011" y="6494690"/>
            <a:ext cx="3086100" cy="1685846"/>
          </a:xfrm>
          <a:prstGeom prst="rect">
            <a:avLst/>
          </a:prstGeom>
          <a:noFill/>
        </p:spPr>
        <p:txBody>
          <a:bodyPr wrap="square" rtlCol="0">
            <a:spAutoFit/>
          </a:bodyPr>
          <a:lstStyle/>
          <a:p>
            <a:pPr>
              <a:lnSpc>
                <a:spcPct val="150000"/>
              </a:lnSpc>
            </a:pPr>
            <a:r>
              <a:rPr lang="en-US" sz="2400" b="1" dirty="0">
                <a:latin typeface="+mn-lt"/>
              </a:rPr>
              <a:t>Mutual Exclusion</a:t>
            </a:r>
          </a:p>
          <a:p>
            <a:pPr>
              <a:lnSpc>
                <a:spcPct val="150000"/>
              </a:lnSpc>
            </a:pPr>
            <a:r>
              <a:rPr lang="en-US" sz="2400" b="1" dirty="0">
                <a:latin typeface="+mn-lt"/>
              </a:rPr>
              <a:t>Progress</a:t>
            </a:r>
          </a:p>
          <a:p>
            <a:pPr>
              <a:lnSpc>
                <a:spcPct val="150000"/>
              </a:lnSpc>
            </a:pPr>
            <a:r>
              <a:rPr lang="en-US" sz="2400" b="1" dirty="0">
                <a:latin typeface="+mn-lt"/>
              </a:rPr>
              <a:t>Bounded Waiting</a:t>
            </a:r>
            <a:endParaRPr lang="en-GB" sz="2400" b="1" dirty="0">
              <a:latin typeface="+mn-lt"/>
            </a:endParaRPr>
          </a:p>
        </p:txBody>
      </p:sp>
      <p:sp>
        <p:nvSpPr>
          <p:cNvPr id="8" name="TextBox 7">
            <a:extLst>
              <a:ext uri="{FF2B5EF4-FFF2-40B4-BE49-F238E27FC236}">
                <a16:creationId xmlns:a16="http://schemas.microsoft.com/office/drawing/2014/main" id="{518EACD8-3504-DCD9-3E91-117BFC30BBF1}"/>
              </a:ext>
            </a:extLst>
          </p:cNvPr>
          <p:cNvSpPr txBox="1"/>
          <p:nvPr/>
        </p:nvSpPr>
        <p:spPr>
          <a:xfrm>
            <a:off x="10258779" y="6614338"/>
            <a:ext cx="1062037" cy="1446550"/>
          </a:xfrm>
          <a:prstGeom prst="rect">
            <a:avLst/>
          </a:prstGeom>
          <a:noFill/>
        </p:spPr>
        <p:txBody>
          <a:bodyPr wrap="square">
            <a:spAutoFit/>
          </a:bodyPr>
          <a:lstStyle/>
          <a:p>
            <a:r>
              <a:rPr lang="en-US" sz="8800" dirty="0">
                <a:solidFill>
                  <a:srgbClr val="C00000"/>
                </a:solidFill>
                <a:latin typeface="+mn-lt"/>
              </a:rPr>
              <a:t>?</a:t>
            </a:r>
            <a:endParaRPr lang="en-GB" sz="8800" dirty="0"/>
          </a:p>
        </p:txBody>
      </p:sp>
      <p:graphicFrame>
        <p:nvGraphicFramePr>
          <p:cNvPr id="9" name="Table 8">
            <a:extLst>
              <a:ext uri="{FF2B5EF4-FFF2-40B4-BE49-F238E27FC236}">
                <a16:creationId xmlns:a16="http://schemas.microsoft.com/office/drawing/2014/main" id="{C5BDC759-42E0-E354-43C7-9BF9D29E31E1}"/>
              </a:ext>
            </a:extLst>
          </p:cNvPr>
          <p:cNvGraphicFramePr>
            <a:graphicFrameLocks noGrp="1"/>
          </p:cNvGraphicFramePr>
          <p:nvPr>
            <p:extLst>
              <p:ext uri="{D42A27DB-BD31-4B8C-83A1-F6EECF244321}">
                <p14:modId xmlns:p14="http://schemas.microsoft.com/office/powerpoint/2010/main" val="579192160"/>
              </p:ext>
            </p:extLst>
          </p:nvPr>
        </p:nvGraphicFramePr>
        <p:xfrm>
          <a:off x="7179468" y="1773877"/>
          <a:ext cx="6385398" cy="4412742"/>
        </p:xfrm>
        <a:graphic>
          <a:graphicData uri="http://schemas.openxmlformats.org/drawingml/2006/table">
            <a:tbl>
              <a:tblPr firstRow="1" bandRow="1"/>
              <a:tblGrid>
                <a:gridCol w="6385398">
                  <a:extLst>
                    <a:ext uri="{9D8B030D-6E8A-4147-A177-3AD203B41FA5}">
                      <a16:colId xmlns:a16="http://schemas.microsoft.com/office/drawing/2014/main" val="518628889"/>
                    </a:ext>
                  </a:extLst>
                </a:gridCol>
              </a:tblGrid>
              <a:tr h="2438400">
                <a:tc>
                  <a:txBody>
                    <a:bodyPr/>
                    <a:lstStyle/>
                    <a:p>
                      <a:pPr>
                        <a:lnSpc>
                          <a:spcPct val="150000"/>
                        </a:lnSpc>
                      </a:pPr>
                      <a:r>
                        <a:rPr lang="en-US" sz="2400" b="1" dirty="0"/>
                        <a:t>	do { </a:t>
                      </a:r>
                    </a:p>
                    <a:p>
                      <a:pPr>
                        <a:lnSpc>
                          <a:spcPct val="150000"/>
                        </a:lnSpc>
                      </a:pPr>
                      <a:r>
                        <a:rPr lang="en-US" sz="2400" b="1" dirty="0"/>
                        <a:t>		flag[1] = TRUE; </a:t>
                      </a:r>
                    </a:p>
                    <a:p>
                      <a:pPr>
                        <a:lnSpc>
                          <a:spcPct val="150000"/>
                        </a:lnSpc>
                      </a:pPr>
                      <a:r>
                        <a:rPr lang="en-US" sz="2400" b="1" dirty="0"/>
                        <a:t>		turn = 0; </a:t>
                      </a:r>
                    </a:p>
                    <a:p>
                      <a:pPr>
                        <a:lnSpc>
                          <a:spcPct val="150000"/>
                        </a:lnSpc>
                      </a:pPr>
                      <a:r>
                        <a:rPr lang="en-US" sz="2400" b="1" dirty="0"/>
                        <a:t>		while (flag[0]== true &amp;&amp; turn== 0); </a:t>
                      </a:r>
                    </a:p>
                    <a:p>
                      <a:pPr>
                        <a:lnSpc>
                          <a:spcPct val="150000"/>
                        </a:lnSpc>
                      </a:pPr>
                      <a:r>
                        <a:rPr lang="en-US" sz="2400" b="1" dirty="0"/>
                        <a:t>			</a:t>
                      </a:r>
                      <a:r>
                        <a:rPr lang="en-US" sz="2400" b="1" dirty="0">
                          <a:solidFill>
                            <a:srgbClr val="C00000"/>
                          </a:solidFill>
                        </a:rPr>
                        <a:t>critical section </a:t>
                      </a:r>
                    </a:p>
                    <a:p>
                      <a:pPr>
                        <a:lnSpc>
                          <a:spcPct val="150000"/>
                        </a:lnSpc>
                      </a:pPr>
                      <a:r>
                        <a:rPr lang="en-US" sz="2400" b="1" dirty="0"/>
                        <a:t>		flag[1] = FALSE; </a:t>
                      </a:r>
                    </a:p>
                    <a:p>
                      <a:pPr>
                        <a:lnSpc>
                          <a:spcPct val="150000"/>
                        </a:lnSpc>
                      </a:pPr>
                      <a:r>
                        <a:rPr lang="en-US" sz="2400" b="1" dirty="0"/>
                        <a:t>			remainder section </a:t>
                      </a:r>
                    </a:p>
                    <a:p>
                      <a:pPr>
                        <a:lnSpc>
                          <a:spcPct val="150000"/>
                        </a:lnSpc>
                      </a:pPr>
                      <a:r>
                        <a:rPr lang="en-US" sz="2400" b="1" dirty="0"/>
                        <a:t>	} while (TRUE); </a:t>
                      </a:r>
                    </a:p>
                  </a:txBody>
                  <a:tcPr/>
                </a:tc>
                <a:extLst>
                  <a:ext uri="{0D108BD9-81ED-4DB2-BD59-A6C34878D82A}">
                    <a16:rowId xmlns:a16="http://schemas.microsoft.com/office/drawing/2014/main" val="2557368784"/>
                  </a:ext>
                </a:extLst>
              </a:tr>
            </a:tbl>
          </a:graphicData>
        </a:graphic>
      </p:graphicFrame>
      <p:sp>
        <p:nvSpPr>
          <p:cNvPr id="10" name="TextBox 9">
            <a:extLst>
              <a:ext uri="{FF2B5EF4-FFF2-40B4-BE49-F238E27FC236}">
                <a16:creationId xmlns:a16="http://schemas.microsoft.com/office/drawing/2014/main" id="{9F6BC429-2FC2-8EEA-355F-5B9CCF1AD024}"/>
              </a:ext>
            </a:extLst>
          </p:cNvPr>
          <p:cNvSpPr txBox="1"/>
          <p:nvPr/>
        </p:nvSpPr>
        <p:spPr>
          <a:xfrm>
            <a:off x="2369538" y="1236110"/>
            <a:ext cx="1757362" cy="461665"/>
          </a:xfrm>
          <a:prstGeom prst="rect">
            <a:avLst/>
          </a:prstGeom>
          <a:noFill/>
        </p:spPr>
        <p:txBody>
          <a:bodyPr wrap="square">
            <a:spAutoFit/>
          </a:bodyPr>
          <a:lstStyle/>
          <a:p>
            <a:pPr algn="ctr"/>
            <a:r>
              <a:rPr lang="en-US" sz="2400" b="1" dirty="0"/>
              <a:t>P</a:t>
            </a:r>
            <a:endParaRPr lang="en-GB" sz="2400" b="1" dirty="0"/>
          </a:p>
        </p:txBody>
      </p:sp>
      <p:sp>
        <p:nvSpPr>
          <p:cNvPr id="11" name="TextBox 10">
            <a:extLst>
              <a:ext uri="{FF2B5EF4-FFF2-40B4-BE49-F238E27FC236}">
                <a16:creationId xmlns:a16="http://schemas.microsoft.com/office/drawing/2014/main" id="{4AF88E96-9982-2887-56CE-5455FCD1C9DD}"/>
              </a:ext>
            </a:extLst>
          </p:cNvPr>
          <p:cNvSpPr txBox="1"/>
          <p:nvPr/>
        </p:nvSpPr>
        <p:spPr>
          <a:xfrm>
            <a:off x="9380098" y="1274709"/>
            <a:ext cx="1757362" cy="461665"/>
          </a:xfrm>
          <a:prstGeom prst="rect">
            <a:avLst/>
          </a:prstGeom>
          <a:noFill/>
        </p:spPr>
        <p:txBody>
          <a:bodyPr wrap="square">
            <a:spAutoFit/>
          </a:bodyPr>
          <a:lstStyle/>
          <a:p>
            <a:pPr algn="ctr"/>
            <a:r>
              <a:rPr lang="en-US" sz="2400" b="1" dirty="0"/>
              <a:t>P</a:t>
            </a:r>
            <a:endParaRPr lang="en-GB" sz="2400" b="1" dirty="0"/>
          </a:p>
        </p:txBody>
      </p:sp>
    </p:spTree>
    <p:extLst>
      <p:ext uri="{BB962C8B-B14F-4D97-AF65-F5344CB8AC3E}">
        <p14:creationId xmlns:p14="http://schemas.microsoft.com/office/powerpoint/2010/main" val="9190942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4ACF1B-67E4-CDFF-212E-9E4A0F472ADD}"/>
            </a:ext>
          </a:extLst>
        </p:cNvPr>
        <p:cNvGrpSpPr/>
        <p:nvPr/>
      </p:nvGrpSpPr>
      <p:grpSpPr>
        <a:xfrm>
          <a:off x="0" y="0"/>
          <a:ext cx="0" cy="0"/>
          <a:chOff x="0" y="0"/>
          <a:chExt cx="0" cy="0"/>
        </a:xfrm>
      </p:grpSpPr>
      <p:sp>
        <p:nvSpPr>
          <p:cNvPr id="12290" name="Rectangle 2">
            <a:extLst>
              <a:ext uri="{FF2B5EF4-FFF2-40B4-BE49-F238E27FC236}">
                <a16:creationId xmlns:a16="http://schemas.microsoft.com/office/drawing/2014/main" id="{6E4E2541-DC24-11A9-2F67-D1E71B1EE5F0}"/>
              </a:ext>
            </a:extLst>
          </p:cNvPr>
          <p:cNvSpPr>
            <a:spLocks noGrp="1" noChangeArrowheads="1"/>
          </p:cNvSpPr>
          <p:nvPr>
            <p:ph type="title"/>
          </p:nvPr>
        </p:nvSpPr>
        <p:spPr>
          <a:xfrm>
            <a:off x="1042987" y="372943"/>
            <a:ext cx="12272962" cy="768350"/>
          </a:xfrm>
        </p:spPr>
        <p:txBody>
          <a:bodyPr/>
          <a:lstStyle/>
          <a:p>
            <a:pPr eaLnBrk="1" hangingPunct="1"/>
            <a:r>
              <a:rPr lang="en-US" dirty="0">
                <a:solidFill>
                  <a:srgbClr val="C00000"/>
                </a:solidFill>
              </a:rPr>
              <a:t>5. </a:t>
            </a:r>
            <a:r>
              <a:rPr lang="en-US" dirty="0"/>
              <a:t>Peterson’s Solution</a:t>
            </a:r>
          </a:p>
        </p:txBody>
      </p:sp>
      <p:sp>
        <p:nvSpPr>
          <p:cNvPr id="4" name="TextBox 3">
            <a:extLst>
              <a:ext uri="{FF2B5EF4-FFF2-40B4-BE49-F238E27FC236}">
                <a16:creationId xmlns:a16="http://schemas.microsoft.com/office/drawing/2014/main" id="{D8F97821-63C2-DF00-A13F-036C05E867EC}"/>
              </a:ext>
            </a:extLst>
          </p:cNvPr>
          <p:cNvSpPr txBox="1"/>
          <p:nvPr/>
        </p:nvSpPr>
        <p:spPr>
          <a:xfrm>
            <a:off x="879872" y="1777006"/>
            <a:ext cx="12436077" cy="1569660"/>
          </a:xfrm>
          <a:prstGeom prst="rect">
            <a:avLst/>
          </a:prstGeom>
          <a:noFill/>
        </p:spPr>
        <p:txBody>
          <a:bodyPr wrap="square">
            <a:spAutoFit/>
          </a:bodyPr>
          <a:lstStyle/>
          <a:p>
            <a:pPr marL="342900" indent="-342900">
              <a:buFont typeface="Arial" panose="020B0604020202020204" pitchFamily="34" charset="0"/>
              <a:buChar char="•"/>
            </a:pPr>
            <a:r>
              <a:rPr lang="en-US" sz="2400" dirty="0">
                <a:latin typeface="+mn-lt"/>
              </a:rPr>
              <a:t>Mutual exclusion is preserved.</a:t>
            </a:r>
          </a:p>
          <a:p>
            <a:pPr marL="342900" indent="-342900">
              <a:buFont typeface="Arial" panose="020B0604020202020204" pitchFamily="34" charset="0"/>
              <a:buChar char="•"/>
            </a:pPr>
            <a:r>
              <a:rPr lang="en-US" sz="2400" dirty="0">
                <a:latin typeface="+mn-lt"/>
              </a:rPr>
              <a:t>The progress requirement is satisfied.</a:t>
            </a:r>
          </a:p>
          <a:p>
            <a:pPr marL="342900" indent="-342900">
              <a:buFont typeface="Arial" panose="020B0604020202020204" pitchFamily="34" charset="0"/>
              <a:buChar char="•"/>
            </a:pPr>
            <a:r>
              <a:rPr lang="en-US" sz="2400" dirty="0">
                <a:latin typeface="+mn-lt"/>
              </a:rPr>
              <a:t>The bounded-waiting requirement is met.</a:t>
            </a:r>
          </a:p>
          <a:p>
            <a:pPr marL="342900" indent="-342900">
              <a:buFont typeface="Arial" panose="020B0604020202020204" pitchFamily="34" charset="0"/>
              <a:buChar char="•"/>
            </a:pPr>
            <a:r>
              <a:rPr lang="en-US" sz="2400" dirty="0">
                <a:latin typeface="+mn-lt"/>
              </a:rPr>
              <a:t>It doesn't work correctly on modern architectures.</a:t>
            </a:r>
            <a:endParaRPr lang="en-GB" sz="2400" dirty="0">
              <a:latin typeface="+mn-lt"/>
            </a:endParaRPr>
          </a:p>
        </p:txBody>
      </p:sp>
    </p:spTree>
    <p:extLst>
      <p:ext uri="{BB962C8B-B14F-4D97-AF65-F5344CB8AC3E}">
        <p14:creationId xmlns:p14="http://schemas.microsoft.com/office/powerpoint/2010/main" val="262089584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AD4C63-D6CB-995F-01DF-FCAFA42F2644}"/>
            </a:ext>
          </a:extLst>
        </p:cNvPr>
        <p:cNvGrpSpPr/>
        <p:nvPr/>
      </p:nvGrpSpPr>
      <p:grpSpPr>
        <a:xfrm>
          <a:off x="0" y="0"/>
          <a:ext cx="0" cy="0"/>
          <a:chOff x="0" y="0"/>
          <a:chExt cx="0" cy="0"/>
        </a:xfrm>
      </p:grpSpPr>
      <p:sp>
        <p:nvSpPr>
          <p:cNvPr id="12290" name="Rectangle 2">
            <a:extLst>
              <a:ext uri="{FF2B5EF4-FFF2-40B4-BE49-F238E27FC236}">
                <a16:creationId xmlns:a16="http://schemas.microsoft.com/office/drawing/2014/main" id="{32BE0510-3C33-67E1-048A-825EA2606F57}"/>
              </a:ext>
            </a:extLst>
          </p:cNvPr>
          <p:cNvSpPr>
            <a:spLocks noGrp="1" noChangeArrowheads="1"/>
          </p:cNvSpPr>
          <p:nvPr>
            <p:ph type="title"/>
          </p:nvPr>
        </p:nvSpPr>
        <p:spPr>
          <a:xfrm>
            <a:off x="1042987" y="372943"/>
            <a:ext cx="12272962" cy="768350"/>
          </a:xfrm>
        </p:spPr>
        <p:txBody>
          <a:bodyPr/>
          <a:lstStyle/>
          <a:p>
            <a:pPr eaLnBrk="1" hangingPunct="1"/>
            <a:r>
              <a:rPr lang="en-US" dirty="0">
                <a:solidFill>
                  <a:srgbClr val="C00000"/>
                </a:solidFill>
              </a:rPr>
              <a:t>6. </a:t>
            </a:r>
            <a:r>
              <a:rPr lang="en-US" dirty="0"/>
              <a:t>Semaphores</a:t>
            </a:r>
          </a:p>
        </p:txBody>
      </p:sp>
      <p:sp>
        <p:nvSpPr>
          <p:cNvPr id="4" name="TextBox 3">
            <a:extLst>
              <a:ext uri="{FF2B5EF4-FFF2-40B4-BE49-F238E27FC236}">
                <a16:creationId xmlns:a16="http://schemas.microsoft.com/office/drawing/2014/main" id="{F0500150-70E0-CDD9-D85E-D5AFDA9DA075}"/>
              </a:ext>
            </a:extLst>
          </p:cNvPr>
          <p:cNvSpPr txBox="1"/>
          <p:nvPr/>
        </p:nvSpPr>
        <p:spPr>
          <a:xfrm>
            <a:off x="879872" y="1777006"/>
            <a:ext cx="12436077" cy="1938992"/>
          </a:xfrm>
          <a:prstGeom prst="rect">
            <a:avLst/>
          </a:prstGeom>
          <a:noFill/>
        </p:spPr>
        <p:txBody>
          <a:bodyPr wrap="square">
            <a:spAutoFit/>
          </a:bodyPr>
          <a:lstStyle/>
          <a:p>
            <a:pPr marL="342900" indent="-342900">
              <a:buFont typeface="Arial" panose="020B0604020202020204" pitchFamily="34" charset="0"/>
              <a:buChar char="•"/>
            </a:pPr>
            <a:r>
              <a:rPr lang="en-US" sz="2400" dirty="0">
                <a:latin typeface="+mn-lt"/>
              </a:rPr>
              <a:t>A semaphore is an integer variable that, apart from initialization, is accessed only through two standard </a:t>
            </a:r>
            <a:r>
              <a:rPr lang="en-US" sz="2400" b="1" dirty="0">
                <a:solidFill>
                  <a:srgbClr val="0070C0"/>
                </a:solidFill>
                <a:latin typeface="+mn-lt"/>
              </a:rPr>
              <a:t>atomic operations</a:t>
            </a:r>
            <a:r>
              <a:rPr lang="en-US" sz="2400" dirty="0">
                <a:latin typeface="+mn-lt"/>
              </a:rPr>
              <a:t>: wait () and signal ().</a:t>
            </a:r>
          </a:p>
          <a:p>
            <a:pPr marL="342900" indent="-342900">
              <a:buFont typeface="Arial" panose="020B0604020202020204" pitchFamily="34" charset="0"/>
              <a:buChar char="•"/>
            </a:pPr>
            <a:r>
              <a:rPr lang="en-US" sz="2400" dirty="0">
                <a:latin typeface="+mn-lt"/>
              </a:rPr>
              <a:t>The wait() operation is also termed as P and signal () is also termed as V</a:t>
            </a:r>
          </a:p>
          <a:p>
            <a:pPr marL="342900" indent="-342900">
              <a:buFont typeface="Arial" panose="020B0604020202020204" pitchFamily="34" charset="0"/>
              <a:buChar char="•"/>
            </a:pPr>
            <a:r>
              <a:rPr lang="en-US" sz="2400" dirty="0">
                <a:latin typeface="+mn-lt"/>
              </a:rPr>
              <a:t>When one process modifies the semaphore value, no other process can simultaneously modify that same semaphore value.</a:t>
            </a:r>
            <a:endParaRPr lang="en-GB" sz="2400" dirty="0">
              <a:latin typeface="+mn-lt"/>
            </a:endParaRPr>
          </a:p>
        </p:txBody>
      </p:sp>
      <p:sp>
        <p:nvSpPr>
          <p:cNvPr id="2" name="TextBox 1">
            <a:extLst>
              <a:ext uri="{FF2B5EF4-FFF2-40B4-BE49-F238E27FC236}">
                <a16:creationId xmlns:a16="http://schemas.microsoft.com/office/drawing/2014/main" id="{87D67E4B-2BB9-5273-E9B1-370EF51EB78D}"/>
              </a:ext>
            </a:extLst>
          </p:cNvPr>
          <p:cNvSpPr txBox="1"/>
          <p:nvPr/>
        </p:nvSpPr>
        <p:spPr>
          <a:xfrm>
            <a:off x="4273357" y="4940968"/>
            <a:ext cx="1136843" cy="1685846"/>
          </a:xfrm>
          <a:prstGeom prst="rect">
            <a:avLst/>
          </a:prstGeom>
          <a:noFill/>
        </p:spPr>
        <p:txBody>
          <a:bodyPr wrap="square" rtlCol="0">
            <a:spAutoFit/>
          </a:bodyPr>
          <a:lstStyle/>
          <a:p>
            <a:pPr>
              <a:lnSpc>
                <a:spcPct val="150000"/>
              </a:lnSpc>
            </a:pPr>
            <a:r>
              <a:rPr lang="en-US" sz="2400" b="1" dirty="0">
                <a:latin typeface="+mn-lt"/>
              </a:rPr>
              <a:t>wait() </a:t>
            </a:r>
          </a:p>
          <a:p>
            <a:pPr>
              <a:lnSpc>
                <a:spcPct val="150000"/>
              </a:lnSpc>
            </a:pPr>
            <a:r>
              <a:rPr lang="en-US" sz="2400" b="1" dirty="0">
                <a:latin typeface="+mn-lt"/>
              </a:rPr>
              <a:t>down</a:t>
            </a:r>
          </a:p>
          <a:p>
            <a:pPr>
              <a:lnSpc>
                <a:spcPct val="150000"/>
              </a:lnSpc>
            </a:pPr>
            <a:r>
              <a:rPr lang="en-US" sz="2400" b="1" dirty="0">
                <a:latin typeface="+mn-lt"/>
              </a:rPr>
              <a:t>P()</a:t>
            </a:r>
            <a:endParaRPr lang="en-GB" sz="2400" b="1" dirty="0">
              <a:latin typeface="+mn-lt"/>
            </a:endParaRPr>
          </a:p>
        </p:txBody>
      </p:sp>
      <p:sp>
        <p:nvSpPr>
          <p:cNvPr id="3" name="TextBox 2">
            <a:extLst>
              <a:ext uri="{FF2B5EF4-FFF2-40B4-BE49-F238E27FC236}">
                <a16:creationId xmlns:a16="http://schemas.microsoft.com/office/drawing/2014/main" id="{0C650BDE-D906-38F7-F218-E11583FAD813}"/>
              </a:ext>
            </a:extLst>
          </p:cNvPr>
          <p:cNvSpPr txBox="1"/>
          <p:nvPr/>
        </p:nvSpPr>
        <p:spPr>
          <a:xfrm>
            <a:off x="7911907" y="4923211"/>
            <a:ext cx="1460693" cy="1685846"/>
          </a:xfrm>
          <a:prstGeom prst="rect">
            <a:avLst/>
          </a:prstGeom>
          <a:noFill/>
        </p:spPr>
        <p:txBody>
          <a:bodyPr wrap="square" rtlCol="0">
            <a:spAutoFit/>
          </a:bodyPr>
          <a:lstStyle/>
          <a:p>
            <a:pPr>
              <a:lnSpc>
                <a:spcPct val="150000"/>
              </a:lnSpc>
            </a:pPr>
            <a:r>
              <a:rPr lang="en-US" sz="2400" b="1" dirty="0">
                <a:latin typeface="+mn-lt"/>
              </a:rPr>
              <a:t>Signal() </a:t>
            </a:r>
          </a:p>
          <a:p>
            <a:pPr>
              <a:lnSpc>
                <a:spcPct val="150000"/>
              </a:lnSpc>
            </a:pPr>
            <a:r>
              <a:rPr lang="en-US" sz="2400" b="1" dirty="0">
                <a:latin typeface="+mn-lt"/>
              </a:rPr>
              <a:t>up</a:t>
            </a:r>
          </a:p>
          <a:p>
            <a:pPr>
              <a:lnSpc>
                <a:spcPct val="150000"/>
              </a:lnSpc>
            </a:pPr>
            <a:r>
              <a:rPr lang="en-US" sz="2400" b="1" dirty="0">
                <a:latin typeface="+mn-lt"/>
              </a:rPr>
              <a:t>V()</a:t>
            </a:r>
            <a:endParaRPr lang="en-GB" sz="2400" b="1" dirty="0">
              <a:latin typeface="+mn-lt"/>
            </a:endParaRPr>
          </a:p>
        </p:txBody>
      </p:sp>
      <p:cxnSp>
        <p:nvCxnSpPr>
          <p:cNvPr id="6" name="Straight Arrow Connector 5">
            <a:extLst>
              <a:ext uri="{FF2B5EF4-FFF2-40B4-BE49-F238E27FC236}">
                <a16:creationId xmlns:a16="http://schemas.microsoft.com/office/drawing/2014/main" id="{ACEEF01B-AE45-CA46-EE7D-8BC76D47BAE8}"/>
              </a:ext>
            </a:extLst>
          </p:cNvPr>
          <p:cNvCxnSpPr>
            <a:cxnSpLocks/>
            <a:stCxn id="2" idx="3"/>
            <a:endCxn id="3" idx="1"/>
          </p:cNvCxnSpPr>
          <p:nvPr/>
        </p:nvCxnSpPr>
        <p:spPr bwMode="auto">
          <a:xfrm flipV="1">
            <a:off x="5410200" y="5766134"/>
            <a:ext cx="2501707" cy="17757"/>
          </a:xfrm>
          <a:prstGeom prst="straightConnector1">
            <a:avLst/>
          </a:prstGeom>
          <a:ln w="57150">
            <a:solidFill>
              <a:srgbClr val="0070C0"/>
            </a:solidFill>
            <a:headEnd type="triangle"/>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95629673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A3BC49-B129-DC3B-91E3-723603C67FB8}"/>
            </a:ext>
          </a:extLst>
        </p:cNvPr>
        <p:cNvGrpSpPr/>
        <p:nvPr/>
      </p:nvGrpSpPr>
      <p:grpSpPr>
        <a:xfrm>
          <a:off x="0" y="0"/>
          <a:ext cx="0" cy="0"/>
          <a:chOff x="0" y="0"/>
          <a:chExt cx="0" cy="0"/>
        </a:xfrm>
      </p:grpSpPr>
      <p:sp>
        <p:nvSpPr>
          <p:cNvPr id="12290" name="Rectangle 2">
            <a:extLst>
              <a:ext uri="{FF2B5EF4-FFF2-40B4-BE49-F238E27FC236}">
                <a16:creationId xmlns:a16="http://schemas.microsoft.com/office/drawing/2014/main" id="{FC14611E-E725-8766-4632-DEF5EBD4532C}"/>
              </a:ext>
            </a:extLst>
          </p:cNvPr>
          <p:cNvSpPr>
            <a:spLocks noGrp="1" noChangeArrowheads="1"/>
          </p:cNvSpPr>
          <p:nvPr>
            <p:ph type="title"/>
          </p:nvPr>
        </p:nvSpPr>
        <p:spPr>
          <a:xfrm>
            <a:off x="1042987" y="372943"/>
            <a:ext cx="12272962" cy="768350"/>
          </a:xfrm>
        </p:spPr>
        <p:txBody>
          <a:bodyPr/>
          <a:lstStyle/>
          <a:p>
            <a:pPr eaLnBrk="1" hangingPunct="1"/>
            <a:r>
              <a:rPr lang="en-US" dirty="0">
                <a:solidFill>
                  <a:srgbClr val="C00000"/>
                </a:solidFill>
              </a:rPr>
              <a:t>6. </a:t>
            </a:r>
            <a:r>
              <a:rPr lang="en-US" dirty="0"/>
              <a:t>Semaphores</a:t>
            </a:r>
          </a:p>
        </p:txBody>
      </p:sp>
      <p:graphicFrame>
        <p:nvGraphicFramePr>
          <p:cNvPr id="8" name="Table 7">
            <a:extLst>
              <a:ext uri="{FF2B5EF4-FFF2-40B4-BE49-F238E27FC236}">
                <a16:creationId xmlns:a16="http://schemas.microsoft.com/office/drawing/2014/main" id="{63BB5FC1-D313-0A50-2A64-7D3DDA2474BF}"/>
              </a:ext>
            </a:extLst>
          </p:cNvPr>
          <p:cNvGraphicFramePr>
            <a:graphicFrameLocks noGrp="1"/>
          </p:cNvGraphicFramePr>
          <p:nvPr>
            <p:extLst>
              <p:ext uri="{D42A27DB-BD31-4B8C-83A1-F6EECF244321}">
                <p14:modId xmlns:p14="http://schemas.microsoft.com/office/powerpoint/2010/main" val="793159730"/>
              </p:ext>
            </p:extLst>
          </p:nvPr>
        </p:nvGraphicFramePr>
        <p:xfrm>
          <a:off x="663102" y="1773877"/>
          <a:ext cx="3869987" cy="2438400"/>
        </p:xfrm>
        <a:graphic>
          <a:graphicData uri="http://schemas.openxmlformats.org/drawingml/2006/table">
            <a:tbl>
              <a:tblPr firstRow="1" bandRow="1"/>
              <a:tblGrid>
                <a:gridCol w="3869987">
                  <a:extLst>
                    <a:ext uri="{9D8B030D-6E8A-4147-A177-3AD203B41FA5}">
                      <a16:colId xmlns:a16="http://schemas.microsoft.com/office/drawing/2014/main" val="518628889"/>
                    </a:ext>
                  </a:extLst>
                </a:gridCol>
              </a:tblGrid>
              <a:tr h="2438400">
                <a:tc>
                  <a:txBody>
                    <a:bodyPr/>
                    <a:lstStyle/>
                    <a:p>
                      <a:pPr>
                        <a:lnSpc>
                          <a:spcPct val="150000"/>
                        </a:lnSpc>
                      </a:pPr>
                      <a:r>
                        <a:rPr lang="en-US" sz="2400" b="1" dirty="0"/>
                        <a:t>wait (S) { </a:t>
                      </a:r>
                    </a:p>
                    <a:p>
                      <a:pPr>
                        <a:lnSpc>
                          <a:spcPct val="150000"/>
                        </a:lnSpc>
                      </a:pPr>
                      <a:r>
                        <a:rPr lang="en-US" sz="2400" b="1" dirty="0"/>
                        <a:t>           while (S &lt;= 0); </a:t>
                      </a:r>
                    </a:p>
                    <a:p>
                      <a:pPr>
                        <a:lnSpc>
                          <a:spcPct val="150000"/>
                        </a:lnSpc>
                      </a:pPr>
                      <a:r>
                        <a:rPr lang="en-US" sz="2400" b="1" dirty="0"/>
                        <a:t>              S--;</a:t>
                      </a:r>
                    </a:p>
                    <a:p>
                      <a:pPr>
                        <a:lnSpc>
                          <a:spcPct val="150000"/>
                        </a:lnSpc>
                      </a:pPr>
                      <a:r>
                        <a:rPr lang="en-US" sz="2400" b="1" dirty="0"/>
                        <a:t>      }</a:t>
                      </a:r>
                    </a:p>
                  </a:txBody>
                  <a:tcPr/>
                </a:tc>
                <a:extLst>
                  <a:ext uri="{0D108BD9-81ED-4DB2-BD59-A6C34878D82A}">
                    <a16:rowId xmlns:a16="http://schemas.microsoft.com/office/drawing/2014/main" val="2557368784"/>
                  </a:ext>
                </a:extLst>
              </a:tr>
            </a:tbl>
          </a:graphicData>
        </a:graphic>
      </p:graphicFrame>
      <p:graphicFrame>
        <p:nvGraphicFramePr>
          <p:cNvPr id="9" name="Table 8">
            <a:extLst>
              <a:ext uri="{FF2B5EF4-FFF2-40B4-BE49-F238E27FC236}">
                <a16:creationId xmlns:a16="http://schemas.microsoft.com/office/drawing/2014/main" id="{B03E09B2-AE87-F03C-A447-FDF14DA81F96}"/>
              </a:ext>
            </a:extLst>
          </p:cNvPr>
          <p:cNvGraphicFramePr>
            <a:graphicFrameLocks noGrp="1"/>
          </p:cNvGraphicFramePr>
          <p:nvPr>
            <p:extLst>
              <p:ext uri="{D42A27DB-BD31-4B8C-83A1-F6EECF244321}">
                <p14:modId xmlns:p14="http://schemas.microsoft.com/office/powerpoint/2010/main" val="4172709267"/>
              </p:ext>
            </p:extLst>
          </p:nvPr>
        </p:nvGraphicFramePr>
        <p:xfrm>
          <a:off x="7547042" y="1773877"/>
          <a:ext cx="3869987" cy="2438400"/>
        </p:xfrm>
        <a:graphic>
          <a:graphicData uri="http://schemas.openxmlformats.org/drawingml/2006/table">
            <a:tbl>
              <a:tblPr firstRow="1" bandRow="1"/>
              <a:tblGrid>
                <a:gridCol w="3869987">
                  <a:extLst>
                    <a:ext uri="{9D8B030D-6E8A-4147-A177-3AD203B41FA5}">
                      <a16:colId xmlns:a16="http://schemas.microsoft.com/office/drawing/2014/main" val="518628889"/>
                    </a:ext>
                  </a:extLst>
                </a:gridCol>
              </a:tblGrid>
              <a:tr h="2438400">
                <a:tc>
                  <a:txBody>
                    <a:bodyPr/>
                    <a:lstStyle/>
                    <a:p>
                      <a:pPr>
                        <a:lnSpc>
                          <a:spcPct val="150000"/>
                        </a:lnSpc>
                      </a:pPr>
                      <a:r>
                        <a:rPr lang="en-US" sz="2400" b="1" dirty="0"/>
                        <a:t>signal (S) { </a:t>
                      </a:r>
                    </a:p>
                    <a:p>
                      <a:pPr>
                        <a:lnSpc>
                          <a:spcPct val="150000"/>
                        </a:lnSpc>
                      </a:pPr>
                      <a:r>
                        <a:rPr lang="en-US" sz="2400" b="1" dirty="0"/>
                        <a:t>              S++;</a:t>
                      </a:r>
                    </a:p>
                    <a:p>
                      <a:pPr>
                        <a:lnSpc>
                          <a:spcPct val="150000"/>
                        </a:lnSpc>
                      </a:pPr>
                      <a:r>
                        <a:rPr lang="en-US" sz="2400" b="1" dirty="0"/>
                        <a:t>      }</a:t>
                      </a:r>
                    </a:p>
                  </a:txBody>
                  <a:tcPr/>
                </a:tc>
                <a:extLst>
                  <a:ext uri="{0D108BD9-81ED-4DB2-BD59-A6C34878D82A}">
                    <a16:rowId xmlns:a16="http://schemas.microsoft.com/office/drawing/2014/main" val="2557368784"/>
                  </a:ext>
                </a:extLst>
              </a:tr>
            </a:tbl>
          </a:graphicData>
        </a:graphic>
      </p:graphicFrame>
      <p:pic>
        <p:nvPicPr>
          <p:cNvPr id="11" name="Picture 10">
            <a:extLst>
              <a:ext uri="{FF2B5EF4-FFF2-40B4-BE49-F238E27FC236}">
                <a16:creationId xmlns:a16="http://schemas.microsoft.com/office/drawing/2014/main" id="{23F09FA4-F021-65FE-820B-5605F2D6E875}"/>
              </a:ext>
            </a:extLst>
          </p:cNvPr>
          <p:cNvPicPr>
            <a:picLocks noChangeAspect="1"/>
          </p:cNvPicPr>
          <p:nvPr/>
        </p:nvPicPr>
        <p:blipFill>
          <a:blip r:embed="rId3"/>
          <a:stretch>
            <a:fillRect/>
          </a:stretch>
        </p:blipFill>
        <p:spPr>
          <a:xfrm>
            <a:off x="4233965" y="4212277"/>
            <a:ext cx="3869987" cy="4406421"/>
          </a:xfrm>
          <a:prstGeom prst="rect">
            <a:avLst/>
          </a:prstGeom>
        </p:spPr>
      </p:pic>
    </p:spTree>
    <p:extLst>
      <p:ext uri="{BB962C8B-B14F-4D97-AF65-F5344CB8AC3E}">
        <p14:creationId xmlns:p14="http://schemas.microsoft.com/office/powerpoint/2010/main" val="254225873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1C2308-15BA-5D4B-E1AF-0BD8EE004F82}"/>
            </a:ext>
          </a:extLst>
        </p:cNvPr>
        <p:cNvGrpSpPr/>
        <p:nvPr/>
      </p:nvGrpSpPr>
      <p:grpSpPr>
        <a:xfrm>
          <a:off x="0" y="0"/>
          <a:ext cx="0" cy="0"/>
          <a:chOff x="0" y="0"/>
          <a:chExt cx="0" cy="0"/>
        </a:xfrm>
      </p:grpSpPr>
      <p:sp>
        <p:nvSpPr>
          <p:cNvPr id="12290" name="Rectangle 2">
            <a:extLst>
              <a:ext uri="{FF2B5EF4-FFF2-40B4-BE49-F238E27FC236}">
                <a16:creationId xmlns:a16="http://schemas.microsoft.com/office/drawing/2014/main" id="{306617E4-18AA-19E5-7F81-B0727A877E62}"/>
              </a:ext>
            </a:extLst>
          </p:cNvPr>
          <p:cNvSpPr>
            <a:spLocks noGrp="1" noChangeArrowheads="1"/>
          </p:cNvSpPr>
          <p:nvPr>
            <p:ph type="title"/>
          </p:nvPr>
        </p:nvSpPr>
        <p:spPr>
          <a:xfrm>
            <a:off x="1042987" y="372943"/>
            <a:ext cx="12272962" cy="768350"/>
          </a:xfrm>
        </p:spPr>
        <p:txBody>
          <a:bodyPr/>
          <a:lstStyle/>
          <a:p>
            <a:pPr eaLnBrk="1" hangingPunct="1"/>
            <a:r>
              <a:rPr lang="en-US" dirty="0">
                <a:solidFill>
                  <a:srgbClr val="C00000"/>
                </a:solidFill>
              </a:rPr>
              <a:t>6.1 </a:t>
            </a:r>
            <a:r>
              <a:rPr lang="en-US" dirty="0"/>
              <a:t>Binary Semaphores</a:t>
            </a:r>
          </a:p>
        </p:txBody>
      </p:sp>
      <p:sp>
        <p:nvSpPr>
          <p:cNvPr id="3" name="TextBox 2">
            <a:extLst>
              <a:ext uri="{FF2B5EF4-FFF2-40B4-BE49-F238E27FC236}">
                <a16:creationId xmlns:a16="http://schemas.microsoft.com/office/drawing/2014/main" id="{EC4266C1-EA16-C33F-8117-13602A630613}"/>
              </a:ext>
            </a:extLst>
          </p:cNvPr>
          <p:cNvSpPr txBox="1"/>
          <p:nvPr/>
        </p:nvSpPr>
        <p:spPr>
          <a:xfrm>
            <a:off x="603115" y="1745638"/>
            <a:ext cx="12712834" cy="4893647"/>
          </a:xfrm>
          <a:prstGeom prst="rect">
            <a:avLst/>
          </a:prstGeom>
          <a:noFill/>
        </p:spPr>
        <p:txBody>
          <a:bodyPr wrap="square">
            <a:spAutoFit/>
          </a:bodyPr>
          <a:lstStyle/>
          <a:p>
            <a:r>
              <a:rPr lang="en-GB" sz="2400" b="1" dirty="0">
                <a:latin typeface="+mn-lt"/>
              </a:rPr>
              <a:t>1.</a:t>
            </a:r>
            <a:r>
              <a:rPr lang="en-GB" sz="2400" dirty="0">
                <a:latin typeface="+mn-lt"/>
              </a:rPr>
              <a:t> The value of a binary semaphore can range only between 0 and 1. On some systems, binary semaphores are known as mutex locks, as they are locks that provide mutual exclusion.</a:t>
            </a:r>
          </a:p>
          <a:p>
            <a:r>
              <a:rPr lang="en-GB" sz="2400" b="1" dirty="0">
                <a:latin typeface="+mn-lt"/>
              </a:rPr>
              <a:t>2.</a:t>
            </a:r>
            <a:r>
              <a:rPr lang="en-GB" sz="2400" dirty="0">
                <a:latin typeface="+mn-lt"/>
              </a:rPr>
              <a:t> Binary semaphores can be used to solve the critical-section problem for multiple processes.</a:t>
            </a:r>
          </a:p>
          <a:p>
            <a:r>
              <a:rPr lang="en-GB" sz="2400" b="1" dirty="0">
                <a:latin typeface="+mn-lt"/>
              </a:rPr>
              <a:t>3.</a:t>
            </a:r>
            <a:r>
              <a:rPr lang="en-GB" sz="2400" dirty="0">
                <a:latin typeface="+mn-lt"/>
              </a:rPr>
              <a:t> Semaphore requires Busy Waiting.</a:t>
            </a:r>
          </a:p>
          <a:p>
            <a:r>
              <a:rPr lang="en-GB" sz="2400" b="1" dirty="0">
                <a:latin typeface="+mn-lt"/>
              </a:rPr>
              <a:t>4.</a:t>
            </a:r>
            <a:r>
              <a:rPr lang="en-GB" sz="2400" dirty="0">
                <a:latin typeface="+mn-lt"/>
              </a:rPr>
              <a:t> Definition of the wait () and signal () semaphore operations, are modified to solve busy waiting problem</a:t>
            </a:r>
          </a:p>
          <a:p>
            <a:r>
              <a:rPr lang="en-GB" sz="2400" b="1" dirty="0">
                <a:latin typeface="+mn-lt"/>
              </a:rPr>
              <a:t>5.</a:t>
            </a:r>
            <a:r>
              <a:rPr lang="en-GB" sz="2400" dirty="0">
                <a:latin typeface="+mn-lt"/>
              </a:rPr>
              <a:t> Instead of busy waiting, the process are blocked and placed into a waiting queue associated with semaphore by sleep() operation.</a:t>
            </a:r>
          </a:p>
          <a:p>
            <a:r>
              <a:rPr lang="en-GB" sz="2400" b="1" dirty="0">
                <a:latin typeface="+mn-lt"/>
              </a:rPr>
              <a:t>6.</a:t>
            </a:r>
            <a:r>
              <a:rPr lang="en-GB" sz="2400" dirty="0">
                <a:latin typeface="+mn-lt"/>
              </a:rPr>
              <a:t> Blocked process can be restarted a wakeup () operation, when some other process executes a signal() operation. It changes process state from the waiting state to the ready state.</a:t>
            </a:r>
          </a:p>
        </p:txBody>
      </p:sp>
    </p:spTree>
    <p:extLst>
      <p:ext uri="{BB962C8B-B14F-4D97-AF65-F5344CB8AC3E}">
        <p14:creationId xmlns:p14="http://schemas.microsoft.com/office/powerpoint/2010/main" val="258447562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CE953A-0DDE-801A-2F26-C02E7CFBC859}"/>
            </a:ext>
          </a:extLst>
        </p:cNvPr>
        <p:cNvGrpSpPr/>
        <p:nvPr/>
      </p:nvGrpSpPr>
      <p:grpSpPr>
        <a:xfrm>
          <a:off x="0" y="0"/>
          <a:ext cx="0" cy="0"/>
          <a:chOff x="0" y="0"/>
          <a:chExt cx="0" cy="0"/>
        </a:xfrm>
      </p:grpSpPr>
      <p:sp>
        <p:nvSpPr>
          <p:cNvPr id="12290" name="Rectangle 2">
            <a:extLst>
              <a:ext uri="{FF2B5EF4-FFF2-40B4-BE49-F238E27FC236}">
                <a16:creationId xmlns:a16="http://schemas.microsoft.com/office/drawing/2014/main" id="{2CDA1162-0285-552E-B7C2-56CC2A7A2758}"/>
              </a:ext>
            </a:extLst>
          </p:cNvPr>
          <p:cNvSpPr>
            <a:spLocks noGrp="1" noChangeArrowheads="1"/>
          </p:cNvSpPr>
          <p:nvPr>
            <p:ph type="title"/>
          </p:nvPr>
        </p:nvSpPr>
        <p:spPr>
          <a:xfrm>
            <a:off x="1042987" y="372943"/>
            <a:ext cx="12272962" cy="768350"/>
          </a:xfrm>
        </p:spPr>
        <p:txBody>
          <a:bodyPr/>
          <a:lstStyle/>
          <a:p>
            <a:pPr eaLnBrk="1" hangingPunct="1"/>
            <a:r>
              <a:rPr lang="en-US" dirty="0">
                <a:solidFill>
                  <a:srgbClr val="C00000"/>
                </a:solidFill>
              </a:rPr>
              <a:t>6. </a:t>
            </a:r>
            <a:r>
              <a:rPr lang="en-US" dirty="0"/>
              <a:t>Binary Semaphores</a:t>
            </a:r>
          </a:p>
        </p:txBody>
      </p:sp>
      <p:graphicFrame>
        <p:nvGraphicFramePr>
          <p:cNvPr id="2" name="Table 1">
            <a:extLst>
              <a:ext uri="{FF2B5EF4-FFF2-40B4-BE49-F238E27FC236}">
                <a16:creationId xmlns:a16="http://schemas.microsoft.com/office/drawing/2014/main" id="{8869296A-2794-733F-BACD-8C91B7E1DDC9}"/>
              </a:ext>
            </a:extLst>
          </p:cNvPr>
          <p:cNvGraphicFramePr>
            <a:graphicFrameLocks noGrp="1"/>
          </p:cNvGraphicFramePr>
          <p:nvPr>
            <p:extLst>
              <p:ext uri="{D42A27DB-BD31-4B8C-83A1-F6EECF244321}">
                <p14:modId xmlns:p14="http://schemas.microsoft.com/office/powerpoint/2010/main" val="1758327443"/>
              </p:ext>
            </p:extLst>
          </p:nvPr>
        </p:nvGraphicFramePr>
        <p:xfrm>
          <a:off x="663102" y="1365320"/>
          <a:ext cx="5854430" cy="4412742"/>
        </p:xfrm>
        <a:graphic>
          <a:graphicData uri="http://schemas.openxmlformats.org/drawingml/2006/table">
            <a:tbl>
              <a:tblPr firstRow="1" bandRow="1"/>
              <a:tblGrid>
                <a:gridCol w="5854430">
                  <a:extLst>
                    <a:ext uri="{9D8B030D-6E8A-4147-A177-3AD203B41FA5}">
                      <a16:colId xmlns:a16="http://schemas.microsoft.com/office/drawing/2014/main" val="518628889"/>
                    </a:ext>
                  </a:extLst>
                </a:gridCol>
              </a:tblGrid>
              <a:tr h="2438400">
                <a:tc>
                  <a:txBody>
                    <a:bodyPr/>
                    <a:lstStyle/>
                    <a:p>
                      <a:pPr>
                        <a:lnSpc>
                          <a:spcPct val="150000"/>
                        </a:lnSpc>
                      </a:pPr>
                      <a:r>
                        <a:rPr lang="en-US" sz="2400" b="1" dirty="0"/>
                        <a:t>P(semaphore s)</a:t>
                      </a:r>
                    </a:p>
                    <a:p>
                      <a:pPr>
                        <a:lnSpc>
                          <a:spcPct val="150000"/>
                        </a:lnSpc>
                      </a:pPr>
                      <a:r>
                        <a:rPr lang="en-US" sz="2400" b="1" dirty="0"/>
                        <a:t>{      if (</a:t>
                      </a:r>
                      <a:r>
                        <a:rPr lang="en-US" sz="2400" b="1" dirty="0" err="1"/>
                        <a:t>s.value</a:t>
                      </a:r>
                      <a:r>
                        <a:rPr lang="en-US" sz="2400" b="1" dirty="0"/>
                        <a:t> == 1) </a:t>
                      </a:r>
                    </a:p>
                    <a:p>
                      <a:pPr>
                        <a:lnSpc>
                          <a:spcPct val="150000"/>
                        </a:lnSpc>
                      </a:pPr>
                      <a:r>
                        <a:rPr lang="en-US" sz="2400" b="1" dirty="0"/>
                        <a:t>                 </a:t>
                      </a:r>
                      <a:r>
                        <a:rPr lang="en-US" sz="2400" b="1" dirty="0" err="1"/>
                        <a:t>s.value</a:t>
                      </a:r>
                      <a:r>
                        <a:rPr lang="en-US" sz="2400" b="1" dirty="0"/>
                        <a:t> = 0;</a:t>
                      </a:r>
                    </a:p>
                    <a:p>
                      <a:pPr>
                        <a:lnSpc>
                          <a:spcPct val="150000"/>
                        </a:lnSpc>
                      </a:pPr>
                      <a:r>
                        <a:rPr lang="en-US" sz="2400" b="1" dirty="0"/>
                        <a:t>else {</a:t>
                      </a:r>
                    </a:p>
                    <a:p>
                      <a:pPr>
                        <a:lnSpc>
                          <a:spcPct val="150000"/>
                        </a:lnSpc>
                      </a:pPr>
                      <a:r>
                        <a:rPr lang="en-US" sz="2400" b="1" dirty="0"/>
                        <a:t>// add the process to the waiting queue</a:t>
                      </a:r>
                    </a:p>
                    <a:p>
                      <a:pPr lvl="2">
                        <a:lnSpc>
                          <a:spcPct val="150000"/>
                        </a:lnSpc>
                      </a:pPr>
                      <a:r>
                        <a:rPr lang="en-US" sz="2400" b="1" dirty="0" err="1"/>
                        <a:t>q.add</a:t>
                      </a:r>
                      <a:r>
                        <a:rPr lang="en-US" sz="2400" b="1" dirty="0"/>
                        <a:t>(P);</a:t>
                      </a:r>
                    </a:p>
                    <a:p>
                      <a:pPr lvl="2">
                        <a:lnSpc>
                          <a:spcPct val="150000"/>
                        </a:lnSpc>
                      </a:pPr>
                      <a:r>
                        <a:rPr lang="en-US" sz="2400" b="1" dirty="0"/>
                        <a:t>sleep();</a:t>
                      </a:r>
                    </a:p>
                    <a:p>
                      <a:pPr lvl="0">
                        <a:lnSpc>
                          <a:spcPct val="150000"/>
                        </a:lnSpc>
                      </a:pPr>
                      <a:r>
                        <a:rPr lang="en-US" sz="2400" b="1" dirty="0"/>
                        <a:t>}}</a:t>
                      </a:r>
                    </a:p>
                  </a:txBody>
                  <a:tcPr/>
                </a:tc>
                <a:extLst>
                  <a:ext uri="{0D108BD9-81ED-4DB2-BD59-A6C34878D82A}">
                    <a16:rowId xmlns:a16="http://schemas.microsoft.com/office/drawing/2014/main" val="2557368784"/>
                  </a:ext>
                </a:extLst>
              </a:tr>
            </a:tbl>
          </a:graphicData>
        </a:graphic>
      </p:graphicFrame>
      <p:graphicFrame>
        <p:nvGraphicFramePr>
          <p:cNvPr id="5" name="Table 4">
            <a:extLst>
              <a:ext uri="{FF2B5EF4-FFF2-40B4-BE49-F238E27FC236}">
                <a16:creationId xmlns:a16="http://schemas.microsoft.com/office/drawing/2014/main" id="{8C11A5FD-E249-DAE3-FF67-76633262E4D6}"/>
              </a:ext>
            </a:extLst>
          </p:cNvPr>
          <p:cNvGraphicFramePr>
            <a:graphicFrameLocks noGrp="1"/>
          </p:cNvGraphicFramePr>
          <p:nvPr>
            <p:extLst>
              <p:ext uri="{D42A27DB-BD31-4B8C-83A1-F6EECF244321}">
                <p14:modId xmlns:p14="http://schemas.microsoft.com/office/powerpoint/2010/main" val="2700060621"/>
              </p:ext>
            </p:extLst>
          </p:nvPr>
        </p:nvGraphicFramePr>
        <p:xfrm>
          <a:off x="6858000" y="1342450"/>
          <a:ext cx="5882005" cy="4412742"/>
        </p:xfrm>
        <a:graphic>
          <a:graphicData uri="http://schemas.openxmlformats.org/drawingml/2006/table">
            <a:tbl>
              <a:tblPr firstRow="1" bandRow="1"/>
              <a:tblGrid>
                <a:gridCol w="5882005">
                  <a:extLst>
                    <a:ext uri="{9D8B030D-6E8A-4147-A177-3AD203B41FA5}">
                      <a16:colId xmlns:a16="http://schemas.microsoft.com/office/drawing/2014/main" val="518628889"/>
                    </a:ext>
                  </a:extLst>
                </a:gridCol>
              </a:tblGrid>
              <a:tr h="2438400">
                <a:tc>
                  <a:txBody>
                    <a:bodyPr/>
                    <a:lstStyle/>
                    <a:p>
                      <a:pPr>
                        <a:lnSpc>
                          <a:spcPct val="150000"/>
                        </a:lnSpc>
                      </a:pPr>
                      <a:r>
                        <a:rPr lang="en-US" sz="2400" b="1" dirty="0"/>
                        <a:t>V(semaphore s)</a:t>
                      </a:r>
                    </a:p>
                    <a:p>
                      <a:pPr>
                        <a:lnSpc>
                          <a:spcPct val="150000"/>
                        </a:lnSpc>
                      </a:pPr>
                      <a:r>
                        <a:rPr lang="en-US" sz="2400" b="1" dirty="0"/>
                        <a:t>{      if (</a:t>
                      </a:r>
                      <a:r>
                        <a:rPr lang="en-US" sz="2400" b="1" dirty="0" err="1"/>
                        <a:t>s.q</a:t>
                      </a:r>
                      <a:r>
                        <a:rPr lang="en-US" sz="2400" b="1" dirty="0"/>
                        <a:t> </a:t>
                      </a:r>
                      <a:r>
                        <a:rPr lang="en-US" sz="2400" b="1" dirty="0" err="1"/>
                        <a:t>isEmpty</a:t>
                      </a:r>
                      <a:r>
                        <a:rPr lang="en-US" sz="2400" b="1" dirty="0"/>
                        <a:t>() ) </a:t>
                      </a:r>
                    </a:p>
                    <a:p>
                      <a:pPr>
                        <a:lnSpc>
                          <a:spcPct val="150000"/>
                        </a:lnSpc>
                      </a:pPr>
                      <a:r>
                        <a:rPr lang="en-US" sz="2400" b="1" dirty="0"/>
                        <a:t>                 </a:t>
                      </a:r>
                      <a:r>
                        <a:rPr lang="en-US" sz="2400" b="1" dirty="0" err="1"/>
                        <a:t>s.value</a:t>
                      </a:r>
                      <a:r>
                        <a:rPr lang="en-US" sz="2400" b="1" dirty="0"/>
                        <a:t> = 1;</a:t>
                      </a:r>
                    </a:p>
                    <a:p>
                      <a:pPr>
                        <a:lnSpc>
                          <a:spcPct val="150000"/>
                        </a:lnSpc>
                      </a:pPr>
                      <a:r>
                        <a:rPr lang="en-US" sz="2400" b="1" dirty="0"/>
                        <a:t>else {</a:t>
                      </a:r>
                    </a:p>
                    <a:p>
                      <a:pPr>
                        <a:lnSpc>
                          <a:spcPct val="150000"/>
                        </a:lnSpc>
                      </a:pPr>
                      <a:r>
                        <a:rPr lang="en-US" sz="2400" b="1" dirty="0"/>
                        <a:t>// select a process from waiting queue</a:t>
                      </a:r>
                    </a:p>
                    <a:p>
                      <a:pPr lvl="2">
                        <a:lnSpc>
                          <a:spcPct val="150000"/>
                        </a:lnSpc>
                      </a:pPr>
                      <a:r>
                        <a:rPr lang="en-US" sz="2400" b="1" dirty="0"/>
                        <a:t>Process p = </a:t>
                      </a:r>
                      <a:r>
                        <a:rPr lang="en-US" sz="2400" b="1" dirty="0" err="1"/>
                        <a:t>q.remove</a:t>
                      </a:r>
                      <a:r>
                        <a:rPr lang="en-US" sz="2400" b="1" dirty="0"/>
                        <a:t>();</a:t>
                      </a:r>
                    </a:p>
                    <a:p>
                      <a:pPr lvl="2">
                        <a:lnSpc>
                          <a:spcPct val="150000"/>
                        </a:lnSpc>
                      </a:pPr>
                      <a:r>
                        <a:rPr lang="en-US" sz="2400" b="1" dirty="0"/>
                        <a:t>wakeup();</a:t>
                      </a:r>
                    </a:p>
                    <a:p>
                      <a:pPr lvl="0">
                        <a:lnSpc>
                          <a:spcPct val="150000"/>
                        </a:lnSpc>
                      </a:pPr>
                      <a:r>
                        <a:rPr lang="en-US" sz="2400" b="1" dirty="0"/>
                        <a:t>}}</a:t>
                      </a:r>
                    </a:p>
                  </a:txBody>
                  <a:tcPr/>
                </a:tc>
                <a:extLst>
                  <a:ext uri="{0D108BD9-81ED-4DB2-BD59-A6C34878D82A}">
                    <a16:rowId xmlns:a16="http://schemas.microsoft.com/office/drawing/2014/main" val="2557368784"/>
                  </a:ext>
                </a:extLst>
              </a:tr>
            </a:tbl>
          </a:graphicData>
        </a:graphic>
      </p:graphicFrame>
      <p:sp>
        <p:nvSpPr>
          <p:cNvPr id="6" name="TextBox 5">
            <a:extLst>
              <a:ext uri="{FF2B5EF4-FFF2-40B4-BE49-F238E27FC236}">
                <a16:creationId xmlns:a16="http://schemas.microsoft.com/office/drawing/2014/main" id="{942D37AB-E2E7-1626-9917-A79666A54430}"/>
              </a:ext>
            </a:extLst>
          </p:cNvPr>
          <p:cNvSpPr txBox="1"/>
          <p:nvPr/>
        </p:nvSpPr>
        <p:spPr>
          <a:xfrm>
            <a:off x="956696" y="6313655"/>
            <a:ext cx="852960" cy="461665"/>
          </a:xfrm>
          <a:prstGeom prst="rect">
            <a:avLst/>
          </a:prstGeom>
          <a:noFill/>
        </p:spPr>
        <p:txBody>
          <a:bodyPr wrap="square">
            <a:spAutoFit/>
          </a:bodyPr>
          <a:lstStyle/>
          <a:p>
            <a:r>
              <a:rPr lang="en-US" sz="2400" b="1" dirty="0">
                <a:latin typeface="+mn-lt"/>
              </a:rPr>
              <a:t>S</a:t>
            </a:r>
            <a:endParaRPr lang="en-GB" sz="2400" dirty="0">
              <a:latin typeface="+mn-lt"/>
            </a:endParaRPr>
          </a:p>
        </p:txBody>
      </p:sp>
      <p:graphicFrame>
        <p:nvGraphicFramePr>
          <p:cNvPr id="7" name="Table 6">
            <a:extLst>
              <a:ext uri="{FF2B5EF4-FFF2-40B4-BE49-F238E27FC236}">
                <a16:creationId xmlns:a16="http://schemas.microsoft.com/office/drawing/2014/main" id="{2A0C5CAA-9104-287C-D40F-476DCE7341C2}"/>
              </a:ext>
            </a:extLst>
          </p:cNvPr>
          <p:cNvGraphicFramePr>
            <a:graphicFrameLocks noGrp="1"/>
          </p:cNvGraphicFramePr>
          <p:nvPr>
            <p:extLst>
              <p:ext uri="{D42A27DB-BD31-4B8C-83A1-F6EECF244321}">
                <p14:modId xmlns:p14="http://schemas.microsoft.com/office/powerpoint/2010/main" val="3961789227"/>
              </p:ext>
            </p:extLst>
          </p:nvPr>
        </p:nvGraphicFramePr>
        <p:xfrm>
          <a:off x="1383176" y="6287640"/>
          <a:ext cx="1171055" cy="487680"/>
        </p:xfrm>
        <a:graphic>
          <a:graphicData uri="http://schemas.openxmlformats.org/drawingml/2006/table">
            <a:tbl>
              <a:tblPr firstRow="1" bandRow="1"/>
              <a:tblGrid>
                <a:gridCol w="1171055">
                  <a:extLst>
                    <a:ext uri="{9D8B030D-6E8A-4147-A177-3AD203B41FA5}">
                      <a16:colId xmlns:a16="http://schemas.microsoft.com/office/drawing/2014/main" val="2888608665"/>
                    </a:ext>
                  </a:extLst>
                </a:gridCol>
              </a:tblGrid>
              <a:tr h="370840">
                <a:tc>
                  <a:txBody>
                    <a:bodyPr/>
                    <a:lstStyle/>
                    <a:p>
                      <a:pPr algn="ctr"/>
                      <a:r>
                        <a:rPr lang="en-US" b="1" dirty="0"/>
                        <a:t>1</a:t>
                      </a:r>
                      <a:endParaRPr lang="en-GB" b="1" dirty="0"/>
                    </a:p>
                  </a:txBody>
                  <a:tcPr/>
                </a:tc>
                <a:extLst>
                  <a:ext uri="{0D108BD9-81ED-4DB2-BD59-A6C34878D82A}">
                    <a16:rowId xmlns:a16="http://schemas.microsoft.com/office/drawing/2014/main" val="2462103332"/>
                  </a:ext>
                </a:extLst>
              </a:tr>
            </a:tbl>
          </a:graphicData>
        </a:graphic>
      </p:graphicFrame>
      <p:sp>
        <p:nvSpPr>
          <p:cNvPr id="10" name="TextBox 9">
            <a:extLst>
              <a:ext uri="{FF2B5EF4-FFF2-40B4-BE49-F238E27FC236}">
                <a16:creationId xmlns:a16="http://schemas.microsoft.com/office/drawing/2014/main" id="{8F8B8740-6852-C6DC-90CD-E79ECAA9D3CB}"/>
              </a:ext>
            </a:extLst>
          </p:cNvPr>
          <p:cNvSpPr txBox="1"/>
          <p:nvPr/>
        </p:nvSpPr>
        <p:spPr>
          <a:xfrm>
            <a:off x="10229255" y="6066674"/>
            <a:ext cx="3086100" cy="1685846"/>
          </a:xfrm>
          <a:prstGeom prst="rect">
            <a:avLst/>
          </a:prstGeom>
          <a:noFill/>
        </p:spPr>
        <p:txBody>
          <a:bodyPr wrap="square" rtlCol="0">
            <a:spAutoFit/>
          </a:bodyPr>
          <a:lstStyle/>
          <a:p>
            <a:pPr>
              <a:lnSpc>
                <a:spcPct val="150000"/>
              </a:lnSpc>
            </a:pPr>
            <a:r>
              <a:rPr lang="en-US" sz="2400" b="1" dirty="0">
                <a:latin typeface="+mn-lt"/>
              </a:rPr>
              <a:t>Mutual Exclusion</a:t>
            </a:r>
          </a:p>
          <a:p>
            <a:pPr>
              <a:lnSpc>
                <a:spcPct val="150000"/>
              </a:lnSpc>
            </a:pPr>
            <a:r>
              <a:rPr lang="en-US" sz="2400" b="1" dirty="0">
                <a:latin typeface="+mn-lt"/>
              </a:rPr>
              <a:t>Progress</a:t>
            </a:r>
          </a:p>
          <a:p>
            <a:pPr>
              <a:lnSpc>
                <a:spcPct val="150000"/>
              </a:lnSpc>
            </a:pPr>
            <a:r>
              <a:rPr lang="en-US" sz="2400" b="1" dirty="0">
                <a:latin typeface="+mn-lt"/>
              </a:rPr>
              <a:t>Bounded Waiting</a:t>
            </a:r>
            <a:endParaRPr lang="en-GB" sz="2400" b="1" dirty="0">
              <a:latin typeface="+mn-lt"/>
            </a:endParaRPr>
          </a:p>
        </p:txBody>
      </p:sp>
      <p:sp>
        <p:nvSpPr>
          <p:cNvPr id="11" name="TextBox 10">
            <a:extLst>
              <a:ext uri="{FF2B5EF4-FFF2-40B4-BE49-F238E27FC236}">
                <a16:creationId xmlns:a16="http://schemas.microsoft.com/office/drawing/2014/main" id="{486FCF57-265F-3FB6-D144-4BFAEAA5D14D}"/>
              </a:ext>
            </a:extLst>
          </p:cNvPr>
          <p:cNvSpPr txBox="1"/>
          <p:nvPr/>
        </p:nvSpPr>
        <p:spPr>
          <a:xfrm>
            <a:off x="12951023" y="6186322"/>
            <a:ext cx="1062037" cy="1446550"/>
          </a:xfrm>
          <a:prstGeom prst="rect">
            <a:avLst/>
          </a:prstGeom>
          <a:noFill/>
        </p:spPr>
        <p:txBody>
          <a:bodyPr wrap="square">
            <a:spAutoFit/>
          </a:bodyPr>
          <a:lstStyle/>
          <a:p>
            <a:r>
              <a:rPr lang="en-US" sz="8800" dirty="0">
                <a:solidFill>
                  <a:srgbClr val="C00000"/>
                </a:solidFill>
                <a:latin typeface="+mn-lt"/>
              </a:rPr>
              <a:t>?</a:t>
            </a:r>
            <a:endParaRPr lang="en-GB" sz="8800" dirty="0"/>
          </a:p>
        </p:txBody>
      </p:sp>
      <p:sp>
        <p:nvSpPr>
          <p:cNvPr id="12" name="TextBox 11">
            <a:extLst>
              <a:ext uri="{FF2B5EF4-FFF2-40B4-BE49-F238E27FC236}">
                <a16:creationId xmlns:a16="http://schemas.microsoft.com/office/drawing/2014/main" id="{93EDE638-5E55-9724-2E6E-485E87FE2E82}"/>
              </a:ext>
            </a:extLst>
          </p:cNvPr>
          <p:cNvSpPr txBox="1"/>
          <p:nvPr/>
        </p:nvSpPr>
        <p:spPr>
          <a:xfrm>
            <a:off x="836073" y="7389032"/>
            <a:ext cx="561976" cy="461665"/>
          </a:xfrm>
          <a:prstGeom prst="rect">
            <a:avLst/>
          </a:prstGeom>
          <a:noFill/>
        </p:spPr>
        <p:txBody>
          <a:bodyPr wrap="square">
            <a:spAutoFit/>
          </a:bodyPr>
          <a:lstStyle/>
          <a:p>
            <a:r>
              <a:rPr lang="en-US" sz="2400" b="1" dirty="0">
                <a:latin typeface="+mn-lt"/>
              </a:rPr>
              <a:t>Q</a:t>
            </a:r>
            <a:endParaRPr lang="en-GB" sz="2400" dirty="0">
              <a:latin typeface="+mn-lt"/>
            </a:endParaRPr>
          </a:p>
        </p:txBody>
      </p:sp>
      <p:graphicFrame>
        <p:nvGraphicFramePr>
          <p:cNvPr id="13" name="Table 12">
            <a:extLst>
              <a:ext uri="{FF2B5EF4-FFF2-40B4-BE49-F238E27FC236}">
                <a16:creationId xmlns:a16="http://schemas.microsoft.com/office/drawing/2014/main" id="{F8B17814-E353-4DA3-36B6-B13912B1CB27}"/>
              </a:ext>
            </a:extLst>
          </p:cNvPr>
          <p:cNvGraphicFramePr>
            <a:graphicFrameLocks noGrp="1"/>
          </p:cNvGraphicFramePr>
          <p:nvPr>
            <p:extLst>
              <p:ext uri="{D42A27DB-BD31-4B8C-83A1-F6EECF244321}">
                <p14:modId xmlns:p14="http://schemas.microsoft.com/office/powerpoint/2010/main" val="4287851417"/>
              </p:ext>
            </p:extLst>
          </p:nvPr>
        </p:nvGraphicFramePr>
        <p:xfrm>
          <a:off x="1383177" y="7389032"/>
          <a:ext cx="506584" cy="487680"/>
        </p:xfrm>
        <a:graphic>
          <a:graphicData uri="http://schemas.openxmlformats.org/drawingml/2006/table">
            <a:tbl>
              <a:tblPr firstRow="1" bandRow="1"/>
              <a:tblGrid>
                <a:gridCol w="506584">
                  <a:extLst>
                    <a:ext uri="{9D8B030D-6E8A-4147-A177-3AD203B41FA5}">
                      <a16:colId xmlns:a16="http://schemas.microsoft.com/office/drawing/2014/main" val="2888608665"/>
                    </a:ext>
                  </a:extLst>
                </a:gridCol>
              </a:tblGrid>
              <a:tr h="370840">
                <a:tc>
                  <a:txBody>
                    <a:bodyPr/>
                    <a:lstStyle/>
                    <a:p>
                      <a:pPr algn="ctr"/>
                      <a:endParaRPr lang="en-GB" b="1" dirty="0"/>
                    </a:p>
                  </a:txBody>
                  <a:tcPr/>
                </a:tc>
                <a:extLst>
                  <a:ext uri="{0D108BD9-81ED-4DB2-BD59-A6C34878D82A}">
                    <a16:rowId xmlns:a16="http://schemas.microsoft.com/office/drawing/2014/main" val="2462103332"/>
                  </a:ext>
                </a:extLst>
              </a:tr>
            </a:tbl>
          </a:graphicData>
        </a:graphic>
      </p:graphicFrame>
      <p:graphicFrame>
        <p:nvGraphicFramePr>
          <p:cNvPr id="14" name="Table 13">
            <a:extLst>
              <a:ext uri="{FF2B5EF4-FFF2-40B4-BE49-F238E27FC236}">
                <a16:creationId xmlns:a16="http://schemas.microsoft.com/office/drawing/2014/main" id="{96760A79-5E97-0112-8E68-77BD91070C8D}"/>
              </a:ext>
            </a:extLst>
          </p:cNvPr>
          <p:cNvGraphicFramePr>
            <a:graphicFrameLocks noGrp="1"/>
          </p:cNvGraphicFramePr>
          <p:nvPr>
            <p:extLst>
              <p:ext uri="{D42A27DB-BD31-4B8C-83A1-F6EECF244321}">
                <p14:modId xmlns:p14="http://schemas.microsoft.com/office/powerpoint/2010/main" val="1650799097"/>
              </p:ext>
            </p:extLst>
          </p:nvPr>
        </p:nvGraphicFramePr>
        <p:xfrm>
          <a:off x="1889761" y="7389032"/>
          <a:ext cx="506584" cy="487680"/>
        </p:xfrm>
        <a:graphic>
          <a:graphicData uri="http://schemas.openxmlformats.org/drawingml/2006/table">
            <a:tbl>
              <a:tblPr firstRow="1" bandRow="1"/>
              <a:tblGrid>
                <a:gridCol w="506584">
                  <a:extLst>
                    <a:ext uri="{9D8B030D-6E8A-4147-A177-3AD203B41FA5}">
                      <a16:colId xmlns:a16="http://schemas.microsoft.com/office/drawing/2014/main" val="2888608665"/>
                    </a:ext>
                  </a:extLst>
                </a:gridCol>
              </a:tblGrid>
              <a:tr h="370840">
                <a:tc>
                  <a:txBody>
                    <a:bodyPr/>
                    <a:lstStyle/>
                    <a:p>
                      <a:pPr algn="ctr"/>
                      <a:endParaRPr lang="en-GB" b="1" dirty="0"/>
                    </a:p>
                  </a:txBody>
                  <a:tcPr/>
                </a:tc>
                <a:extLst>
                  <a:ext uri="{0D108BD9-81ED-4DB2-BD59-A6C34878D82A}">
                    <a16:rowId xmlns:a16="http://schemas.microsoft.com/office/drawing/2014/main" val="2462103332"/>
                  </a:ext>
                </a:extLst>
              </a:tr>
            </a:tbl>
          </a:graphicData>
        </a:graphic>
      </p:graphicFrame>
      <p:graphicFrame>
        <p:nvGraphicFramePr>
          <p:cNvPr id="15" name="Table 14">
            <a:extLst>
              <a:ext uri="{FF2B5EF4-FFF2-40B4-BE49-F238E27FC236}">
                <a16:creationId xmlns:a16="http://schemas.microsoft.com/office/drawing/2014/main" id="{CEDC77B9-C37F-EC69-4A6A-A83F95F22A47}"/>
              </a:ext>
            </a:extLst>
          </p:cNvPr>
          <p:cNvGraphicFramePr>
            <a:graphicFrameLocks noGrp="1"/>
          </p:cNvGraphicFramePr>
          <p:nvPr>
            <p:extLst>
              <p:ext uri="{D42A27DB-BD31-4B8C-83A1-F6EECF244321}">
                <p14:modId xmlns:p14="http://schemas.microsoft.com/office/powerpoint/2010/main" val="1379978291"/>
              </p:ext>
            </p:extLst>
          </p:nvPr>
        </p:nvGraphicFramePr>
        <p:xfrm>
          <a:off x="2396345" y="7389032"/>
          <a:ext cx="506584" cy="487680"/>
        </p:xfrm>
        <a:graphic>
          <a:graphicData uri="http://schemas.openxmlformats.org/drawingml/2006/table">
            <a:tbl>
              <a:tblPr firstRow="1" bandRow="1"/>
              <a:tblGrid>
                <a:gridCol w="506584">
                  <a:extLst>
                    <a:ext uri="{9D8B030D-6E8A-4147-A177-3AD203B41FA5}">
                      <a16:colId xmlns:a16="http://schemas.microsoft.com/office/drawing/2014/main" val="2888608665"/>
                    </a:ext>
                  </a:extLst>
                </a:gridCol>
              </a:tblGrid>
              <a:tr h="370840">
                <a:tc>
                  <a:txBody>
                    <a:bodyPr/>
                    <a:lstStyle/>
                    <a:p>
                      <a:pPr algn="ctr"/>
                      <a:endParaRPr lang="en-GB" b="1" dirty="0"/>
                    </a:p>
                  </a:txBody>
                  <a:tcPr/>
                </a:tc>
                <a:extLst>
                  <a:ext uri="{0D108BD9-81ED-4DB2-BD59-A6C34878D82A}">
                    <a16:rowId xmlns:a16="http://schemas.microsoft.com/office/drawing/2014/main" val="2462103332"/>
                  </a:ext>
                </a:extLst>
              </a:tr>
            </a:tbl>
          </a:graphicData>
        </a:graphic>
      </p:graphicFrame>
      <p:graphicFrame>
        <p:nvGraphicFramePr>
          <p:cNvPr id="16" name="Table 15">
            <a:extLst>
              <a:ext uri="{FF2B5EF4-FFF2-40B4-BE49-F238E27FC236}">
                <a16:creationId xmlns:a16="http://schemas.microsoft.com/office/drawing/2014/main" id="{D2F2AE2F-A4A4-0524-2155-2C98BCEBA283}"/>
              </a:ext>
            </a:extLst>
          </p:cNvPr>
          <p:cNvGraphicFramePr>
            <a:graphicFrameLocks noGrp="1"/>
          </p:cNvGraphicFramePr>
          <p:nvPr>
            <p:extLst>
              <p:ext uri="{D42A27DB-BD31-4B8C-83A1-F6EECF244321}">
                <p14:modId xmlns:p14="http://schemas.microsoft.com/office/powerpoint/2010/main" val="73570715"/>
              </p:ext>
            </p:extLst>
          </p:nvPr>
        </p:nvGraphicFramePr>
        <p:xfrm>
          <a:off x="2902929" y="7389032"/>
          <a:ext cx="506584" cy="487680"/>
        </p:xfrm>
        <a:graphic>
          <a:graphicData uri="http://schemas.openxmlformats.org/drawingml/2006/table">
            <a:tbl>
              <a:tblPr firstRow="1" bandRow="1"/>
              <a:tblGrid>
                <a:gridCol w="506584">
                  <a:extLst>
                    <a:ext uri="{9D8B030D-6E8A-4147-A177-3AD203B41FA5}">
                      <a16:colId xmlns:a16="http://schemas.microsoft.com/office/drawing/2014/main" val="2888608665"/>
                    </a:ext>
                  </a:extLst>
                </a:gridCol>
              </a:tblGrid>
              <a:tr h="370840">
                <a:tc>
                  <a:txBody>
                    <a:bodyPr/>
                    <a:lstStyle/>
                    <a:p>
                      <a:pPr algn="ctr"/>
                      <a:endParaRPr lang="en-GB" b="1" dirty="0"/>
                    </a:p>
                  </a:txBody>
                  <a:tcPr/>
                </a:tc>
                <a:extLst>
                  <a:ext uri="{0D108BD9-81ED-4DB2-BD59-A6C34878D82A}">
                    <a16:rowId xmlns:a16="http://schemas.microsoft.com/office/drawing/2014/main" val="2462103332"/>
                  </a:ext>
                </a:extLst>
              </a:tr>
            </a:tbl>
          </a:graphicData>
        </a:graphic>
      </p:graphicFrame>
      <p:graphicFrame>
        <p:nvGraphicFramePr>
          <p:cNvPr id="17" name="Table 16">
            <a:extLst>
              <a:ext uri="{FF2B5EF4-FFF2-40B4-BE49-F238E27FC236}">
                <a16:creationId xmlns:a16="http://schemas.microsoft.com/office/drawing/2014/main" id="{C61F0663-853B-065C-B32F-3A3052F94AC4}"/>
              </a:ext>
            </a:extLst>
          </p:cNvPr>
          <p:cNvGraphicFramePr>
            <a:graphicFrameLocks noGrp="1"/>
          </p:cNvGraphicFramePr>
          <p:nvPr>
            <p:extLst>
              <p:ext uri="{D42A27DB-BD31-4B8C-83A1-F6EECF244321}">
                <p14:modId xmlns:p14="http://schemas.microsoft.com/office/powerpoint/2010/main" val="73570715"/>
              </p:ext>
            </p:extLst>
          </p:nvPr>
        </p:nvGraphicFramePr>
        <p:xfrm>
          <a:off x="3409513" y="7389032"/>
          <a:ext cx="506584" cy="487680"/>
        </p:xfrm>
        <a:graphic>
          <a:graphicData uri="http://schemas.openxmlformats.org/drawingml/2006/table">
            <a:tbl>
              <a:tblPr firstRow="1" bandRow="1"/>
              <a:tblGrid>
                <a:gridCol w="506584">
                  <a:extLst>
                    <a:ext uri="{9D8B030D-6E8A-4147-A177-3AD203B41FA5}">
                      <a16:colId xmlns:a16="http://schemas.microsoft.com/office/drawing/2014/main" val="2888608665"/>
                    </a:ext>
                  </a:extLst>
                </a:gridCol>
              </a:tblGrid>
              <a:tr h="370840">
                <a:tc>
                  <a:txBody>
                    <a:bodyPr/>
                    <a:lstStyle/>
                    <a:p>
                      <a:pPr algn="ctr"/>
                      <a:endParaRPr lang="en-GB" b="1" dirty="0"/>
                    </a:p>
                  </a:txBody>
                  <a:tcPr/>
                </a:tc>
                <a:extLst>
                  <a:ext uri="{0D108BD9-81ED-4DB2-BD59-A6C34878D82A}">
                    <a16:rowId xmlns:a16="http://schemas.microsoft.com/office/drawing/2014/main" val="2462103332"/>
                  </a:ext>
                </a:extLst>
              </a:tr>
            </a:tbl>
          </a:graphicData>
        </a:graphic>
      </p:graphicFrame>
      <p:sp>
        <p:nvSpPr>
          <p:cNvPr id="18" name="TextBox 17">
            <a:extLst>
              <a:ext uri="{FF2B5EF4-FFF2-40B4-BE49-F238E27FC236}">
                <a16:creationId xmlns:a16="http://schemas.microsoft.com/office/drawing/2014/main" id="{6C23DA5D-6E94-AEFD-6FB7-1D59B079C5AD}"/>
              </a:ext>
            </a:extLst>
          </p:cNvPr>
          <p:cNvSpPr txBox="1"/>
          <p:nvPr/>
        </p:nvSpPr>
        <p:spPr>
          <a:xfrm>
            <a:off x="4378874" y="6353511"/>
            <a:ext cx="352783" cy="461665"/>
          </a:xfrm>
          <a:prstGeom prst="rect">
            <a:avLst/>
          </a:prstGeom>
          <a:noFill/>
        </p:spPr>
        <p:txBody>
          <a:bodyPr wrap="square">
            <a:spAutoFit/>
          </a:bodyPr>
          <a:lstStyle/>
          <a:p>
            <a:r>
              <a:rPr lang="en-US" sz="2400" b="1" dirty="0">
                <a:latin typeface="+mn-lt"/>
              </a:rPr>
              <a:t>P</a:t>
            </a:r>
            <a:endParaRPr lang="en-GB" sz="2400" dirty="0">
              <a:latin typeface="+mn-lt"/>
            </a:endParaRPr>
          </a:p>
        </p:txBody>
      </p:sp>
      <p:sp>
        <p:nvSpPr>
          <p:cNvPr id="19" name="TextBox 18">
            <a:extLst>
              <a:ext uri="{FF2B5EF4-FFF2-40B4-BE49-F238E27FC236}">
                <a16:creationId xmlns:a16="http://schemas.microsoft.com/office/drawing/2014/main" id="{86B96906-CE3F-09F6-EF6E-0B7351D53009}"/>
              </a:ext>
            </a:extLst>
          </p:cNvPr>
          <p:cNvSpPr txBox="1"/>
          <p:nvPr/>
        </p:nvSpPr>
        <p:spPr>
          <a:xfrm>
            <a:off x="5243155" y="6352714"/>
            <a:ext cx="352783" cy="461665"/>
          </a:xfrm>
          <a:prstGeom prst="rect">
            <a:avLst/>
          </a:prstGeom>
          <a:noFill/>
        </p:spPr>
        <p:txBody>
          <a:bodyPr wrap="square">
            <a:spAutoFit/>
          </a:bodyPr>
          <a:lstStyle/>
          <a:p>
            <a:r>
              <a:rPr lang="en-US" sz="2400" b="1" dirty="0">
                <a:latin typeface="+mn-lt"/>
              </a:rPr>
              <a:t>P</a:t>
            </a:r>
            <a:endParaRPr lang="en-GB" sz="2400" dirty="0">
              <a:latin typeface="+mn-lt"/>
            </a:endParaRPr>
          </a:p>
        </p:txBody>
      </p:sp>
      <p:sp>
        <p:nvSpPr>
          <p:cNvPr id="20" name="TextBox 19">
            <a:extLst>
              <a:ext uri="{FF2B5EF4-FFF2-40B4-BE49-F238E27FC236}">
                <a16:creationId xmlns:a16="http://schemas.microsoft.com/office/drawing/2014/main" id="{E216D340-8DDB-7430-604A-3ED4078EDD13}"/>
              </a:ext>
            </a:extLst>
          </p:cNvPr>
          <p:cNvSpPr txBox="1"/>
          <p:nvPr/>
        </p:nvSpPr>
        <p:spPr>
          <a:xfrm>
            <a:off x="6107436" y="6351917"/>
            <a:ext cx="352783" cy="461665"/>
          </a:xfrm>
          <a:prstGeom prst="rect">
            <a:avLst/>
          </a:prstGeom>
          <a:noFill/>
        </p:spPr>
        <p:txBody>
          <a:bodyPr wrap="square">
            <a:spAutoFit/>
          </a:bodyPr>
          <a:lstStyle/>
          <a:p>
            <a:r>
              <a:rPr lang="en-US" sz="2400" b="1" dirty="0">
                <a:latin typeface="+mn-lt"/>
              </a:rPr>
              <a:t>P</a:t>
            </a:r>
            <a:endParaRPr lang="en-GB" sz="2400" dirty="0">
              <a:latin typeface="+mn-lt"/>
            </a:endParaRPr>
          </a:p>
        </p:txBody>
      </p:sp>
      <p:sp>
        <p:nvSpPr>
          <p:cNvPr id="21" name="TextBox 20">
            <a:extLst>
              <a:ext uri="{FF2B5EF4-FFF2-40B4-BE49-F238E27FC236}">
                <a16:creationId xmlns:a16="http://schemas.microsoft.com/office/drawing/2014/main" id="{838FE28E-FD6F-6577-C74C-D9A8729BEB84}"/>
              </a:ext>
            </a:extLst>
          </p:cNvPr>
          <p:cNvSpPr txBox="1"/>
          <p:nvPr/>
        </p:nvSpPr>
        <p:spPr>
          <a:xfrm>
            <a:off x="6971717" y="6351120"/>
            <a:ext cx="352783" cy="461665"/>
          </a:xfrm>
          <a:prstGeom prst="rect">
            <a:avLst/>
          </a:prstGeom>
          <a:noFill/>
        </p:spPr>
        <p:txBody>
          <a:bodyPr wrap="square">
            <a:spAutoFit/>
          </a:bodyPr>
          <a:lstStyle/>
          <a:p>
            <a:r>
              <a:rPr lang="en-US" sz="2400" b="1" dirty="0">
                <a:latin typeface="+mn-lt"/>
              </a:rPr>
              <a:t>P</a:t>
            </a:r>
            <a:endParaRPr lang="en-GB" sz="2400" dirty="0">
              <a:latin typeface="+mn-lt"/>
            </a:endParaRPr>
          </a:p>
        </p:txBody>
      </p:sp>
      <p:sp>
        <p:nvSpPr>
          <p:cNvPr id="22" name="TextBox 21">
            <a:extLst>
              <a:ext uri="{FF2B5EF4-FFF2-40B4-BE49-F238E27FC236}">
                <a16:creationId xmlns:a16="http://schemas.microsoft.com/office/drawing/2014/main" id="{F50D233D-8A0B-A4CC-2059-3A856909EF2D}"/>
              </a:ext>
            </a:extLst>
          </p:cNvPr>
          <p:cNvSpPr txBox="1"/>
          <p:nvPr/>
        </p:nvSpPr>
        <p:spPr>
          <a:xfrm>
            <a:off x="7835998" y="6350323"/>
            <a:ext cx="352783" cy="461665"/>
          </a:xfrm>
          <a:prstGeom prst="rect">
            <a:avLst/>
          </a:prstGeom>
          <a:noFill/>
        </p:spPr>
        <p:txBody>
          <a:bodyPr wrap="square">
            <a:spAutoFit/>
          </a:bodyPr>
          <a:lstStyle/>
          <a:p>
            <a:r>
              <a:rPr lang="en-US" sz="2400" b="1" dirty="0">
                <a:latin typeface="+mn-lt"/>
              </a:rPr>
              <a:t>P</a:t>
            </a:r>
            <a:endParaRPr lang="en-GB" sz="2400" dirty="0">
              <a:latin typeface="+mn-lt"/>
            </a:endParaRPr>
          </a:p>
        </p:txBody>
      </p:sp>
      <p:sp>
        <p:nvSpPr>
          <p:cNvPr id="23" name="TextBox 22">
            <a:extLst>
              <a:ext uri="{FF2B5EF4-FFF2-40B4-BE49-F238E27FC236}">
                <a16:creationId xmlns:a16="http://schemas.microsoft.com/office/drawing/2014/main" id="{258D0BA7-3B5B-7252-3413-7F1FFBD19120}"/>
              </a:ext>
            </a:extLst>
          </p:cNvPr>
          <p:cNvSpPr txBox="1"/>
          <p:nvPr/>
        </p:nvSpPr>
        <p:spPr>
          <a:xfrm>
            <a:off x="8700279" y="6349526"/>
            <a:ext cx="352783" cy="461665"/>
          </a:xfrm>
          <a:prstGeom prst="rect">
            <a:avLst/>
          </a:prstGeom>
          <a:noFill/>
        </p:spPr>
        <p:txBody>
          <a:bodyPr wrap="square">
            <a:spAutoFit/>
          </a:bodyPr>
          <a:lstStyle/>
          <a:p>
            <a:r>
              <a:rPr lang="en-US" sz="2400" b="1" dirty="0">
                <a:latin typeface="+mn-lt"/>
              </a:rPr>
              <a:t>P</a:t>
            </a:r>
            <a:endParaRPr lang="en-GB" sz="2400" dirty="0">
              <a:latin typeface="+mn-lt"/>
            </a:endParaRPr>
          </a:p>
        </p:txBody>
      </p:sp>
    </p:spTree>
    <p:extLst>
      <p:ext uri="{BB962C8B-B14F-4D97-AF65-F5344CB8AC3E}">
        <p14:creationId xmlns:p14="http://schemas.microsoft.com/office/powerpoint/2010/main" val="119946955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2"/>
          <p:cNvSpPr>
            <a:spLocks noGrp="1" noChangeArrowheads="1"/>
          </p:cNvSpPr>
          <p:nvPr>
            <p:ph type="ctrTitle"/>
          </p:nvPr>
        </p:nvSpPr>
        <p:spPr>
          <a:xfrm>
            <a:off x="1028700" y="914400"/>
            <a:ext cx="11658600" cy="2836863"/>
          </a:xfrm>
        </p:spPr>
        <p:txBody>
          <a:bodyPr/>
          <a:lstStyle/>
          <a:p>
            <a:pPr eaLnBrk="1" hangingPunct="1"/>
            <a:r>
              <a:rPr lang="en-US" dirty="0"/>
              <a:t>Reference: Chapter 6</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E8AF09-41EB-7CE8-CCBF-8C7DF51E57DA}"/>
            </a:ext>
          </a:extLst>
        </p:cNvPr>
        <p:cNvGrpSpPr/>
        <p:nvPr/>
      </p:nvGrpSpPr>
      <p:grpSpPr>
        <a:xfrm>
          <a:off x="0" y="0"/>
          <a:ext cx="0" cy="0"/>
          <a:chOff x="0" y="0"/>
          <a:chExt cx="0" cy="0"/>
        </a:xfrm>
      </p:grpSpPr>
      <p:sp>
        <p:nvSpPr>
          <p:cNvPr id="10" name="Rectangle 1026">
            <a:extLst>
              <a:ext uri="{FF2B5EF4-FFF2-40B4-BE49-F238E27FC236}">
                <a16:creationId xmlns:a16="http://schemas.microsoft.com/office/drawing/2014/main" id="{5E2C7FD9-7C91-234D-7964-691C8E5C3EDE}"/>
              </a:ext>
            </a:extLst>
          </p:cNvPr>
          <p:cNvSpPr txBox="1">
            <a:spLocks noChangeArrowheads="1"/>
          </p:cNvSpPr>
          <p:nvPr/>
        </p:nvSpPr>
        <p:spPr bwMode="auto">
          <a:xfrm>
            <a:off x="685800" y="369888"/>
            <a:ext cx="12344400" cy="768350"/>
          </a:xfrm>
          <a:prstGeom prst="rect">
            <a:avLst/>
          </a:prstGeom>
          <a:noFill/>
          <a:ln w="9525">
            <a:noFill/>
            <a:miter lim="800000"/>
            <a:headEnd/>
            <a:tailEnd/>
          </a:ln>
        </p:spPr>
        <p:txBody>
          <a:bodyPr vert="horz" wrap="square" lIns="130615" tIns="65308" rIns="130615" bIns="65308" numCol="1" anchor="b" anchorCtr="0" compatLnSpc="1">
            <a:prstTxWarp prst="textNoShape">
              <a:avLst/>
            </a:prstTxWarp>
            <a:normAutofit/>
          </a:bodyPr>
          <a:lstStyle>
            <a:lvl1pPr algn="ctr" rtl="0" eaLnBrk="0" fontAlgn="base" hangingPunct="0">
              <a:spcBef>
                <a:spcPct val="0"/>
              </a:spcBef>
              <a:spcAft>
                <a:spcPct val="0"/>
              </a:spcAft>
              <a:defRPr sz="4600" b="1">
                <a:solidFill>
                  <a:srgbClr val="006699"/>
                </a:solidFill>
                <a:latin typeface="+mj-lt"/>
                <a:ea typeface="ＭＳ Ｐゴシック" charset="-128"/>
                <a:cs typeface="ＭＳ Ｐゴシック" charset="-128"/>
              </a:defRPr>
            </a:lvl1pPr>
            <a:lvl2pPr algn="ctr" rtl="0" eaLnBrk="0" fontAlgn="base" hangingPunct="0">
              <a:spcBef>
                <a:spcPct val="0"/>
              </a:spcBef>
              <a:spcAft>
                <a:spcPct val="0"/>
              </a:spcAft>
              <a:defRPr sz="4600" b="1">
                <a:solidFill>
                  <a:srgbClr val="006699"/>
                </a:solidFill>
                <a:latin typeface="Arial" charset="0"/>
                <a:ea typeface="ＭＳ Ｐゴシック" charset="-128"/>
                <a:cs typeface="ＭＳ Ｐゴシック" charset="-128"/>
              </a:defRPr>
            </a:lvl2pPr>
            <a:lvl3pPr algn="ctr" rtl="0" eaLnBrk="0" fontAlgn="base" hangingPunct="0">
              <a:spcBef>
                <a:spcPct val="0"/>
              </a:spcBef>
              <a:spcAft>
                <a:spcPct val="0"/>
              </a:spcAft>
              <a:defRPr sz="4600" b="1">
                <a:solidFill>
                  <a:srgbClr val="006699"/>
                </a:solidFill>
                <a:latin typeface="Arial" charset="0"/>
                <a:ea typeface="ＭＳ Ｐゴシック" charset="-128"/>
                <a:cs typeface="ＭＳ Ｐゴシック" charset="-128"/>
              </a:defRPr>
            </a:lvl3pPr>
            <a:lvl4pPr algn="ctr" rtl="0" eaLnBrk="0" fontAlgn="base" hangingPunct="0">
              <a:spcBef>
                <a:spcPct val="0"/>
              </a:spcBef>
              <a:spcAft>
                <a:spcPct val="0"/>
              </a:spcAft>
              <a:defRPr sz="4600" b="1">
                <a:solidFill>
                  <a:srgbClr val="006699"/>
                </a:solidFill>
                <a:latin typeface="Arial" charset="0"/>
                <a:ea typeface="ＭＳ Ｐゴシック" charset="-128"/>
                <a:cs typeface="ＭＳ Ｐゴシック" charset="-128"/>
              </a:defRPr>
            </a:lvl4pPr>
            <a:lvl5pPr algn="ctr" rtl="0" eaLnBrk="0" fontAlgn="base" hangingPunct="0">
              <a:spcBef>
                <a:spcPct val="0"/>
              </a:spcBef>
              <a:spcAft>
                <a:spcPct val="0"/>
              </a:spcAft>
              <a:defRPr sz="4600" b="1">
                <a:solidFill>
                  <a:srgbClr val="006699"/>
                </a:solidFill>
                <a:latin typeface="Arial" charset="0"/>
                <a:ea typeface="ＭＳ Ｐゴシック" charset="-128"/>
                <a:cs typeface="ＭＳ Ｐゴシック" charset="-128"/>
              </a:defRPr>
            </a:lvl5pPr>
            <a:lvl6pPr marL="653077" algn="ctr" rtl="0" fontAlgn="base">
              <a:spcBef>
                <a:spcPct val="0"/>
              </a:spcBef>
              <a:spcAft>
                <a:spcPct val="0"/>
              </a:spcAft>
              <a:defRPr sz="4600" b="1">
                <a:solidFill>
                  <a:srgbClr val="006699"/>
                </a:solidFill>
                <a:latin typeface="Arial" charset="0"/>
              </a:defRPr>
            </a:lvl6pPr>
            <a:lvl7pPr marL="1306155" algn="ctr" rtl="0" fontAlgn="base">
              <a:spcBef>
                <a:spcPct val="0"/>
              </a:spcBef>
              <a:spcAft>
                <a:spcPct val="0"/>
              </a:spcAft>
              <a:defRPr sz="4600" b="1">
                <a:solidFill>
                  <a:srgbClr val="006699"/>
                </a:solidFill>
                <a:latin typeface="Arial" charset="0"/>
              </a:defRPr>
            </a:lvl7pPr>
            <a:lvl8pPr marL="1959233" algn="ctr" rtl="0" fontAlgn="base">
              <a:spcBef>
                <a:spcPct val="0"/>
              </a:spcBef>
              <a:spcAft>
                <a:spcPct val="0"/>
              </a:spcAft>
              <a:defRPr sz="4600" b="1">
                <a:solidFill>
                  <a:srgbClr val="006699"/>
                </a:solidFill>
                <a:latin typeface="Arial" charset="0"/>
              </a:defRPr>
            </a:lvl8pPr>
            <a:lvl9pPr marL="2612311" algn="ctr" rtl="0" fontAlgn="base">
              <a:spcBef>
                <a:spcPct val="0"/>
              </a:spcBef>
              <a:spcAft>
                <a:spcPct val="0"/>
              </a:spcAft>
              <a:defRPr sz="4600" b="1">
                <a:solidFill>
                  <a:srgbClr val="006699"/>
                </a:solidFill>
                <a:latin typeface="Arial" charset="0"/>
              </a:defRPr>
            </a:lvl9pPr>
          </a:lstStyle>
          <a:p>
            <a:pPr>
              <a:lnSpc>
                <a:spcPct val="90000"/>
              </a:lnSpc>
              <a:spcAft>
                <a:spcPts val="600"/>
              </a:spcAft>
            </a:pPr>
            <a:r>
              <a:rPr lang="en-US" sz="3200" b="1" kern="0" dirty="0">
                <a:latin typeface="+mj-lt"/>
                <a:ea typeface="ＭＳ Ｐゴシック" charset="-128"/>
                <a:cs typeface="ＭＳ Ｐゴシック" charset="-128"/>
              </a:rPr>
              <a:t>Assignment 3.</a:t>
            </a:r>
            <a:r>
              <a:rPr lang="en-US" sz="3200" b="1" kern="0" dirty="0">
                <a:solidFill>
                  <a:srgbClr val="FF0000"/>
                </a:solidFill>
                <a:latin typeface="+mj-lt"/>
                <a:ea typeface="ＭＳ Ｐゴシック" charset="-128"/>
                <a:cs typeface="ＭＳ Ｐゴシック" charset="-128"/>
              </a:rPr>
              <a:t>1*</a:t>
            </a:r>
            <a:r>
              <a:rPr lang="en-US" sz="3200" b="1" kern="0" dirty="0">
                <a:latin typeface="+mj-lt"/>
                <a:ea typeface="ＭＳ Ｐゴシック" charset="-128"/>
                <a:cs typeface="ＭＳ Ｐゴシック" charset="-128"/>
              </a:rPr>
              <a:t>: High-Weight Contribution to Final Grade</a:t>
            </a:r>
          </a:p>
        </p:txBody>
      </p:sp>
      <p:sp>
        <p:nvSpPr>
          <p:cNvPr id="3" name="TextBox 2">
            <a:extLst>
              <a:ext uri="{FF2B5EF4-FFF2-40B4-BE49-F238E27FC236}">
                <a16:creationId xmlns:a16="http://schemas.microsoft.com/office/drawing/2014/main" id="{A1481756-D293-AAB9-E41D-7B30962A3D70}"/>
              </a:ext>
            </a:extLst>
          </p:cNvPr>
          <p:cNvSpPr txBox="1"/>
          <p:nvPr/>
        </p:nvSpPr>
        <p:spPr bwMode="auto">
          <a:xfrm>
            <a:off x="685800" y="1606511"/>
            <a:ext cx="6057900" cy="6040967"/>
          </a:xfrm>
          <a:prstGeom prst="rect">
            <a:avLst/>
          </a:prstGeom>
          <a:noFill/>
          <a:ln w="9525">
            <a:noFill/>
            <a:miter lim="800000"/>
            <a:headEnd/>
            <a:tailEnd/>
          </a:ln>
        </p:spPr>
        <p:txBody>
          <a:bodyPr vert="horz" wrap="square" lIns="130615" tIns="65308" rIns="130615" bIns="65308" numCol="1" anchor="t" anchorCtr="0" compatLnSpc="1">
            <a:prstTxWarp prst="textNoShape">
              <a:avLst/>
            </a:prstTxWarp>
            <a:normAutofit lnSpcReduction="10000"/>
          </a:bodyPr>
          <a:lstStyle/>
          <a:p>
            <a:pPr>
              <a:lnSpc>
                <a:spcPct val="90000"/>
              </a:lnSpc>
              <a:spcBef>
                <a:spcPct val="35000"/>
              </a:spcBef>
              <a:buClr>
                <a:srgbClr val="993300"/>
              </a:buClr>
              <a:buSzPct val="90000"/>
            </a:pPr>
            <a:r>
              <a:rPr kumimoji="1" lang="en-US" sz="2400" dirty="0">
                <a:latin typeface="+mn-lt"/>
              </a:rPr>
              <a:t>Run each algorithm </a:t>
            </a:r>
            <a:r>
              <a:rPr kumimoji="1" lang="en-US" sz="2400" b="1" dirty="0">
                <a:latin typeface="+mn-lt"/>
              </a:rPr>
              <a:t>10 times</a:t>
            </a:r>
            <a:r>
              <a:rPr kumimoji="1" lang="en-US" sz="2400" dirty="0">
                <a:latin typeface="+mn-lt"/>
              </a:rPr>
              <a:t>, resetting the ready queue and generating random processes before each run.  </a:t>
            </a:r>
          </a:p>
          <a:p>
            <a:pPr>
              <a:lnSpc>
                <a:spcPct val="90000"/>
              </a:lnSpc>
              <a:spcBef>
                <a:spcPct val="35000"/>
              </a:spcBef>
              <a:buClr>
                <a:srgbClr val="993300"/>
              </a:buClr>
              <a:buSzPct val="90000"/>
            </a:pPr>
            <a:endParaRPr kumimoji="1" lang="en-US" sz="2400" dirty="0">
              <a:latin typeface="+mn-lt"/>
            </a:endParaRPr>
          </a:p>
          <a:p>
            <a:pPr>
              <a:lnSpc>
                <a:spcPct val="90000"/>
              </a:lnSpc>
              <a:spcBef>
                <a:spcPct val="35000"/>
              </a:spcBef>
              <a:buClr>
                <a:srgbClr val="993300"/>
              </a:buClr>
              <a:buSzPct val="90000"/>
            </a:pPr>
            <a:r>
              <a:rPr kumimoji="1" lang="en-US" sz="2400" b="1" dirty="0">
                <a:latin typeface="+mn-lt"/>
              </a:rPr>
              <a:t>                                                                  Requirements:</a:t>
            </a:r>
            <a:r>
              <a:rPr kumimoji="1" lang="en-US" sz="2400" dirty="0">
                <a:latin typeface="+mn-lt"/>
              </a:rPr>
              <a:t>  </a:t>
            </a:r>
          </a:p>
          <a:p>
            <a:pPr>
              <a:lnSpc>
                <a:spcPct val="90000"/>
              </a:lnSpc>
              <a:spcBef>
                <a:spcPct val="35000"/>
              </a:spcBef>
              <a:buClr>
                <a:srgbClr val="993300"/>
              </a:buClr>
              <a:buSzPct val="90000"/>
            </a:pPr>
            <a:r>
              <a:rPr kumimoji="1" lang="en-US" sz="2400" b="1" dirty="0">
                <a:latin typeface="+mn-lt"/>
              </a:rPr>
              <a:t>1. Ready Queue</a:t>
            </a:r>
            <a:r>
              <a:rPr kumimoji="1" lang="en-US" sz="2400" dirty="0">
                <a:latin typeface="+mn-lt"/>
              </a:rPr>
              <a:t>: List of 15 processes with random names [A-Z], arrival times [1-50], burst times [1-100], and priorities [1-5].  </a:t>
            </a:r>
          </a:p>
          <a:p>
            <a:pPr>
              <a:lnSpc>
                <a:spcPct val="90000"/>
              </a:lnSpc>
              <a:spcBef>
                <a:spcPct val="35000"/>
              </a:spcBef>
              <a:buClr>
                <a:srgbClr val="993300"/>
              </a:buClr>
              <a:buSzPct val="90000"/>
            </a:pPr>
            <a:r>
              <a:rPr kumimoji="1" lang="en-US" sz="2400" b="1" dirty="0">
                <a:latin typeface="+mn-lt"/>
              </a:rPr>
              <a:t>2. Gantt Chart:</a:t>
            </a:r>
            <a:r>
              <a:rPr kumimoji="1" lang="en-US" sz="2400" dirty="0">
                <a:latin typeface="+mn-lt"/>
              </a:rPr>
              <a:t> Timeline (length 100) showing which process ran each quantum; use `#` for idle times.  </a:t>
            </a:r>
          </a:p>
          <a:p>
            <a:pPr>
              <a:lnSpc>
                <a:spcPct val="90000"/>
              </a:lnSpc>
              <a:spcBef>
                <a:spcPct val="35000"/>
              </a:spcBef>
              <a:buClr>
                <a:srgbClr val="993300"/>
              </a:buClr>
              <a:buSzPct val="90000"/>
            </a:pPr>
            <a:r>
              <a:rPr kumimoji="1" lang="en-US" sz="2400" b="1" dirty="0">
                <a:latin typeface="+mn-lt"/>
              </a:rPr>
              <a:t>3. Statistics:</a:t>
            </a:r>
            <a:r>
              <a:rPr kumimoji="1" lang="en-US" sz="2400" dirty="0">
                <a:latin typeface="+mn-lt"/>
              </a:rPr>
              <a:t> Calculate average TAT, WT, RT, throughput, and list processes that never ran.  </a:t>
            </a:r>
          </a:p>
          <a:p>
            <a:pPr>
              <a:lnSpc>
                <a:spcPct val="90000"/>
              </a:lnSpc>
              <a:spcBef>
                <a:spcPct val="35000"/>
              </a:spcBef>
              <a:buClr>
                <a:srgbClr val="993300"/>
              </a:buClr>
              <a:buSzPct val="90000"/>
            </a:pPr>
            <a:r>
              <a:rPr kumimoji="1" lang="en-US" sz="2400" b="1" dirty="0">
                <a:latin typeface="+mn-lt"/>
              </a:rPr>
              <a:t>4. Report:</a:t>
            </a:r>
            <a:r>
              <a:rPr kumimoji="1" lang="en-US" sz="2400" dirty="0">
                <a:latin typeface="+mn-lt"/>
              </a:rPr>
              <a:t> Present comparative analysis in LaTeX (Overleaf) or MS Word. </a:t>
            </a:r>
          </a:p>
        </p:txBody>
      </p:sp>
      <p:pic>
        <p:nvPicPr>
          <p:cNvPr id="12" name="Picture 11">
            <a:extLst>
              <a:ext uri="{FF2B5EF4-FFF2-40B4-BE49-F238E27FC236}">
                <a16:creationId xmlns:a16="http://schemas.microsoft.com/office/drawing/2014/main" id="{1CD9CB3F-7F9F-51E5-20E3-2EC54875E670}"/>
              </a:ext>
            </a:extLst>
          </p:cNvPr>
          <p:cNvPicPr>
            <a:picLocks noChangeAspect="1"/>
          </p:cNvPicPr>
          <p:nvPr/>
        </p:nvPicPr>
        <p:blipFill>
          <a:blip r:embed="rId3"/>
          <a:stretch>
            <a:fillRect/>
          </a:stretch>
        </p:blipFill>
        <p:spPr>
          <a:xfrm>
            <a:off x="7147400" y="2077257"/>
            <a:ext cx="6057898" cy="4989486"/>
          </a:xfrm>
          <a:prstGeom prst="rect">
            <a:avLst/>
          </a:prstGeom>
        </p:spPr>
      </p:pic>
      <p:sp>
        <p:nvSpPr>
          <p:cNvPr id="14" name="TextBox 13">
            <a:extLst>
              <a:ext uri="{FF2B5EF4-FFF2-40B4-BE49-F238E27FC236}">
                <a16:creationId xmlns:a16="http://schemas.microsoft.com/office/drawing/2014/main" id="{4C5F5F67-B1F8-825A-7D7C-070C2CE84413}"/>
              </a:ext>
            </a:extLst>
          </p:cNvPr>
          <p:cNvSpPr txBox="1"/>
          <p:nvPr/>
        </p:nvSpPr>
        <p:spPr>
          <a:xfrm>
            <a:off x="1359442" y="8001722"/>
            <a:ext cx="11575915" cy="584775"/>
          </a:xfrm>
          <a:prstGeom prst="rect">
            <a:avLst/>
          </a:prstGeom>
          <a:noFill/>
        </p:spPr>
        <p:txBody>
          <a:bodyPr wrap="square">
            <a:spAutoFit/>
          </a:bodyPr>
          <a:lstStyle/>
          <a:p>
            <a:pPr algn="ctr"/>
            <a:r>
              <a:rPr lang="en-GB" sz="3200" b="1" dirty="0">
                <a:solidFill>
                  <a:srgbClr val="FF0000"/>
                </a:solidFill>
                <a:effectLst/>
                <a:latin typeface="+mj-lt"/>
                <a:ea typeface="Calibri" panose="020F0502020204030204" pitchFamily="34" charset="0"/>
              </a:rPr>
              <a:t>Note: Plagiarism is strictly prohibited.</a:t>
            </a:r>
            <a:endParaRPr lang="en-GB" sz="3200" dirty="0">
              <a:latin typeface="+mj-lt"/>
            </a:endParaRPr>
          </a:p>
        </p:txBody>
      </p:sp>
    </p:spTree>
    <p:extLst>
      <p:ext uri="{BB962C8B-B14F-4D97-AF65-F5344CB8AC3E}">
        <p14:creationId xmlns:p14="http://schemas.microsoft.com/office/powerpoint/2010/main" val="303858655"/>
      </p:ext>
    </p:extLst>
  </p:cSld>
  <p:clrMapOvr>
    <a:masterClrMapping/>
  </p:clrMapOvr>
</p:sld>
</file>

<file path=ppt/theme/theme1.xml><?xml version="1.0" encoding="utf-8"?>
<a:theme xmlns:a="http://schemas.openxmlformats.org/drawingml/2006/main" name="os-8">
  <a:themeElements>
    <a:clrScheme name="os-8 8">
      <a:dk1>
        <a:srgbClr val="000000"/>
      </a:dk1>
      <a:lt1>
        <a:srgbClr val="FFFFFF"/>
      </a:lt1>
      <a:dk2>
        <a:srgbClr val="999900"/>
      </a:dk2>
      <a:lt2>
        <a:srgbClr val="666600"/>
      </a:lt2>
      <a:accent1>
        <a:srgbClr val="99CC00"/>
      </a:accent1>
      <a:accent2>
        <a:srgbClr val="CCCC66"/>
      </a:accent2>
      <a:accent3>
        <a:srgbClr val="FFFFFF"/>
      </a:accent3>
      <a:accent4>
        <a:srgbClr val="000000"/>
      </a:accent4>
      <a:accent5>
        <a:srgbClr val="CAE2AA"/>
      </a:accent5>
      <a:accent6>
        <a:srgbClr val="B9B95C"/>
      </a:accent6>
      <a:hlink>
        <a:srgbClr val="FFCC00"/>
      </a:hlink>
      <a:folHlink>
        <a:srgbClr val="CC9900"/>
      </a:folHlink>
    </a:clrScheme>
    <a:fontScheme name="os-8">
      <a:majorFont>
        <a:latin typeface="Arial"/>
        <a:ea typeface=""/>
        <a:cs typeface=""/>
      </a:majorFont>
      <a:minorFont>
        <a:latin typeface="Helvetic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a:ln>
              <a:noFill/>
            </a:ln>
            <a:solidFill>
              <a:schemeClr val="tx1"/>
            </a:solidFill>
            <a:effectLst/>
            <a:latin typeface="Verdana"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a:ln>
              <a:noFill/>
            </a:ln>
            <a:solidFill>
              <a:schemeClr val="tx1"/>
            </a:solidFill>
            <a:effectLst/>
            <a:latin typeface="Verdana" charset="0"/>
          </a:defRPr>
        </a:defPPr>
      </a:lstStyle>
    </a:lnDef>
  </a:objectDefaults>
  <a:extraClrSchemeLst>
    <a:extraClrScheme>
      <a:clrScheme name="os-8 1">
        <a:dk1>
          <a:srgbClr val="006699"/>
        </a:dk1>
        <a:lt1>
          <a:srgbClr val="FFFFFF"/>
        </a:lt1>
        <a:dk2>
          <a:srgbClr val="000000"/>
        </a:dk2>
        <a:lt2>
          <a:srgbClr val="99FF99"/>
        </a:lt2>
        <a:accent1>
          <a:srgbClr val="00CC99"/>
        </a:accent1>
        <a:accent2>
          <a:srgbClr val="009999"/>
        </a:accent2>
        <a:accent3>
          <a:srgbClr val="AAAAAA"/>
        </a:accent3>
        <a:accent4>
          <a:srgbClr val="DADADA"/>
        </a:accent4>
        <a:accent5>
          <a:srgbClr val="AAE2CA"/>
        </a:accent5>
        <a:accent6>
          <a:srgbClr val="008A8A"/>
        </a:accent6>
        <a:hlink>
          <a:srgbClr val="0066FF"/>
        </a:hlink>
        <a:folHlink>
          <a:srgbClr val="989CBA"/>
        </a:folHlink>
      </a:clrScheme>
      <a:clrMap bg1="dk2" tx1="lt1" bg2="dk1" tx2="lt2" accent1="accent1" accent2="accent2" accent3="accent3" accent4="accent4" accent5="accent5" accent6="accent6" hlink="hlink" folHlink="folHlink"/>
    </a:extraClrScheme>
    <a:extraClrScheme>
      <a:clrScheme name="os-8 2">
        <a:dk1>
          <a:srgbClr val="808000"/>
        </a:dk1>
        <a:lt1>
          <a:srgbClr val="FFFFFF"/>
        </a:lt1>
        <a:dk2>
          <a:srgbClr val="5C271E"/>
        </a:dk2>
        <a:lt2>
          <a:srgbClr val="FFDD89"/>
        </a:lt2>
        <a:accent1>
          <a:srgbClr val="CC6600"/>
        </a:accent1>
        <a:accent2>
          <a:srgbClr val="CC9900"/>
        </a:accent2>
        <a:accent3>
          <a:srgbClr val="B5ACAB"/>
        </a:accent3>
        <a:accent4>
          <a:srgbClr val="DADADA"/>
        </a:accent4>
        <a:accent5>
          <a:srgbClr val="E2B8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os-8 3">
        <a:dk1>
          <a:srgbClr val="763B00"/>
        </a:dk1>
        <a:lt1>
          <a:srgbClr val="FFFFFF"/>
        </a:lt1>
        <a:dk2>
          <a:srgbClr val="330000"/>
        </a:dk2>
        <a:lt2>
          <a:srgbClr val="CC9900"/>
        </a:lt2>
        <a:accent1>
          <a:srgbClr val="FFCC00"/>
        </a:accent1>
        <a:accent2>
          <a:srgbClr val="CC3300"/>
        </a:accent2>
        <a:accent3>
          <a:srgbClr val="ADAAAA"/>
        </a:accent3>
        <a:accent4>
          <a:srgbClr val="DADADA"/>
        </a:accent4>
        <a:accent5>
          <a:srgbClr val="FFE2AA"/>
        </a:accent5>
        <a:accent6>
          <a:srgbClr val="B92D00"/>
        </a:accent6>
        <a:hlink>
          <a:srgbClr val="666699"/>
        </a:hlink>
        <a:folHlink>
          <a:srgbClr val="999966"/>
        </a:folHlink>
      </a:clrScheme>
      <a:clrMap bg1="dk2" tx1="lt1" bg2="dk1" tx2="lt2" accent1="accent1" accent2="accent2" accent3="accent3" accent4="accent4" accent5="accent5" accent6="accent6" hlink="hlink" folHlink="folHlink"/>
    </a:extraClrScheme>
    <a:extraClrScheme>
      <a:clrScheme name="os-8 4">
        <a:dk1>
          <a:srgbClr val="6D3696"/>
        </a:dk1>
        <a:lt1>
          <a:srgbClr val="FFFFFF"/>
        </a:lt1>
        <a:dk2>
          <a:srgbClr val="51255D"/>
        </a:dk2>
        <a:lt2>
          <a:srgbClr val="FFFFCC"/>
        </a:lt2>
        <a:accent1>
          <a:srgbClr val="666699"/>
        </a:accent1>
        <a:accent2>
          <a:srgbClr val="800080"/>
        </a:accent2>
        <a:accent3>
          <a:srgbClr val="B3ACB6"/>
        </a:accent3>
        <a:accent4>
          <a:srgbClr val="DADADA"/>
        </a:accent4>
        <a:accent5>
          <a:srgbClr val="B8B8CA"/>
        </a:accent5>
        <a:accent6>
          <a:srgbClr val="730073"/>
        </a:accent6>
        <a:hlink>
          <a:srgbClr val="CCCC00"/>
        </a:hlink>
        <a:folHlink>
          <a:srgbClr val="A3A274"/>
        </a:folHlink>
      </a:clrScheme>
      <a:clrMap bg1="dk2" tx1="lt1" bg2="dk1" tx2="lt2" accent1="accent1" accent2="accent2" accent3="accent3" accent4="accent4" accent5="accent5" accent6="accent6" hlink="hlink" folHlink="folHlink"/>
    </a:extraClrScheme>
    <a:extraClrScheme>
      <a:clrScheme name="os-8 5">
        <a:dk1>
          <a:srgbClr val="CC6600"/>
        </a:dk1>
        <a:lt1>
          <a:srgbClr val="FFFFFF"/>
        </a:lt1>
        <a:dk2>
          <a:srgbClr val="4A553B"/>
        </a:dk2>
        <a:lt2>
          <a:srgbClr val="FFBF1F"/>
        </a:lt2>
        <a:accent1>
          <a:srgbClr val="FFCC00"/>
        </a:accent1>
        <a:accent2>
          <a:srgbClr val="CC9900"/>
        </a:accent2>
        <a:accent3>
          <a:srgbClr val="B1B4AF"/>
        </a:accent3>
        <a:accent4>
          <a:srgbClr val="DADADA"/>
        </a:accent4>
        <a:accent5>
          <a:srgbClr val="FFE2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os-8 6">
        <a:dk1>
          <a:srgbClr val="000000"/>
        </a:dk1>
        <a:lt1>
          <a:srgbClr val="FFFFFF"/>
        </a:lt1>
        <a:dk2>
          <a:srgbClr val="666699"/>
        </a:dk2>
        <a:lt2>
          <a:srgbClr val="FFCC00"/>
        </a:lt2>
        <a:accent1>
          <a:srgbClr val="FF9900"/>
        </a:accent1>
        <a:accent2>
          <a:srgbClr val="FF0000"/>
        </a:accent2>
        <a:accent3>
          <a:srgbClr val="FFFFFF"/>
        </a:accent3>
        <a:accent4>
          <a:srgbClr val="000000"/>
        </a:accent4>
        <a:accent5>
          <a:srgbClr val="FFCAAA"/>
        </a:accent5>
        <a:accent6>
          <a:srgbClr val="E70000"/>
        </a:accent6>
        <a:hlink>
          <a:srgbClr val="666699"/>
        </a:hlink>
        <a:folHlink>
          <a:srgbClr val="999966"/>
        </a:folHlink>
      </a:clrScheme>
      <a:clrMap bg1="lt1" tx1="dk1" bg2="lt2" tx2="dk2" accent1="accent1" accent2="accent2" accent3="accent3" accent4="accent4" accent5="accent5" accent6="accent6" hlink="hlink" folHlink="folHlink"/>
    </a:extraClrScheme>
    <a:extraClrScheme>
      <a:clrScheme name="os-8 7">
        <a:dk1>
          <a:srgbClr val="000000"/>
        </a:dk1>
        <a:lt1>
          <a:srgbClr val="FFFFFF"/>
        </a:lt1>
        <a:dk2>
          <a:srgbClr val="CC3300"/>
        </a:dk2>
        <a:lt2>
          <a:srgbClr val="663300"/>
        </a:lt2>
        <a:accent1>
          <a:srgbClr val="FFCC00"/>
        </a:accent1>
        <a:accent2>
          <a:srgbClr val="CC6600"/>
        </a:accent2>
        <a:accent3>
          <a:srgbClr val="FFFFFF"/>
        </a:accent3>
        <a:accent4>
          <a:srgbClr val="000000"/>
        </a:accent4>
        <a:accent5>
          <a:srgbClr val="FFE2AA"/>
        </a:accent5>
        <a:accent6>
          <a:srgbClr val="B95C00"/>
        </a:accent6>
        <a:hlink>
          <a:srgbClr val="CC9900"/>
        </a:hlink>
        <a:folHlink>
          <a:srgbClr val="996633"/>
        </a:folHlink>
      </a:clrScheme>
      <a:clrMap bg1="lt1" tx1="dk1" bg2="lt2" tx2="dk2" accent1="accent1" accent2="accent2" accent3="accent3" accent4="accent4" accent5="accent5" accent6="accent6" hlink="hlink" folHlink="folHlink"/>
    </a:extraClrScheme>
    <a:extraClrScheme>
      <a:clrScheme name="os-8 8">
        <a:dk1>
          <a:srgbClr val="000000"/>
        </a:dk1>
        <a:lt1>
          <a:srgbClr val="FFFFFF"/>
        </a:lt1>
        <a:dk2>
          <a:srgbClr val="999900"/>
        </a:dk2>
        <a:lt2>
          <a:srgbClr val="666600"/>
        </a:lt2>
        <a:accent1>
          <a:srgbClr val="99CC00"/>
        </a:accent1>
        <a:accent2>
          <a:srgbClr val="CCCC66"/>
        </a:accent2>
        <a:accent3>
          <a:srgbClr val="FFFFFF"/>
        </a:accent3>
        <a:accent4>
          <a:srgbClr val="000000"/>
        </a:accent4>
        <a:accent5>
          <a:srgbClr val="CAE2AA"/>
        </a:accent5>
        <a:accent6>
          <a:srgbClr val="B9B95C"/>
        </a:accent6>
        <a:hlink>
          <a:srgbClr val="FFCC00"/>
        </a:hlink>
        <a:folHlink>
          <a:srgbClr val="CC9900"/>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OS8</Template>
  <TotalTime>13452</TotalTime>
  <Words>2221</Words>
  <Application>Microsoft Office PowerPoint</Application>
  <PresentationFormat>Custom</PresentationFormat>
  <Paragraphs>353</Paragraphs>
  <Slides>29</Slides>
  <Notes>29</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29</vt:i4>
      </vt:variant>
    </vt:vector>
  </HeadingPairs>
  <TitlesOfParts>
    <vt:vector size="37" baseType="lpstr">
      <vt:lpstr>ＭＳ Ｐゴシック</vt:lpstr>
      <vt:lpstr>Arial</vt:lpstr>
      <vt:lpstr>Helvetica</vt:lpstr>
      <vt:lpstr>Monotype Sorts</vt:lpstr>
      <vt:lpstr>Times New Roman</vt:lpstr>
      <vt:lpstr>Verdana</vt:lpstr>
      <vt:lpstr>Webdings</vt:lpstr>
      <vt:lpstr>os-8</vt:lpstr>
      <vt:lpstr>PowerPoint Presentation</vt:lpstr>
      <vt:lpstr>Process Synchronization</vt:lpstr>
      <vt:lpstr>Why Process Synchronization ?</vt:lpstr>
      <vt:lpstr>Why Process Synchronization ?</vt:lpstr>
      <vt:lpstr>Race Condition</vt:lpstr>
      <vt:lpstr>Race Condition</vt:lpstr>
      <vt:lpstr>Critical Section</vt:lpstr>
      <vt:lpstr>Critical Section</vt:lpstr>
      <vt:lpstr>Critical-Section Problem</vt:lpstr>
      <vt:lpstr>Solution to Critical-Section Problem</vt:lpstr>
      <vt:lpstr>1. Lock Variable Synchronization Mechanism</vt:lpstr>
      <vt:lpstr>1. Lock Variable Synchronization Mechanism</vt:lpstr>
      <vt:lpstr>2. Test And Set Instruction</vt:lpstr>
      <vt:lpstr>2. Test And Set Instruction</vt:lpstr>
      <vt:lpstr>Synchronization Mechanism</vt:lpstr>
      <vt:lpstr>3. Turn Variable or Strict Alternation</vt:lpstr>
      <vt:lpstr>Synchronization Mechanism</vt:lpstr>
      <vt:lpstr>4. Interested Variable</vt:lpstr>
      <vt:lpstr>4. Interested Variable</vt:lpstr>
      <vt:lpstr>Synchronization Mechanism</vt:lpstr>
      <vt:lpstr>5. Peterson’s Solution</vt:lpstr>
      <vt:lpstr>5. Peterson’s Solution</vt:lpstr>
      <vt:lpstr>5. Peterson’s Solution</vt:lpstr>
      <vt:lpstr>6. Semaphores</vt:lpstr>
      <vt:lpstr>6. Semaphores</vt:lpstr>
      <vt:lpstr>6.1 Binary Semaphores</vt:lpstr>
      <vt:lpstr>6. Binary Semaphores</vt:lpstr>
      <vt:lpstr>Reference: Chapter 6</vt:lpstr>
      <vt:lpstr>PowerPoint Presentation</vt:lpstr>
    </vt:vector>
  </TitlesOfParts>
  <Company>Lucent Technologies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Module 7:  Process Synchronization</dc:title>
  <dc:creator>Marilyn Turnamian</dc:creator>
  <cp:lastModifiedBy>ABDUL RAHEEM ALEEM</cp:lastModifiedBy>
  <cp:revision>332</cp:revision>
  <cp:lastPrinted>2011-02-14T00:38:16Z</cp:lastPrinted>
  <dcterms:created xsi:type="dcterms:W3CDTF">2011-02-21T15:27:19Z</dcterms:created>
  <dcterms:modified xsi:type="dcterms:W3CDTF">2024-11-21T17:36:00Z</dcterms:modified>
</cp:coreProperties>
</file>