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C435F-28E4-4C10-BD7C-19D44BD2B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F9CBF5-FFCF-435D-AC19-BFCBA37EF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798AC-28CF-404F-8AD1-E39166E26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CC17-BEFE-4E57-B781-D304CD63C3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10227-A2C2-427D-A117-F645AB6E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2F8A3-C45E-4CA0-B909-47486D4A7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DBC4-F822-46A7-8E37-5BEDAA872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195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F3E4-0A4B-4F20-9FE2-5C68BE86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735B7-CBA9-427A-8255-8159CF929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17750-6398-4E27-9825-F52E098FE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CC17-BEFE-4E57-B781-D304CD63C3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C7BD4-8B67-4D0D-BB1B-9D2C05D62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059C9-9C39-42BA-9070-D399698E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DBC4-F822-46A7-8E37-5BEDAA872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75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497FF-D1F5-4929-9126-47D5BA05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2A2A0-FA5F-439B-9EB4-930223315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61791-70A3-4EC4-919B-9F5457475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CC17-BEFE-4E57-B781-D304CD63C3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3F525-E957-4C22-98AB-6C95AB8AA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B124E-DFA4-4B7C-A4F7-FE3C909E1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DBC4-F822-46A7-8E37-5BEDAA872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2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EFF8D-D9D9-4E93-8C66-83315CE97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3715B-D057-45E8-AFC7-7A96459E9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B6D22-2162-4224-BCE8-BBA7969F1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C3997-879C-43C8-8390-04CA25ADD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CC17-BEFE-4E57-B781-D304CD63C3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C0DF-9263-42B0-9D04-2CF2361B3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7190D-1195-48B0-8692-F06346FF6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DBC4-F822-46A7-8E37-5BEDAA872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98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670FA-B4C9-40FD-80AC-F3B229357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EB4F3-A315-4EDD-97D0-5A5E78A29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F588A-636E-45C5-AA6F-BA8AC5AE2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4C3F2-6745-4837-8802-0C9B55144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795972-9097-4E87-A44D-3A9847B2A6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62FC3A-ACD9-453D-8A6B-ED60D280E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CC17-BEFE-4E57-B781-D304CD63C3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8F41AF-AE78-48A9-9EE7-BF9170300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B56781-381C-4FC8-8A0F-483C94DE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DBC4-F822-46A7-8E37-5BEDAA872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42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55C58-DE34-4891-9139-E4A253724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5F447C-B793-4852-AD25-C7F97188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CC17-BEFE-4E57-B781-D304CD63C3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9034D9-9385-46F7-BA2B-9EE5A5F5D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877F84-8360-4FA9-806E-E87F511AA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DBC4-F822-46A7-8E37-5BEDAA872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92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40A461-B368-484C-BDBA-EAA087E28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CC17-BEFE-4E57-B781-D304CD63C3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274C42-E9E3-41FD-86CA-88199C201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16A2C-C95F-4573-A562-5E697D725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DBC4-F822-46A7-8E37-5BEDAA872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42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DFEE7-C1EE-47D7-B303-BD3793D30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E1B77-E719-4C9E-8C32-4936A68F7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299BF-9090-427A-9BDC-5BE260FA2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74531-DDA7-4EBC-84A9-93560D1A1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CC17-BEFE-4E57-B781-D304CD63C3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B5E80-CAD7-4680-904C-6DCBC348F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7E73C-399A-4D30-84FD-B8F030D4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DBC4-F822-46A7-8E37-5BEDAA872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5B62-247C-4C9F-8706-B97DD1557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88069A-4BE3-4A28-B2FA-0CBEB02D3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B2B93-FE9F-4101-AC96-A7C03ED23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64077-A07A-4684-A23E-07502D777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CC17-BEFE-4E57-B781-D304CD63C3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68109-700D-4567-B049-69AA12AB1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6AEEF-B6BD-4DD6-8EA4-8113593B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DBC4-F822-46A7-8E37-5BEDAA872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60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194E1-D1B6-42EC-9B09-43B6F4849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0DB417-1F4C-4FC6-AFD8-A9391312D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C26B9-A8C7-4489-ABA4-FE0D1C241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CC17-BEFE-4E57-B781-D304CD63C3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6A61-68AB-4AAE-844D-56A112C4C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7DA12-AF1F-4462-B004-507FF6049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DBC4-F822-46A7-8E37-5BEDAA872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6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05FC65-E122-4DE7-A940-67E54C2B5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46A5D6-23DF-4A38-B6E4-5417A7370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5EB0E-8974-4BC3-A995-4CDDE959E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CC17-BEFE-4E57-B781-D304CD63C3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74338-A3C3-48D8-A4DC-997AF65E2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06E2C-BDDE-4BCD-BBCE-27F98202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DBC4-F822-46A7-8E37-5BEDAA872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24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E95CFF-81C2-402B-8BDD-8990A9681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35F83-2699-417C-87FB-1E0B5AF25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C2DBB-B940-4303-8486-8AB4EEB4A8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DCC17-BEFE-4E57-B781-D304CD63C30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D39C4-3443-4612-9ABB-6F1897948B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38024-98B8-4BEA-BC80-683E45D13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DDBC4-F822-46A7-8E37-5BEDAA872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1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2D0974-2B15-4894-9D73-AC1B1FA12F85}"/>
              </a:ext>
            </a:extLst>
          </p:cNvPr>
          <p:cNvSpPr/>
          <p:nvPr/>
        </p:nvSpPr>
        <p:spPr>
          <a:xfrm>
            <a:off x="0" y="0"/>
            <a:ext cx="12192000" cy="5781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  <a:endParaRPr lang="en-US" sz="24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int* </a:t>
            </a:r>
            <a:r>
              <a:rPr lang="en-US" b="1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getNumber</a:t>
            </a:r>
            <a:r>
              <a:rPr lang="en-US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  <a:endParaRPr lang="en-US" sz="24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int x = 42;</a:t>
            </a:r>
            <a:endParaRPr lang="en-US" sz="24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return &amp;x;</a:t>
            </a:r>
            <a:endParaRPr lang="en-US" sz="24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  <a:endParaRPr lang="en-US" sz="24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int* </a:t>
            </a:r>
            <a:r>
              <a:rPr lang="en-US" b="1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getNumber</a:t>
            </a:r>
            <a:r>
              <a:rPr lang="en-US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24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std::</a:t>
            </a:r>
            <a:r>
              <a:rPr lang="en-US" b="1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&lt;&lt; *</a:t>
            </a:r>
            <a:r>
              <a:rPr lang="en-US" b="1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&lt;&lt; std::</a:t>
            </a:r>
            <a:r>
              <a:rPr lang="en-US" b="1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4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  <a:endParaRPr lang="en-US" sz="24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Questions: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happens when this program runs? Does it print 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crash, or produce Undefined Behavior?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Exactly why is returning 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&amp;x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illegal in terms of the stack frame and scope?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223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2D0974-2B15-4894-9D73-AC1B1FA12F85}"/>
              </a:ext>
            </a:extLst>
          </p:cNvPr>
          <p:cNvSpPr/>
          <p:nvPr/>
        </p:nvSpPr>
        <p:spPr>
          <a:xfrm>
            <a:off x="0" y="0"/>
            <a:ext cx="12192000" cy="610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#include &lt;vector&gt;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std::vector&lt;int&gt; a = {1, 2, 3};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std::vector&lt;int&gt; b = a; 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b.push_back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(4);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int* p1 = new int(10);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int* p2 = p1;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*p2 = 20;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std::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a.size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&lt;&lt; " " &lt;&lt; *p1 &lt;&lt; std::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Questions: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will be printed on the screen?</a:t>
            </a:r>
          </a:p>
          <a:p>
            <a:pPr marL="742950" marR="0" lvl="1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did modifying b leave a unchanged, but modifying *p2 altered *p1?</a:t>
            </a:r>
          </a:p>
        </p:txBody>
      </p:sp>
    </p:spTree>
    <p:extLst>
      <p:ext uri="{BB962C8B-B14F-4D97-AF65-F5344CB8AC3E}">
        <p14:creationId xmlns:p14="http://schemas.microsoft.com/office/powerpoint/2010/main" val="758565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2D0974-2B15-4894-9D73-AC1B1FA12F85}"/>
              </a:ext>
            </a:extLst>
          </p:cNvPr>
          <p:cNvSpPr/>
          <p:nvPr/>
        </p:nvSpPr>
        <p:spPr>
          <a:xfrm>
            <a:off x="0" y="0"/>
            <a:ext cx="12192000" cy="6841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400" b="1" dirty="0">
              <a:solidFill>
                <a:srgbClr val="0070C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 Base {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virtual void show() { std::</a:t>
            </a:r>
            <a:r>
              <a:rPr lang="en-US" sz="1400" b="1" dirty="0" err="1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&lt;&lt; "Base\n"; }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400" b="1" dirty="0">
              <a:solidFill>
                <a:srgbClr val="0070C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 Derived : public Base {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void show() { std::</a:t>
            </a:r>
            <a:r>
              <a:rPr lang="en-US" sz="1400" b="1" dirty="0" err="1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&lt;&lt; "Derived\n"; }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400" b="1" dirty="0">
              <a:solidFill>
                <a:srgbClr val="0070C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400" b="1" dirty="0" err="1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printObject</a:t>
            </a: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(Base obj) {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obj.show</a:t>
            </a: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400" b="1" dirty="0">
              <a:solidFill>
                <a:srgbClr val="0070C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Derived d;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printObject</a:t>
            </a: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(d);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Questions:</a:t>
            </a: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Does this output Derived or Base?</a:t>
            </a: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Why does the virtual table mechanism fail to trigger Derived::show() here?</a:t>
            </a: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57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2D0974-2B15-4894-9D73-AC1B1FA12F85}"/>
              </a:ext>
            </a:extLst>
          </p:cNvPr>
          <p:cNvSpPr/>
          <p:nvPr/>
        </p:nvSpPr>
        <p:spPr>
          <a:xfrm>
            <a:off x="0" y="0"/>
            <a:ext cx="12192000" cy="6033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DynamicArray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private: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int* data;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size;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DynamicArray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s) : size(s) {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data = new int[size]{10, 20, 30};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~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DynamicArray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delete[] data;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setFirst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data[0] =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printFirst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const { std::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data[0] &lt;&lt; std::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2000" b="1" dirty="0">
              <a:solidFill>
                <a:srgbClr val="0070C0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471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2D0974-2B15-4894-9D73-AC1B1FA12F85}"/>
              </a:ext>
            </a:extLst>
          </p:cNvPr>
          <p:cNvSpPr/>
          <p:nvPr/>
        </p:nvSpPr>
        <p:spPr>
          <a:xfrm>
            <a:off x="0" y="0"/>
            <a:ext cx="12192000" cy="5264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DynamicArray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arr1(3);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DynamicArray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arr2 = arr1; // Default copy constructor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arr2.setFirst(99);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// arr2 goes out of scope here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arr1.printFirst();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happens when arr2 goes out of scope?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Does arr1.printFirst() print 99, 10, or crash? What error occurs when main() exits?</a:t>
            </a:r>
          </a:p>
          <a:p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336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2D0974-2B15-4894-9D73-AC1B1FA12F85}"/>
              </a:ext>
            </a:extLst>
          </p:cNvPr>
          <p:cNvSpPr/>
          <p:nvPr/>
        </p:nvSpPr>
        <p:spPr>
          <a:xfrm>
            <a:off x="0" y="0"/>
            <a:ext cx="12192000" cy="6696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 Counter {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static int count;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void increment() { count++; }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 Counter::count = 0;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Counter c1;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Counter c2;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c1.increment();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std::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&lt;&lt; c1.count &lt;&lt; " " &lt;&lt; c2.count &lt;&lt; std::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algn="just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Questions: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output of this code?</a:t>
            </a:r>
          </a:p>
          <a:p>
            <a:pPr marL="742950" marR="0" lvl="1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is Counter::count stored in memory (Stack, Heap, or Data segment)?</a:t>
            </a:r>
          </a:p>
        </p:txBody>
      </p:sp>
    </p:spTree>
    <p:extLst>
      <p:ext uri="{BB962C8B-B14F-4D97-AF65-F5344CB8AC3E}">
        <p14:creationId xmlns:p14="http://schemas.microsoft.com/office/powerpoint/2010/main" val="3311189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620</Words>
  <Application>Microsoft Office PowerPoint</Application>
  <PresentationFormat>Widescreen</PresentationFormat>
  <Paragraphs>118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Usman Younas</dc:creator>
  <cp:lastModifiedBy>Usman Younas</cp:lastModifiedBy>
  <cp:revision>3</cp:revision>
  <dcterms:created xsi:type="dcterms:W3CDTF">2026-09-29T18:32:27Z</dcterms:created>
  <dcterms:modified xsi:type="dcterms:W3CDTF">2026-09-29T18:47:22Z</dcterms:modified>
</cp:coreProperties>
</file>