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2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4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0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83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2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2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5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7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9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8713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62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8478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93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659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9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DFBCB-76E2-42B4-8A73-41336733623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6894EA8-CD87-41DF-A66E-F7E080162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0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7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2D </a:t>
            </a:r>
            <a:r>
              <a:rPr lang="en-US" dirty="0" err="1" smtClean="0"/>
              <a:t>Trasnform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CSS transform property applies a 2D or 3D transformation to an element. This property allows you to rotate, scale, move, and skew elements.</a:t>
            </a:r>
          </a:p>
          <a:p>
            <a:r>
              <a:rPr lang="en-US" dirty="0" smtClean="0"/>
              <a:t>The translate() function moves an element from its current position (according to the parameters given for the X-axis and the Y-axis).</a:t>
            </a:r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transform: translate(50px, 100px);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145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rotate() function rotates an element clockwise or counter-clockwise according to a given degree.</a:t>
            </a:r>
            <a:endParaRPr lang="en-US" dirty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transform: rotate(20deg);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scale() function increases or decreases the size of an element (according to the parameters given for the width and height).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transform: scale(2, 3);</a:t>
            </a:r>
          </a:p>
          <a:p>
            <a:r>
              <a:rPr lang="en-US" dirty="0" smtClean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skewX</a:t>
            </a:r>
            <a:r>
              <a:rPr lang="en-US" dirty="0" smtClean="0"/>
              <a:t>() function skews an element along the X-axis by the given angle.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transform: </a:t>
            </a:r>
            <a:r>
              <a:rPr lang="en-US" dirty="0" err="1" smtClean="0"/>
              <a:t>skewX</a:t>
            </a:r>
            <a:r>
              <a:rPr lang="en-US" dirty="0" smtClean="0"/>
              <a:t>(20deg);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58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CSS transitions allows you to change property values smoothly, over a given duration.</a:t>
            </a:r>
          </a:p>
          <a:p>
            <a:r>
              <a:rPr lang="en-US" dirty="0" smtClean="0"/>
              <a:t>The following example shows a 100px * 100px &lt;div&gt; element. The &lt;div&gt; element has specified a transition effect for the width property, with a duration of 2 seconds: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width: 100px;</a:t>
            </a:r>
          </a:p>
          <a:p>
            <a:r>
              <a:rPr lang="en-US" dirty="0" smtClean="0"/>
              <a:t>  height: 100px;</a:t>
            </a:r>
          </a:p>
          <a:p>
            <a:r>
              <a:rPr lang="en-US" dirty="0" smtClean="0"/>
              <a:t>  background-color: red;</a:t>
            </a:r>
          </a:p>
          <a:p>
            <a:r>
              <a:rPr lang="en-US" dirty="0" smtClean="0"/>
              <a:t>  transition: width 2s;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transition is triggered when there is a change in the element's properties.</a:t>
            </a:r>
          </a:p>
          <a:p>
            <a:r>
              <a:rPr lang="en-US" dirty="0" err="1" smtClean="0"/>
              <a:t>div:hover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width: 300px;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011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Multi Properties</a:t>
            </a:r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transition: width 2s, height 4s, background-color 3s;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ease - transition will start slow, then go fast, and end slow (this is default)</a:t>
            </a:r>
          </a:p>
          <a:p>
            <a:r>
              <a:rPr lang="en-US" dirty="0" smtClean="0"/>
              <a:t>linear - transition will keep the same speed from start to end</a:t>
            </a:r>
          </a:p>
          <a:p>
            <a:r>
              <a:rPr lang="en-US" dirty="0" smtClean="0"/>
              <a:t>ease-in - transition will start slow</a:t>
            </a:r>
          </a:p>
          <a:p>
            <a:r>
              <a:rPr lang="en-US" dirty="0" smtClean="0"/>
              <a:t>ease-out - transition will end slow</a:t>
            </a:r>
          </a:p>
          <a:p>
            <a:r>
              <a:rPr lang="en-US" dirty="0" smtClean="0"/>
              <a:t>ease-in-out - transition will have a slow start and end</a:t>
            </a:r>
          </a:p>
          <a:p>
            <a:r>
              <a:rPr lang="en-US" dirty="0" smtClean="0"/>
              <a:t>#div1 {transition-timing-function: linear;}</a:t>
            </a:r>
          </a:p>
          <a:p>
            <a:r>
              <a:rPr lang="en-US" dirty="0" smtClean="0"/>
              <a:t>#div2 {transition-timing-function: ease;}</a:t>
            </a:r>
          </a:p>
          <a:p>
            <a:r>
              <a:rPr lang="en-US" dirty="0" smtClean="0"/>
              <a:t>#div3 {transition-timing-function: ease-in;}</a:t>
            </a:r>
          </a:p>
          <a:p>
            <a:r>
              <a:rPr lang="en-US" dirty="0" smtClean="0"/>
              <a:t>#div4 {transition-timing-function: ease-out;}</a:t>
            </a:r>
          </a:p>
          <a:p>
            <a:r>
              <a:rPr lang="en-US" dirty="0" smtClean="0"/>
              <a:t>#div5 {transition-timing-function: ease-in-out;}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0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transition-delay property specifies a delay before the transition starts.</a:t>
            </a:r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transition-delay: 1s;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The following example combines transition and transform for a &lt;div&gt;: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transition: width 2s, height 2s, background-color 2s, transform 2s;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48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Animations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CSS allows animation of HTML elements without using JavaScript!</a:t>
            </a:r>
          </a:p>
          <a:p>
            <a:r>
              <a:rPr lang="en-US" dirty="0" smtClean="0"/>
              <a:t>When you specify CSS styles inside the @</a:t>
            </a:r>
            <a:r>
              <a:rPr lang="en-US" dirty="0" err="1" smtClean="0"/>
              <a:t>keyframes</a:t>
            </a:r>
            <a:r>
              <a:rPr lang="en-US" dirty="0" smtClean="0"/>
              <a:t> rule, the animation will gradually change from the current style to the new style at certain times.</a:t>
            </a:r>
          </a:p>
          <a:p>
            <a:endParaRPr lang="en-US" dirty="0" smtClean="0"/>
          </a:p>
          <a:p>
            <a:r>
              <a:rPr lang="en-US" dirty="0" smtClean="0"/>
              <a:t>@</a:t>
            </a:r>
            <a:r>
              <a:rPr lang="en-US" dirty="0" err="1" smtClean="0"/>
              <a:t>keyframes</a:t>
            </a:r>
            <a:r>
              <a:rPr lang="en-US" dirty="0" smtClean="0"/>
              <a:t> </a:t>
            </a:r>
            <a:r>
              <a:rPr lang="en-US" dirty="0" err="1" smtClean="0"/>
              <a:t>myAnimation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from {background-color: red;}</a:t>
            </a:r>
          </a:p>
          <a:p>
            <a:r>
              <a:rPr lang="en-US" dirty="0" smtClean="0"/>
              <a:t>  to {background-color: yellow;}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width: 100px;</a:t>
            </a:r>
          </a:p>
          <a:p>
            <a:r>
              <a:rPr lang="en-US" dirty="0" smtClean="0"/>
              <a:t>  height: 100px;</a:t>
            </a:r>
          </a:p>
          <a:p>
            <a:r>
              <a:rPr lang="en-US" dirty="0" smtClean="0"/>
              <a:t>  background-color: red;</a:t>
            </a:r>
          </a:p>
          <a:p>
            <a:r>
              <a:rPr lang="en-US" dirty="0" smtClean="0"/>
              <a:t>  animation-name: </a:t>
            </a:r>
            <a:r>
              <a:rPr lang="en-US" dirty="0" err="1" smtClean="0"/>
              <a:t>myAnimation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animation-duration: 4s;</a:t>
            </a:r>
          </a:p>
          <a:p>
            <a:r>
              <a:rPr lang="en-US" dirty="0" smtClean="0"/>
              <a:t>}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04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 Phase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keyframes</a:t>
            </a:r>
            <a:r>
              <a:rPr lang="en-US" dirty="0" smtClean="0"/>
              <a:t> </a:t>
            </a:r>
            <a:r>
              <a:rPr lang="en-US" dirty="0" err="1" smtClean="0"/>
              <a:t>myAnimation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0%   {</a:t>
            </a:r>
            <a:r>
              <a:rPr lang="en-US" dirty="0" err="1" smtClean="0"/>
              <a:t>background-color:red</a:t>
            </a:r>
            <a:r>
              <a:rPr lang="en-US" dirty="0" smtClean="0"/>
              <a:t>; left:0px; top:0px;}</a:t>
            </a:r>
          </a:p>
          <a:p>
            <a:r>
              <a:rPr lang="en-US" dirty="0" smtClean="0"/>
              <a:t>  25%  {</a:t>
            </a:r>
            <a:r>
              <a:rPr lang="en-US" dirty="0" err="1" smtClean="0"/>
              <a:t>background-color:yellow</a:t>
            </a:r>
            <a:r>
              <a:rPr lang="en-US" dirty="0" smtClean="0"/>
              <a:t>; left:200px; top:0px;}</a:t>
            </a:r>
          </a:p>
          <a:p>
            <a:r>
              <a:rPr lang="en-US" dirty="0" smtClean="0"/>
              <a:t>  50%  {</a:t>
            </a:r>
            <a:r>
              <a:rPr lang="en-US" dirty="0" err="1" smtClean="0"/>
              <a:t>background-color:blue</a:t>
            </a:r>
            <a:r>
              <a:rPr lang="en-US" dirty="0" smtClean="0"/>
              <a:t>; left:200px; top:200px;}</a:t>
            </a:r>
          </a:p>
          <a:p>
            <a:r>
              <a:rPr lang="en-US" dirty="0" smtClean="0"/>
              <a:t>  75%  {</a:t>
            </a:r>
            <a:r>
              <a:rPr lang="en-US" dirty="0" err="1" smtClean="0"/>
              <a:t>background-color:green</a:t>
            </a:r>
            <a:r>
              <a:rPr lang="en-US" dirty="0" smtClean="0"/>
              <a:t>; left:0px; top:200px;}</a:t>
            </a:r>
          </a:p>
          <a:p>
            <a:r>
              <a:rPr lang="en-US" dirty="0" smtClean="0"/>
              <a:t>  100% {</a:t>
            </a:r>
            <a:r>
              <a:rPr lang="en-US" dirty="0" err="1" smtClean="0"/>
              <a:t>background-color:red</a:t>
            </a:r>
            <a:r>
              <a:rPr lang="en-US" dirty="0" smtClean="0"/>
              <a:t>; left:0px; top:0px;}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width: 100px;</a:t>
            </a:r>
          </a:p>
          <a:p>
            <a:r>
              <a:rPr lang="en-US" dirty="0" smtClean="0"/>
              <a:t>  height: 100px;</a:t>
            </a:r>
          </a:p>
          <a:p>
            <a:r>
              <a:rPr lang="en-US" dirty="0" smtClean="0"/>
              <a:t>  position: relative;</a:t>
            </a:r>
          </a:p>
          <a:p>
            <a:r>
              <a:rPr lang="en-US" dirty="0" smtClean="0"/>
              <a:t>  background-color: red;</a:t>
            </a:r>
          </a:p>
          <a:p>
            <a:r>
              <a:rPr lang="en-US" dirty="0" smtClean="0"/>
              <a:t>  animation-name: </a:t>
            </a:r>
            <a:r>
              <a:rPr lang="en-US" dirty="0" err="1" smtClean="0"/>
              <a:t>myAnimation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animation-duration: 4s;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2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The animation-iteration-count property specifies the number of times an animation should run.</a:t>
            </a:r>
          </a:p>
          <a:p>
            <a:r>
              <a:rPr lang="en-US" dirty="0" smtClean="0"/>
              <a:t>div{</a:t>
            </a:r>
          </a:p>
          <a:p>
            <a:r>
              <a:rPr lang="en-US" dirty="0" smtClean="0"/>
              <a:t>	animation-iteration-count: 3;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smtClean="0"/>
              <a:t>The animation-direction property specifies whether an animation should be played forwards, backwards or in alternate cycles.</a:t>
            </a:r>
          </a:p>
          <a:p>
            <a:endParaRPr lang="en-US" dirty="0" smtClean="0"/>
          </a:p>
          <a:p>
            <a:r>
              <a:rPr lang="en-US" dirty="0" smtClean="0"/>
              <a:t>normal - The animation is played as normal (forwards). This is default</a:t>
            </a:r>
          </a:p>
          <a:p>
            <a:r>
              <a:rPr lang="en-US" dirty="0" smtClean="0"/>
              <a:t>reverse - The animation is played in reverse direction (backwards)</a:t>
            </a:r>
          </a:p>
          <a:p>
            <a:r>
              <a:rPr lang="en-US" dirty="0" smtClean="0"/>
              <a:t>alternate - The animation is played forwards first, then backwards</a:t>
            </a:r>
          </a:p>
          <a:p>
            <a:r>
              <a:rPr lang="en-US" dirty="0" smtClean="0"/>
              <a:t>alternate-reverse - The animation is played backwards first, then forwards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157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@</a:t>
            </a:r>
            <a:r>
              <a:rPr lang="en-US" dirty="0" err="1" smtClean="0"/>
              <a:t>keyframes</a:t>
            </a:r>
            <a:r>
              <a:rPr lang="en-US" dirty="0" smtClean="0"/>
              <a:t> </a:t>
            </a:r>
            <a:r>
              <a:rPr lang="en-US" dirty="0" err="1" smtClean="0"/>
              <a:t>myAnimation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0%   {</a:t>
            </a:r>
            <a:r>
              <a:rPr lang="en-US" dirty="0" err="1" smtClean="0"/>
              <a:t>background-color:red</a:t>
            </a:r>
            <a:r>
              <a:rPr lang="en-US" dirty="0" smtClean="0"/>
              <a:t>; left:0px; top:0px;}</a:t>
            </a:r>
          </a:p>
          <a:p>
            <a:r>
              <a:rPr lang="en-US" dirty="0" smtClean="0"/>
              <a:t>  25%  {</a:t>
            </a:r>
            <a:r>
              <a:rPr lang="en-US" dirty="0" err="1" smtClean="0"/>
              <a:t>background-color:yellow</a:t>
            </a:r>
            <a:r>
              <a:rPr lang="en-US" dirty="0" smtClean="0"/>
              <a:t>; left:200px; top:0px;}</a:t>
            </a:r>
          </a:p>
          <a:p>
            <a:r>
              <a:rPr lang="en-US" dirty="0" smtClean="0"/>
              <a:t>  50%  {</a:t>
            </a:r>
            <a:r>
              <a:rPr lang="en-US" dirty="0" err="1" smtClean="0"/>
              <a:t>background-color:blue</a:t>
            </a:r>
            <a:r>
              <a:rPr lang="en-US" dirty="0" smtClean="0"/>
              <a:t>; left:200px; top:200px;}</a:t>
            </a:r>
          </a:p>
          <a:p>
            <a:r>
              <a:rPr lang="en-US" dirty="0" smtClean="0"/>
              <a:t>  75%  {</a:t>
            </a:r>
            <a:r>
              <a:rPr lang="en-US" dirty="0" err="1" smtClean="0"/>
              <a:t>background-color:green</a:t>
            </a:r>
            <a:r>
              <a:rPr lang="en-US" dirty="0" smtClean="0"/>
              <a:t>; left:0px; top:200px;}</a:t>
            </a:r>
          </a:p>
          <a:p>
            <a:r>
              <a:rPr lang="en-US" dirty="0" smtClean="0"/>
              <a:t>  100% {</a:t>
            </a:r>
            <a:r>
              <a:rPr lang="en-US" dirty="0" err="1" smtClean="0"/>
              <a:t>background-color:red</a:t>
            </a:r>
            <a:r>
              <a:rPr lang="en-US" dirty="0" smtClean="0"/>
              <a:t>; left:0px; top:0px;}</a:t>
            </a:r>
          </a:p>
          <a:p>
            <a:r>
              <a:rPr lang="en-US" dirty="0" smtClean="0"/>
              <a:t>}</a:t>
            </a:r>
          </a:p>
          <a:p>
            <a:r>
              <a:rPr lang="en-US" dirty="0" smtClean="0"/>
              <a:t>div {</a:t>
            </a:r>
          </a:p>
          <a:p>
            <a:r>
              <a:rPr lang="en-US" dirty="0" smtClean="0"/>
              <a:t>  width: 100px;</a:t>
            </a:r>
          </a:p>
          <a:p>
            <a:r>
              <a:rPr lang="en-US" dirty="0" smtClean="0"/>
              <a:t>  height: 100px;</a:t>
            </a:r>
          </a:p>
          <a:p>
            <a:r>
              <a:rPr lang="en-US" dirty="0" smtClean="0"/>
              <a:t>  position: relative;</a:t>
            </a:r>
          </a:p>
          <a:p>
            <a:r>
              <a:rPr lang="en-US" dirty="0" smtClean="0"/>
              <a:t>  background-color: red;</a:t>
            </a:r>
          </a:p>
          <a:p>
            <a:r>
              <a:rPr lang="en-US" dirty="0" smtClean="0"/>
              <a:t>  animation-name: </a:t>
            </a:r>
            <a:r>
              <a:rPr lang="en-US" dirty="0" err="1" smtClean="0"/>
              <a:t>myAnimation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animation-duration: 4s;</a:t>
            </a:r>
          </a:p>
          <a:p>
            <a:r>
              <a:rPr lang="en-US" dirty="0" smtClean="0"/>
              <a:t>  animation-iteration-count: 2;</a:t>
            </a:r>
          </a:p>
          <a:p>
            <a:r>
              <a:rPr lang="en-US" dirty="0" smtClean="0"/>
              <a:t>  animation-direction: alternate;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649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688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2D Trasnform</vt:lpstr>
      <vt:lpstr>PowerPoint Presentation</vt:lpstr>
      <vt:lpstr>PowerPoint Presentation</vt:lpstr>
      <vt:lpstr>Transition</vt:lpstr>
      <vt:lpstr>PowerPoint Presentation</vt:lpstr>
      <vt:lpstr>PowerPoint Presentation</vt:lpstr>
      <vt:lpstr>Animations</vt:lpstr>
      <vt:lpstr>4 Phase Example</vt:lpstr>
      <vt:lpstr>PowerPoint Presentation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Home</cp:lastModifiedBy>
  <cp:revision>2</cp:revision>
  <dcterms:created xsi:type="dcterms:W3CDTF">2025-10-20T03:59:13Z</dcterms:created>
  <dcterms:modified xsi:type="dcterms:W3CDTF">2025-10-20T04:14:57Z</dcterms:modified>
</cp:coreProperties>
</file>