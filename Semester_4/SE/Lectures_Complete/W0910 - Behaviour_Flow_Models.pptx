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p:sldMasterIdLst>
    <p:sldMasterId id="2147483858" r:id="rId1"/>
  </p:sldMasterIdLst>
  <p:notesMasterIdLst>
    <p:notesMasterId r:id="rId72"/>
  </p:notesMasterIdLst>
  <p:handoutMasterIdLst>
    <p:handoutMasterId r:id="rId73"/>
  </p:handoutMasterIdLst>
  <p:sldIdLst>
    <p:sldId id="256" r:id="rId2"/>
    <p:sldId id="430" r:id="rId3"/>
    <p:sldId id="429" r:id="rId4"/>
    <p:sldId id="402" r:id="rId5"/>
    <p:sldId id="403" r:id="rId6"/>
    <p:sldId id="422" r:id="rId7"/>
    <p:sldId id="423" r:id="rId8"/>
    <p:sldId id="424" r:id="rId9"/>
    <p:sldId id="425" r:id="rId10"/>
    <p:sldId id="426" r:id="rId11"/>
    <p:sldId id="427" r:id="rId12"/>
    <p:sldId id="404" r:id="rId13"/>
    <p:sldId id="377" r:id="rId14"/>
    <p:sldId id="378" r:id="rId15"/>
    <p:sldId id="379" r:id="rId16"/>
    <p:sldId id="380" r:id="rId17"/>
    <p:sldId id="381" r:id="rId18"/>
    <p:sldId id="382" r:id="rId19"/>
    <p:sldId id="383" r:id="rId20"/>
    <p:sldId id="384" r:id="rId21"/>
    <p:sldId id="385" r:id="rId22"/>
    <p:sldId id="386" r:id="rId23"/>
    <p:sldId id="387" r:id="rId24"/>
    <p:sldId id="388" r:id="rId25"/>
    <p:sldId id="389" r:id="rId26"/>
    <p:sldId id="390" r:id="rId27"/>
    <p:sldId id="391" r:id="rId28"/>
    <p:sldId id="392" r:id="rId29"/>
    <p:sldId id="393" r:id="rId30"/>
    <p:sldId id="417" r:id="rId31"/>
    <p:sldId id="431" r:id="rId32"/>
    <p:sldId id="293" r:id="rId33"/>
    <p:sldId id="294" r:id="rId34"/>
    <p:sldId id="264" r:id="rId35"/>
    <p:sldId id="265" r:id="rId36"/>
    <p:sldId id="266" r:id="rId37"/>
    <p:sldId id="267" r:id="rId38"/>
    <p:sldId id="268" r:id="rId39"/>
    <p:sldId id="269" r:id="rId40"/>
    <p:sldId id="295" r:id="rId41"/>
    <p:sldId id="296" r:id="rId42"/>
    <p:sldId id="297" r:id="rId43"/>
    <p:sldId id="270" r:id="rId44"/>
    <p:sldId id="271" r:id="rId45"/>
    <p:sldId id="272" r:id="rId46"/>
    <p:sldId id="274" r:id="rId47"/>
    <p:sldId id="298" r:id="rId48"/>
    <p:sldId id="432" r:id="rId49"/>
    <p:sldId id="433" r:id="rId50"/>
    <p:sldId id="434" r:id="rId51"/>
    <p:sldId id="409" r:id="rId52"/>
    <p:sldId id="410" r:id="rId53"/>
    <p:sldId id="411" r:id="rId54"/>
    <p:sldId id="435" r:id="rId55"/>
    <p:sldId id="436" r:id="rId56"/>
    <p:sldId id="394" r:id="rId57"/>
    <p:sldId id="395" r:id="rId58"/>
    <p:sldId id="408" r:id="rId59"/>
    <p:sldId id="396" r:id="rId60"/>
    <p:sldId id="397" r:id="rId61"/>
    <p:sldId id="398" r:id="rId62"/>
    <p:sldId id="399" r:id="rId63"/>
    <p:sldId id="400" r:id="rId64"/>
    <p:sldId id="401" r:id="rId65"/>
    <p:sldId id="437" r:id="rId66"/>
    <p:sldId id="412" r:id="rId67"/>
    <p:sldId id="438" r:id="rId68"/>
    <p:sldId id="414" r:id="rId69"/>
    <p:sldId id="415" r:id="rId70"/>
    <p:sldId id="413" r:id="rId71"/>
  </p:sldIdLst>
  <p:sldSz cx="9144000" cy="6858000" type="screen4x3"/>
  <p:notesSz cx="9296400" cy="6881813"/>
  <p:kinsoku lang="ja-JP" invalStChars="、。，．・：；？！゛゜ヽヾゝゞ々ー’”）〕］｝〉》」』】°‰′″℃￠％ぁぃぅぇぉっゃゅょゎァィゥェォッャュョヮヵヶ!%),.:;?]}｡｣､･ｧｨｩｪｫｬｭｮｯｰﾞﾟ" invalEndChars="‘“（〔［｛〈《「『【￥＄$([\{｢￡"/>
  <p:defaultTextStyle>
    <a:defPPr>
      <a:defRPr lang="en-US"/>
    </a:defPPr>
    <a:lvl1pPr algn="l" rtl="0" eaLnBrk="0" fontAlgn="base" hangingPunct="0">
      <a:spcBef>
        <a:spcPct val="0"/>
      </a:spcBef>
      <a:spcAft>
        <a:spcPct val="0"/>
      </a:spcAft>
      <a:defRPr b="1" kern="1200">
        <a:solidFill>
          <a:schemeClr val="tx1"/>
        </a:solidFill>
        <a:latin typeface="Arial" charset="0"/>
        <a:ea typeface="+mn-ea"/>
        <a:cs typeface="+mn-cs"/>
      </a:defRPr>
    </a:lvl1pPr>
    <a:lvl2pPr marL="457200" algn="l" rtl="0" eaLnBrk="0" fontAlgn="base" hangingPunct="0">
      <a:spcBef>
        <a:spcPct val="0"/>
      </a:spcBef>
      <a:spcAft>
        <a:spcPct val="0"/>
      </a:spcAft>
      <a:defRPr b="1" kern="1200">
        <a:solidFill>
          <a:schemeClr val="tx1"/>
        </a:solidFill>
        <a:latin typeface="Arial" charset="0"/>
        <a:ea typeface="+mn-ea"/>
        <a:cs typeface="+mn-cs"/>
      </a:defRPr>
    </a:lvl2pPr>
    <a:lvl3pPr marL="914400" algn="l" rtl="0" eaLnBrk="0" fontAlgn="base" hangingPunct="0">
      <a:spcBef>
        <a:spcPct val="0"/>
      </a:spcBef>
      <a:spcAft>
        <a:spcPct val="0"/>
      </a:spcAft>
      <a:defRPr b="1" kern="1200">
        <a:solidFill>
          <a:schemeClr val="tx1"/>
        </a:solidFill>
        <a:latin typeface="Arial" charset="0"/>
        <a:ea typeface="+mn-ea"/>
        <a:cs typeface="+mn-cs"/>
      </a:defRPr>
    </a:lvl3pPr>
    <a:lvl4pPr marL="1371600" algn="l" rtl="0" eaLnBrk="0" fontAlgn="base" hangingPunct="0">
      <a:spcBef>
        <a:spcPct val="0"/>
      </a:spcBef>
      <a:spcAft>
        <a:spcPct val="0"/>
      </a:spcAft>
      <a:defRPr b="1" kern="1200">
        <a:solidFill>
          <a:schemeClr val="tx1"/>
        </a:solidFill>
        <a:latin typeface="Arial" charset="0"/>
        <a:ea typeface="+mn-ea"/>
        <a:cs typeface="+mn-cs"/>
      </a:defRPr>
    </a:lvl4pPr>
    <a:lvl5pPr marL="1828800" algn="l" rtl="0" eaLnBrk="0" fontAlgn="base" hangingPunct="0">
      <a:spcBef>
        <a:spcPct val="0"/>
      </a:spcBef>
      <a:spcAft>
        <a:spcPct val="0"/>
      </a:spcAft>
      <a:defRPr b="1" kern="1200">
        <a:solidFill>
          <a:schemeClr val="tx1"/>
        </a:solidFill>
        <a:latin typeface="Arial" charset="0"/>
        <a:ea typeface="+mn-ea"/>
        <a:cs typeface="+mn-cs"/>
      </a:defRPr>
    </a:lvl5pPr>
    <a:lvl6pPr marL="2286000" algn="l" defTabSz="914400" rtl="0" eaLnBrk="1" latinLnBrk="0" hangingPunct="1">
      <a:defRPr b="1" kern="1200">
        <a:solidFill>
          <a:schemeClr val="tx1"/>
        </a:solidFill>
        <a:latin typeface="Arial" charset="0"/>
        <a:ea typeface="+mn-ea"/>
        <a:cs typeface="+mn-cs"/>
      </a:defRPr>
    </a:lvl6pPr>
    <a:lvl7pPr marL="2743200" algn="l" defTabSz="914400" rtl="0" eaLnBrk="1" latinLnBrk="0" hangingPunct="1">
      <a:defRPr b="1" kern="1200">
        <a:solidFill>
          <a:schemeClr val="tx1"/>
        </a:solidFill>
        <a:latin typeface="Arial" charset="0"/>
        <a:ea typeface="+mn-ea"/>
        <a:cs typeface="+mn-cs"/>
      </a:defRPr>
    </a:lvl7pPr>
    <a:lvl8pPr marL="3200400" algn="l" defTabSz="914400" rtl="0" eaLnBrk="1" latinLnBrk="0" hangingPunct="1">
      <a:defRPr b="1" kern="1200">
        <a:solidFill>
          <a:schemeClr val="tx1"/>
        </a:solidFill>
        <a:latin typeface="Arial" charset="0"/>
        <a:ea typeface="+mn-ea"/>
        <a:cs typeface="+mn-cs"/>
      </a:defRPr>
    </a:lvl8pPr>
    <a:lvl9pPr marL="3657600" algn="l" defTabSz="914400" rtl="0" eaLnBrk="1" latinLnBrk="0" hangingPunct="1">
      <a:defRPr b="1"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schemeClr val="tx1"/>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FFFFCC"/>
    <a:srgbClr val="00FF99"/>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8584" autoAdjust="0"/>
    <p:restoredTop sz="90929"/>
  </p:normalViewPr>
  <p:slideViewPr>
    <p:cSldViewPr snapToGrid="0" snapToObjects="1">
      <p:cViewPr varScale="1">
        <p:scale>
          <a:sx n="55" d="100"/>
          <a:sy n="55" d="100"/>
        </p:scale>
        <p:origin x="1416" y="4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4914"/>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6" Type="http://schemas.openxmlformats.org/officeDocument/2006/relationships/theme" Target="theme/theme1.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notesMaster" Target="notesMasters/notes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35618642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Rectangle 2"/>
          <p:cNvSpPr>
            <a:spLocks noGrp="1" noChangeArrowheads="1"/>
          </p:cNvSpPr>
          <p:nvPr>
            <p:ph type="body" sz="quarter" idx="3"/>
          </p:nvPr>
        </p:nvSpPr>
        <p:spPr bwMode="auto">
          <a:xfrm>
            <a:off x="1241674" y="3287803"/>
            <a:ext cx="6813056" cy="3058708"/>
          </a:xfrm>
          <a:prstGeom prst="rect">
            <a:avLst/>
          </a:prstGeom>
          <a:noFill/>
          <a:ln>
            <a:noFill/>
          </a:ln>
          <a:effectLst/>
        </p:spPr>
        <p:txBody>
          <a:bodyPr vert="horz" wrap="square" lIns="90488" tIns="44450" rIns="90488" bIns="4445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5059" name="Rectangle 3"/>
          <p:cNvSpPr>
            <a:spLocks noGrp="1" noRot="1" noChangeAspect="1" noChangeArrowheads="1" noTextEdit="1"/>
          </p:cNvSpPr>
          <p:nvPr>
            <p:ph type="sldImg" idx="2"/>
          </p:nvPr>
        </p:nvSpPr>
        <p:spPr bwMode="auto">
          <a:xfrm>
            <a:off x="3040063" y="619125"/>
            <a:ext cx="3216275" cy="2411413"/>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sp>
    </p:spTree>
    <p:extLst>
      <p:ext uri="{BB962C8B-B14F-4D97-AF65-F5344CB8AC3E}">
        <p14:creationId xmlns:p14="http://schemas.microsoft.com/office/powerpoint/2010/main" val="3962459879"/>
      </p:ext>
    </p:extLst>
  </p:cSld>
  <p:clrMap bg1="lt1" tx1="dk1" bg2="lt2" tx2="dk2" accent1="accent1" accent2="accent2" accent3="accent3" accent4="accent4" accent5="accent5" accent6="accent6" hlink="hlink" folHlink="folHlink"/>
  <p:notesStyle>
    <a:lvl1pPr algn="l" defTabSz="762000"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defTabSz="762000"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defTabSz="762000"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defTabSz="762000"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defTabSz="762000"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p>
        </p:txBody>
      </p:sp>
      <p:sp>
        <p:nvSpPr>
          <p:cNvPr id="46083" name="Rectangle 3"/>
          <p:cNvSpPr>
            <a:spLocks noGrp="1" noRot="1" noChangeAspect="1" noChangeArrowheads="1" noTextEdit="1"/>
          </p:cNvSpPr>
          <p:nvPr>
            <p:ph type="sldImg"/>
          </p:nvPr>
        </p:nvSpPr>
        <p:spPr>
          <a:ln cap="flat"/>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371600"/>
            <a:ext cx="7848600" cy="1927225"/>
          </a:xfrm>
        </p:spPr>
        <p:txBody>
          <a:bodyPr anchor="b">
            <a:noAutofit/>
          </a:bodyPr>
          <a:lstStyle>
            <a:lvl1pPr>
              <a:defRPr sz="5400" cap="all" baseline="0"/>
            </a:lvl1pPr>
          </a:lstStyle>
          <a:p>
            <a:r>
              <a:rPr lang="en-US"/>
              <a:t>Click to edit Master title style</a:t>
            </a:r>
            <a:endParaRPr lang="en-US" dirty="0"/>
          </a:p>
        </p:txBody>
      </p:sp>
      <p:sp>
        <p:nvSpPr>
          <p:cNvPr id="3" name="Subtitle 2"/>
          <p:cNvSpPr>
            <a:spLocks noGrp="1"/>
          </p:cNvSpPr>
          <p:nvPr>
            <p:ph type="subTitle" idx="1"/>
          </p:nvPr>
        </p:nvSpPr>
        <p:spPr>
          <a:xfrm>
            <a:off x="685800" y="3505200"/>
            <a:ext cx="6400800" cy="1752600"/>
          </a:xfrm>
        </p:spPr>
        <p:txBody>
          <a:bodyPr/>
          <a:lstStyle>
            <a:lvl1pPr marL="0" indent="0" algn="l">
              <a:buNone/>
              <a:defRPr>
                <a:solidFill>
                  <a:schemeClr val="tx1">
                    <a:lumMod val="75000"/>
                    <a:lumOff val="2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pPr>
              <a:defRPr/>
            </a:pPr>
            <a:r>
              <a:rPr lang="en-US"/>
              <a:t>5/18/2023</a:t>
            </a:r>
            <a:endParaRPr lang="en-US" sz="1600" dirty="0"/>
          </a:p>
        </p:txBody>
      </p:sp>
      <p:sp>
        <p:nvSpPr>
          <p:cNvPr id="5" name="Footer Placeholder 4"/>
          <p:cNvSpPr>
            <a:spLocks noGrp="1"/>
          </p:cNvSpPr>
          <p:nvPr>
            <p:ph type="ftr" sz="quarter" idx="11"/>
          </p:nvPr>
        </p:nvSpPr>
        <p:spPr/>
        <p:txBody>
          <a:bodyPr/>
          <a:lstStyle/>
          <a:p>
            <a:pPr>
              <a:defRPr/>
            </a:pPr>
            <a:r>
              <a:rPr lang="en-US"/>
              <a:t>CSC291 - Software Engineering Concepts</a:t>
            </a:r>
          </a:p>
        </p:txBody>
      </p:sp>
      <p:sp>
        <p:nvSpPr>
          <p:cNvPr id="6" name="Slide Number Placeholder 5"/>
          <p:cNvSpPr>
            <a:spLocks noGrp="1"/>
          </p:cNvSpPr>
          <p:nvPr>
            <p:ph type="sldNum" sz="quarter" idx="12"/>
          </p:nvPr>
        </p:nvSpPr>
        <p:spPr/>
        <p:txBody>
          <a:bodyPr/>
          <a:lstStyle/>
          <a:p>
            <a:pPr>
              <a:defRPr/>
            </a:pPr>
            <a:fld id="{B72BD9CB-7F4B-4EF3-9494-E1E4D9D36A1F}" type="slidenum">
              <a:rPr lang="en-US" smtClean="0"/>
              <a:pPr>
                <a:defRPr/>
              </a:pPr>
              <a:t>‹#›</a:t>
            </a:fld>
            <a:endParaRPr lang="en-US" dirty="0"/>
          </a:p>
        </p:txBody>
      </p:sp>
      <p:cxnSp>
        <p:nvCxnSpPr>
          <p:cNvPr id="8" name="Straight Connector 7"/>
          <p:cNvCxnSpPr/>
          <p:nvPr/>
        </p:nvCxnSpPr>
        <p:spPr>
          <a:xfrm>
            <a:off x="685800" y="3398520"/>
            <a:ext cx="7848600" cy="1588"/>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pPr>
              <a:defRPr/>
            </a:pPr>
            <a:r>
              <a:rPr lang="en-US"/>
              <a:t>5/18/2023</a:t>
            </a:r>
            <a:endParaRPr lang="en-US" dirty="0"/>
          </a:p>
        </p:txBody>
      </p:sp>
      <p:sp>
        <p:nvSpPr>
          <p:cNvPr id="5" name="Footer Placeholder 4"/>
          <p:cNvSpPr>
            <a:spLocks noGrp="1"/>
          </p:cNvSpPr>
          <p:nvPr>
            <p:ph type="ftr" sz="quarter" idx="11"/>
          </p:nvPr>
        </p:nvSpPr>
        <p:spPr/>
        <p:txBody>
          <a:bodyPr/>
          <a:lstStyle/>
          <a:p>
            <a:pPr>
              <a:defRPr/>
            </a:pPr>
            <a:r>
              <a:rPr lang="en-US"/>
              <a:t>CSC291 - Software Engineering Concepts</a:t>
            </a:r>
          </a:p>
        </p:txBody>
      </p:sp>
      <p:sp>
        <p:nvSpPr>
          <p:cNvPr id="6" name="Slide Number Placeholder 5"/>
          <p:cNvSpPr>
            <a:spLocks noGrp="1"/>
          </p:cNvSpPr>
          <p:nvPr>
            <p:ph type="sldNum" sz="quarter" idx="12"/>
          </p:nvPr>
        </p:nvSpPr>
        <p:spPr/>
        <p:txBody>
          <a:bodyPr/>
          <a:lstStyle/>
          <a:p>
            <a:pPr>
              <a:defRPr/>
            </a:pPr>
            <a:fld id="{C07FC5DA-4482-4AD7-A23A-324B93506508}" type="slidenum">
              <a:rPr lang="en-US" smtClean="0"/>
              <a:pPr>
                <a:defRPr/>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722313" y="2362200"/>
            <a:ext cx="7772400" cy="2200275"/>
          </a:xfrm>
        </p:spPr>
        <p:txBody>
          <a:bodyPr anchor="b">
            <a:normAutofit/>
          </a:bodyPr>
          <a:lstStyle>
            <a:lvl1pPr algn="l">
              <a:defRPr sz="4800" b="0" cap="all"/>
            </a:lvl1pPr>
          </a:lstStyle>
          <a:p>
            <a:r>
              <a:rPr lang="en-US"/>
              <a:t>Click to edit Master title style</a:t>
            </a:r>
            <a:endParaRPr lang="en-US" dirty="0"/>
          </a:p>
        </p:txBody>
      </p:sp>
      <p:sp>
        <p:nvSpPr>
          <p:cNvPr id="3" name="Text Placeholder 2"/>
          <p:cNvSpPr>
            <a:spLocks noGrp="1"/>
          </p:cNvSpPr>
          <p:nvPr>
            <p:ph type="body" idx="1"/>
          </p:nvPr>
        </p:nvSpPr>
        <p:spPr>
          <a:xfrm>
            <a:off x="722313" y="4626864"/>
            <a:ext cx="7772400" cy="1500187"/>
          </a:xfrm>
        </p:spPr>
        <p:txBody>
          <a:bodyPr anchor="t">
            <a:normAutofit/>
          </a:bodyPr>
          <a:lstStyle>
            <a:lvl1pPr marL="0" indent="0">
              <a:buNone/>
              <a:defRPr sz="2400">
                <a:solidFill>
                  <a:schemeClr val="tx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pPr>
              <a:defRPr/>
            </a:pPr>
            <a:r>
              <a:rPr lang="en-US"/>
              <a:t>5/18/2023</a:t>
            </a:r>
            <a:endParaRPr lang="en-US" dirty="0"/>
          </a:p>
        </p:txBody>
      </p:sp>
      <p:sp>
        <p:nvSpPr>
          <p:cNvPr id="5" name="Footer Placeholder 4"/>
          <p:cNvSpPr>
            <a:spLocks noGrp="1"/>
          </p:cNvSpPr>
          <p:nvPr>
            <p:ph type="ftr" sz="quarter" idx="11"/>
          </p:nvPr>
        </p:nvSpPr>
        <p:spPr/>
        <p:txBody>
          <a:bodyPr/>
          <a:lstStyle/>
          <a:p>
            <a:pPr>
              <a:defRPr/>
            </a:pPr>
            <a:r>
              <a:rPr lang="en-US"/>
              <a:t>CSC291 - Software Engineering Concepts</a:t>
            </a:r>
          </a:p>
        </p:txBody>
      </p:sp>
      <p:sp>
        <p:nvSpPr>
          <p:cNvPr id="6" name="Slide Number Placeholder 5"/>
          <p:cNvSpPr>
            <a:spLocks noGrp="1"/>
          </p:cNvSpPr>
          <p:nvPr>
            <p:ph type="sldNum" sz="quarter" idx="12"/>
          </p:nvPr>
        </p:nvSpPr>
        <p:spPr/>
        <p:txBody>
          <a:bodyPr/>
          <a:lstStyle/>
          <a:p>
            <a:pPr>
              <a:defRPr/>
            </a:pPr>
            <a:fld id="{139896CC-B6AE-4752-95F7-B18BFAD10C81}" type="slidenum">
              <a:rPr lang="en-US" smtClean="0"/>
              <a:pPr>
                <a:defRPr/>
              </a:pPr>
              <a:t>‹#›</a:t>
            </a:fld>
            <a:endParaRPr lang="en-US" dirty="0"/>
          </a:p>
        </p:txBody>
      </p:sp>
      <p:cxnSp>
        <p:nvCxnSpPr>
          <p:cNvPr id="7" name="Straight Connector 6"/>
          <p:cNvCxnSpPr/>
          <p:nvPr/>
        </p:nvCxnSpPr>
        <p:spPr>
          <a:xfrm>
            <a:off x="731520" y="4599432"/>
            <a:ext cx="7848600" cy="1588"/>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73352"/>
            <a:ext cx="4038600" cy="4718304"/>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48200" y="1673352"/>
            <a:ext cx="4038600" cy="4718304"/>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pPr>
              <a:defRPr/>
            </a:pPr>
            <a:r>
              <a:rPr lang="en-US"/>
              <a:t>5/18/2023</a:t>
            </a:r>
          </a:p>
        </p:txBody>
      </p:sp>
      <p:sp>
        <p:nvSpPr>
          <p:cNvPr id="6" name="Footer Placeholder 5"/>
          <p:cNvSpPr>
            <a:spLocks noGrp="1"/>
          </p:cNvSpPr>
          <p:nvPr>
            <p:ph type="ftr" sz="quarter" idx="11"/>
          </p:nvPr>
        </p:nvSpPr>
        <p:spPr/>
        <p:txBody>
          <a:bodyPr/>
          <a:lstStyle/>
          <a:p>
            <a:pPr>
              <a:defRPr/>
            </a:pPr>
            <a:r>
              <a:rPr lang="en-US"/>
              <a:t>CSC291 - Software Engineering Concepts</a:t>
            </a:r>
          </a:p>
        </p:txBody>
      </p:sp>
      <p:sp>
        <p:nvSpPr>
          <p:cNvPr id="7" name="Slide Number Placeholder 6"/>
          <p:cNvSpPr>
            <a:spLocks noGrp="1"/>
          </p:cNvSpPr>
          <p:nvPr>
            <p:ph type="sldNum" sz="quarter" idx="12"/>
          </p:nvPr>
        </p:nvSpPr>
        <p:spPr/>
        <p:txBody>
          <a:bodyPr/>
          <a:lstStyle/>
          <a:p>
            <a:pPr>
              <a:defRPr/>
            </a:pPr>
            <a:fld id="{534530F3-8B6C-4BA9-9B5F-D45F7B13D36F}" type="slidenum">
              <a:rPr lang="en-US" smtClean="0"/>
              <a:pPr>
                <a:defRPr/>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457200" y="1676400"/>
            <a:ext cx="3931920" cy="639762"/>
          </a:xfrm>
          <a:noFill/>
          <a:ln>
            <a:noFill/>
          </a:ln>
          <a:effectLst/>
        </p:spPr>
        <p:style>
          <a:lnRef idx="3">
            <a:schemeClr val="lt1"/>
          </a:lnRef>
          <a:fillRef idx="1">
            <a:schemeClr val="accent2"/>
          </a:fillRef>
          <a:effectRef idx="1">
            <a:schemeClr val="accent2"/>
          </a:effectRef>
          <a:fontRef idx="none"/>
        </p:style>
        <p:txBody>
          <a:bodyPr anchor="ctr">
            <a:normAutofit/>
          </a:bodyPr>
          <a:lstStyle>
            <a:lvl1pPr marL="0" indent="0" algn="ctr">
              <a:buNone/>
              <a:defRPr sz="2000" b="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438400"/>
            <a:ext cx="393192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754880" y="1676400"/>
            <a:ext cx="3931920" cy="639762"/>
          </a:xfrm>
          <a:noFill/>
          <a:ln>
            <a:noFill/>
          </a:ln>
          <a:effectLst/>
        </p:spPr>
        <p:style>
          <a:lnRef idx="3">
            <a:schemeClr val="lt1"/>
          </a:lnRef>
          <a:fillRef idx="1">
            <a:schemeClr val="accent2"/>
          </a:fillRef>
          <a:effectRef idx="1">
            <a:schemeClr val="accent2"/>
          </a:effectRef>
          <a:fontRef idx="none"/>
        </p:style>
        <p:txBody>
          <a:bodyPr anchor="ctr">
            <a:normAutofit/>
          </a:bodyPr>
          <a:lstStyle>
            <a:lvl1pPr marL="0" indent="0" algn="ctr">
              <a:buNone/>
              <a:defRPr lang="en-US" sz="2000" b="0" kern="1200" dirty="0" smtClean="0">
                <a:solidFill>
                  <a:schemeClr val="tx2"/>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754880" y="2438400"/>
            <a:ext cx="393192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pPr>
              <a:defRPr/>
            </a:pPr>
            <a:r>
              <a:rPr lang="en-US"/>
              <a:t>5/18/2023</a:t>
            </a:r>
          </a:p>
        </p:txBody>
      </p:sp>
      <p:sp>
        <p:nvSpPr>
          <p:cNvPr id="8" name="Footer Placeholder 7"/>
          <p:cNvSpPr>
            <a:spLocks noGrp="1"/>
          </p:cNvSpPr>
          <p:nvPr>
            <p:ph type="ftr" sz="quarter" idx="11"/>
          </p:nvPr>
        </p:nvSpPr>
        <p:spPr/>
        <p:txBody>
          <a:bodyPr/>
          <a:lstStyle/>
          <a:p>
            <a:pPr>
              <a:defRPr/>
            </a:pPr>
            <a:r>
              <a:rPr lang="en-US"/>
              <a:t>CSC291 - Software Engineering Concepts</a:t>
            </a:r>
          </a:p>
        </p:txBody>
      </p:sp>
      <p:sp>
        <p:nvSpPr>
          <p:cNvPr id="9" name="Slide Number Placeholder 8"/>
          <p:cNvSpPr>
            <a:spLocks noGrp="1"/>
          </p:cNvSpPr>
          <p:nvPr>
            <p:ph type="sldNum" sz="quarter" idx="12"/>
          </p:nvPr>
        </p:nvSpPr>
        <p:spPr/>
        <p:txBody>
          <a:bodyPr/>
          <a:lstStyle/>
          <a:p>
            <a:pPr>
              <a:defRPr/>
            </a:pPr>
            <a:fld id="{9B65ABFF-E18F-442C-8EC2-40C0C3E8F9A8}" type="slidenum">
              <a:rPr lang="en-US" smtClean="0"/>
              <a:pPr>
                <a:defRPr/>
              </a:pPr>
              <a:t>‹#›</a:t>
            </a:fld>
            <a:endParaRPr lang="en-US"/>
          </a:p>
        </p:txBody>
      </p:sp>
      <p:cxnSp>
        <p:nvCxnSpPr>
          <p:cNvPr id="11" name="Straight Connector 10"/>
          <p:cNvCxnSpPr/>
          <p:nvPr/>
        </p:nvCxnSpPr>
        <p:spPr>
          <a:xfrm rot="5400000">
            <a:off x="2217817" y="4045823"/>
            <a:ext cx="4709160" cy="794"/>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pPr>
              <a:defRPr/>
            </a:pPr>
            <a:r>
              <a:rPr lang="en-US"/>
              <a:t>5/18/2023</a:t>
            </a:r>
          </a:p>
        </p:txBody>
      </p:sp>
      <p:sp>
        <p:nvSpPr>
          <p:cNvPr id="4" name="Footer Placeholder 3"/>
          <p:cNvSpPr>
            <a:spLocks noGrp="1"/>
          </p:cNvSpPr>
          <p:nvPr>
            <p:ph type="ftr" sz="quarter" idx="11"/>
          </p:nvPr>
        </p:nvSpPr>
        <p:spPr/>
        <p:txBody>
          <a:bodyPr/>
          <a:lstStyle/>
          <a:p>
            <a:pPr>
              <a:defRPr/>
            </a:pPr>
            <a:r>
              <a:rPr lang="en-US"/>
              <a:t>CSC291 - Software Engineering Concepts</a:t>
            </a:r>
          </a:p>
        </p:txBody>
      </p:sp>
      <p:sp>
        <p:nvSpPr>
          <p:cNvPr id="5" name="Slide Number Placeholder 4"/>
          <p:cNvSpPr>
            <a:spLocks noGrp="1"/>
          </p:cNvSpPr>
          <p:nvPr>
            <p:ph type="sldNum" sz="quarter" idx="12"/>
          </p:nvPr>
        </p:nvSpPr>
        <p:spPr/>
        <p:txBody>
          <a:bodyPr/>
          <a:lstStyle/>
          <a:p>
            <a:pPr>
              <a:defRPr/>
            </a:pPr>
            <a:fld id="{5984B1E9-F293-43F0-AC6B-13CB47FC238E}" type="slidenum">
              <a:rPr lang="en-US" smtClean="0"/>
              <a:pPr>
                <a:defRPr/>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a:defRPr/>
            </a:pPr>
            <a:r>
              <a:rPr lang="en-US"/>
              <a:t>5/18/2023</a:t>
            </a:r>
          </a:p>
        </p:txBody>
      </p:sp>
      <p:sp>
        <p:nvSpPr>
          <p:cNvPr id="3" name="Footer Placeholder 2"/>
          <p:cNvSpPr>
            <a:spLocks noGrp="1"/>
          </p:cNvSpPr>
          <p:nvPr>
            <p:ph type="ftr" sz="quarter" idx="11"/>
          </p:nvPr>
        </p:nvSpPr>
        <p:spPr/>
        <p:txBody>
          <a:bodyPr/>
          <a:lstStyle/>
          <a:p>
            <a:pPr>
              <a:defRPr/>
            </a:pPr>
            <a:r>
              <a:rPr lang="en-US"/>
              <a:t>CSC291 - Software Engineering Concepts</a:t>
            </a:r>
          </a:p>
        </p:txBody>
      </p:sp>
      <p:sp>
        <p:nvSpPr>
          <p:cNvPr id="4" name="Slide Number Placeholder 3"/>
          <p:cNvSpPr>
            <a:spLocks noGrp="1"/>
          </p:cNvSpPr>
          <p:nvPr>
            <p:ph type="sldNum" sz="quarter" idx="12"/>
          </p:nvPr>
        </p:nvSpPr>
        <p:spPr/>
        <p:txBody>
          <a:bodyPr/>
          <a:lstStyle/>
          <a:p>
            <a:pPr>
              <a:defRPr/>
            </a:pPr>
            <a:fld id="{E7630577-EB5C-484F-87A5-E58091D6A0AD}" type="slidenum">
              <a:rPr lang="en-US" smtClean="0"/>
              <a:pPr>
                <a:defRPr/>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792080"/>
            <a:ext cx="2139696" cy="1261872"/>
          </a:xfrm>
        </p:spPr>
        <p:txBody>
          <a:bodyPr anchor="b">
            <a:noAutofit/>
          </a:bodyPr>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2971800" y="792080"/>
            <a:ext cx="5715000" cy="557784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1" y="2130552"/>
            <a:ext cx="2139696" cy="4243615"/>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pPr>
              <a:defRPr/>
            </a:pPr>
            <a:r>
              <a:rPr lang="en-US"/>
              <a:t>5/18/2023</a:t>
            </a:r>
          </a:p>
        </p:txBody>
      </p:sp>
      <p:sp>
        <p:nvSpPr>
          <p:cNvPr id="6" name="Footer Placeholder 5"/>
          <p:cNvSpPr>
            <a:spLocks noGrp="1"/>
          </p:cNvSpPr>
          <p:nvPr>
            <p:ph type="ftr" sz="quarter" idx="11"/>
          </p:nvPr>
        </p:nvSpPr>
        <p:spPr/>
        <p:txBody>
          <a:bodyPr/>
          <a:lstStyle/>
          <a:p>
            <a:pPr>
              <a:defRPr/>
            </a:pPr>
            <a:r>
              <a:rPr lang="en-US"/>
              <a:t>CSC291 - Software Engineering Concepts</a:t>
            </a:r>
          </a:p>
        </p:txBody>
      </p:sp>
      <p:sp>
        <p:nvSpPr>
          <p:cNvPr id="7" name="Slide Number Placeholder 6"/>
          <p:cNvSpPr>
            <a:spLocks noGrp="1"/>
          </p:cNvSpPr>
          <p:nvPr>
            <p:ph type="sldNum" sz="quarter" idx="12"/>
          </p:nvPr>
        </p:nvSpPr>
        <p:spPr/>
        <p:txBody>
          <a:bodyPr/>
          <a:lstStyle/>
          <a:p>
            <a:pPr>
              <a:defRPr/>
            </a:pPr>
            <a:fld id="{8CEA2C0A-9D55-4C91-BED5-A0583F79D07D}" type="slidenum">
              <a:rPr lang="en-US" smtClean="0"/>
              <a:pPr>
                <a:defRPr/>
              </a:pPr>
              <a:t>‹#›</a:t>
            </a:fld>
            <a:endParaRPr lang="en-US"/>
          </a:p>
        </p:txBody>
      </p:sp>
      <p:cxnSp>
        <p:nvCxnSpPr>
          <p:cNvPr id="9" name="Straight Connector 8"/>
          <p:cNvCxnSpPr/>
          <p:nvPr/>
        </p:nvCxnSpPr>
        <p:spPr>
          <a:xfrm rot="5400000">
            <a:off x="-13116" y="3580206"/>
            <a:ext cx="5577840" cy="1588"/>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792480"/>
            <a:ext cx="2142680" cy="1264920"/>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p:cNvSpPr>
          <p:nvPr>
            <p:ph type="pic" idx="1"/>
          </p:nvPr>
        </p:nvSpPr>
        <p:spPr>
          <a:xfrm>
            <a:off x="2858610" y="838201"/>
            <a:ext cx="5904390" cy="5500456"/>
          </a:xfrm>
          <a:solidFill>
            <a:schemeClr val="bg2"/>
          </a:solidFill>
          <a:ln w="76200">
            <a:solidFill>
              <a:srgbClr val="FFFFFF"/>
            </a:solidFill>
            <a:miter lim="800000"/>
          </a:ln>
          <a:effectLst>
            <a:outerShdw blurRad="50800" dist="12700" dir="5400000" algn="t" rotWithShape="0">
              <a:prstClr val="black">
                <a:alpha val="59000"/>
              </a:prstClr>
            </a:outerShdw>
          </a:effectLst>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457200" y="2133600"/>
            <a:ext cx="2139696" cy="424281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pPr>
              <a:defRPr/>
            </a:pPr>
            <a:r>
              <a:rPr lang="en-US"/>
              <a:t>5/18/2023</a:t>
            </a:r>
          </a:p>
        </p:txBody>
      </p:sp>
      <p:sp>
        <p:nvSpPr>
          <p:cNvPr id="6" name="Footer Placeholder 5"/>
          <p:cNvSpPr>
            <a:spLocks noGrp="1"/>
          </p:cNvSpPr>
          <p:nvPr>
            <p:ph type="ftr" sz="quarter" idx="11"/>
          </p:nvPr>
        </p:nvSpPr>
        <p:spPr/>
        <p:txBody>
          <a:bodyPr/>
          <a:lstStyle/>
          <a:p>
            <a:pPr>
              <a:defRPr/>
            </a:pPr>
            <a:r>
              <a:rPr lang="en-US"/>
              <a:t>CSC291 - Software Engineering Concepts</a:t>
            </a:r>
          </a:p>
        </p:txBody>
      </p:sp>
      <p:sp>
        <p:nvSpPr>
          <p:cNvPr id="7" name="Slide Number Placeholder 6"/>
          <p:cNvSpPr>
            <a:spLocks noGrp="1"/>
          </p:cNvSpPr>
          <p:nvPr>
            <p:ph type="sldNum" sz="quarter" idx="12"/>
          </p:nvPr>
        </p:nvSpPr>
        <p:spPr/>
        <p:txBody>
          <a:bodyPr/>
          <a:lstStyle/>
          <a:p>
            <a:pPr>
              <a:defRPr/>
            </a:pPr>
            <a:fld id="{1A722E9D-4661-4B53-ADB3-5E62D8D6E070}" type="slidenum">
              <a:rPr lang="en-US" smtClean="0"/>
              <a:pPr>
                <a:defRPr/>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pPr>
              <a:defRPr/>
            </a:pPr>
            <a:r>
              <a:rPr lang="en-US"/>
              <a:t>5/18/2023</a:t>
            </a:r>
          </a:p>
        </p:txBody>
      </p:sp>
      <p:sp>
        <p:nvSpPr>
          <p:cNvPr id="5" name="Footer Placeholder 4"/>
          <p:cNvSpPr>
            <a:spLocks noGrp="1"/>
          </p:cNvSpPr>
          <p:nvPr>
            <p:ph type="ftr" sz="quarter" idx="11"/>
          </p:nvPr>
        </p:nvSpPr>
        <p:spPr/>
        <p:txBody>
          <a:bodyPr/>
          <a:lstStyle/>
          <a:p>
            <a:pPr>
              <a:defRPr/>
            </a:pPr>
            <a:r>
              <a:rPr lang="en-US"/>
              <a:t>CSC291 - Software Engineering Concepts</a:t>
            </a:r>
          </a:p>
        </p:txBody>
      </p:sp>
      <p:sp>
        <p:nvSpPr>
          <p:cNvPr id="6" name="Slide Number Placeholder 5"/>
          <p:cNvSpPr>
            <a:spLocks noGrp="1"/>
          </p:cNvSpPr>
          <p:nvPr>
            <p:ph type="sldNum" sz="quarter" idx="12"/>
          </p:nvPr>
        </p:nvSpPr>
        <p:spPr/>
        <p:txBody>
          <a:bodyPr/>
          <a:lstStyle/>
          <a:p>
            <a:pPr>
              <a:defRPr/>
            </a:pPr>
            <a:fld id="{C604C0B5-B090-428A-9449-5AB010358B26}" type="slidenum">
              <a:rPr lang="en-US" smtClean="0"/>
              <a:pPr>
                <a:defRPr/>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609600"/>
            <a:ext cx="2057400" cy="5867400"/>
          </a:xfrm>
        </p:spPr>
        <p:txBody>
          <a:bodyPr vert="eaVert" anchor="b"/>
          <a:lstStyle/>
          <a:p>
            <a:r>
              <a:rPr lang="en-US"/>
              <a:t>Click to edit Master title style</a:t>
            </a:r>
            <a:endParaRPr lang="en-US" dirty="0"/>
          </a:p>
        </p:txBody>
      </p:sp>
      <p:sp>
        <p:nvSpPr>
          <p:cNvPr id="3" name="Vertical Text Placeholder 2"/>
          <p:cNvSpPr>
            <a:spLocks noGrp="1"/>
          </p:cNvSpPr>
          <p:nvPr>
            <p:ph type="body" orient="vert" idx="1"/>
          </p:nvPr>
        </p:nvSpPr>
        <p:spPr>
          <a:xfrm>
            <a:off x="457200" y="609600"/>
            <a:ext cx="6019800" cy="5867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a:defRPr/>
            </a:pPr>
            <a:r>
              <a:rPr lang="en-US"/>
              <a:t>5/18/2023</a:t>
            </a:r>
          </a:p>
        </p:txBody>
      </p:sp>
      <p:sp>
        <p:nvSpPr>
          <p:cNvPr id="5" name="Footer Placeholder 4"/>
          <p:cNvSpPr>
            <a:spLocks noGrp="1"/>
          </p:cNvSpPr>
          <p:nvPr>
            <p:ph type="ftr" sz="quarter" idx="11"/>
          </p:nvPr>
        </p:nvSpPr>
        <p:spPr/>
        <p:txBody>
          <a:bodyPr/>
          <a:lstStyle/>
          <a:p>
            <a:pPr>
              <a:defRPr/>
            </a:pPr>
            <a:r>
              <a:rPr lang="en-US"/>
              <a:t>CSC291 - Software Engineering Concepts</a:t>
            </a:r>
          </a:p>
        </p:txBody>
      </p:sp>
      <p:sp>
        <p:nvSpPr>
          <p:cNvPr id="6" name="Slide Number Placeholder 5"/>
          <p:cNvSpPr>
            <a:spLocks noGrp="1"/>
          </p:cNvSpPr>
          <p:nvPr>
            <p:ph type="sldNum" sz="quarter" idx="12"/>
          </p:nvPr>
        </p:nvSpPr>
        <p:spPr/>
        <p:txBody>
          <a:bodyPr/>
          <a:lstStyle/>
          <a:p>
            <a:pPr>
              <a:defRPr/>
            </a:pPr>
            <a:fld id="{25E78CCB-BB08-4942-B79C-41A977A156D1}" type="slidenum">
              <a:rPr lang="en-US" smtClean="0"/>
              <a:pPr>
                <a:defRPr/>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 name="Rectangle 9"/>
          <p:cNvSpPr/>
          <p:nvPr/>
        </p:nvSpPr>
        <p:spPr>
          <a:xfrm>
            <a:off x="0" y="220786"/>
            <a:ext cx="9144000" cy="2286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p:cNvSpPr>
            <a:spLocks noGrp="1"/>
          </p:cNvSpPr>
          <p:nvPr>
            <p:ph type="title"/>
          </p:nvPr>
        </p:nvSpPr>
        <p:spPr>
          <a:xfrm>
            <a:off x="457200" y="533400"/>
            <a:ext cx="8229600" cy="99060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457200" y="1600200"/>
            <a:ext cx="8229600" cy="4876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Rectangle 6"/>
          <p:cNvSpPr/>
          <p:nvPr/>
        </p:nvSpPr>
        <p:spPr>
          <a:xfrm>
            <a:off x="0" y="0"/>
            <a:ext cx="9144000" cy="3657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Date Placeholder 3"/>
          <p:cNvSpPr>
            <a:spLocks noGrp="1"/>
          </p:cNvSpPr>
          <p:nvPr>
            <p:ph type="dt" sz="half" idx="2"/>
          </p:nvPr>
        </p:nvSpPr>
        <p:spPr>
          <a:xfrm>
            <a:off x="457200" y="18288"/>
            <a:ext cx="2895600" cy="329184"/>
          </a:xfrm>
          <a:prstGeom prst="rect">
            <a:avLst/>
          </a:prstGeom>
        </p:spPr>
        <p:txBody>
          <a:bodyPr vert="horz" lIns="91440" tIns="45720" rIns="91440" bIns="45720" rtlCol="0" anchor="ctr"/>
          <a:lstStyle>
            <a:lvl1pPr algn="l">
              <a:defRPr sz="1200">
                <a:solidFill>
                  <a:srgbClr val="FFFFFF"/>
                </a:solidFill>
              </a:defRPr>
            </a:lvl1pPr>
          </a:lstStyle>
          <a:p>
            <a:pPr>
              <a:defRPr/>
            </a:pPr>
            <a:r>
              <a:rPr lang="en-US"/>
              <a:t>5/18/2023</a:t>
            </a:r>
            <a:endParaRPr lang="en-US" dirty="0"/>
          </a:p>
        </p:txBody>
      </p:sp>
      <p:sp>
        <p:nvSpPr>
          <p:cNvPr id="5" name="Footer Placeholder 4"/>
          <p:cNvSpPr>
            <a:spLocks noGrp="1"/>
          </p:cNvSpPr>
          <p:nvPr>
            <p:ph type="ftr" sz="quarter" idx="3"/>
          </p:nvPr>
        </p:nvSpPr>
        <p:spPr>
          <a:xfrm>
            <a:off x="3429000" y="18288"/>
            <a:ext cx="4114800" cy="329184"/>
          </a:xfrm>
          <a:prstGeom prst="rect">
            <a:avLst/>
          </a:prstGeom>
        </p:spPr>
        <p:txBody>
          <a:bodyPr vert="horz" lIns="91440" tIns="45720" rIns="91440" bIns="45720" rtlCol="0" anchor="ctr"/>
          <a:lstStyle>
            <a:lvl1pPr algn="ctr">
              <a:defRPr sz="1200">
                <a:solidFill>
                  <a:srgbClr val="FFFFFF"/>
                </a:solidFill>
              </a:defRPr>
            </a:lvl1pPr>
          </a:lstStyle>
          <a:p>
            <a:pPr>
              <a:defRPr/>
            </a:pPr>
            <a:r>
              <a:rPr lang="en-US"/>
              <a:t>CSC291 - Software Engineering Concepts</a:t>
            </a:r>
          </a:p>
        </p:txBody>
      </p:sp>
      <p:sp>
        <p:nvSpPr>
          <p:cNvPr id="6" name="Slide Number Placeholder 5"/>
          <p:cNvSpPr>
            <a:spLocks noGrp="1"/>
          </p:cNvSpPr>
          <p:nvPr>
            <p:ph type="sldNum" sz="quarter" idx="4"/>
          </p:nvPr>
        </p:nvSpPr>
        <p:spPr>
          <a:xfrm>
            <a:off x="7620000" y="18288"/>
            <a:ext cx="1066800" cy="329184"/>
          </a:xfrm>
          <a:prstGeom prst="rect">
            <a:avLst/>
          </a:prstGeom>
        </p:spPr>
        <p:txBody>
          <a:bodyPr vert="horz" lIns="91440" tIns="45720" rIns="91440" bIns="45720" rtlCol="0" anchor="ctr"/>
          <a:lstStyle>
            <a:lvl1pPr algn="l">
              <a:defRPr sz="1400" b="1">
                <a:solidFill>
                  <a:srgbClr val="FFFFFF"/>
                </a:solidFill>
              </a:defRPr>
            </a:lvl1pPr>
          </a:lstStyle>
          <a:p>
            <a:pPr>
              <a:defRPr/>
            </a:pPr>
            <a:fld id="{AC64B13B-2154-4D0F-941C-4EA01AB53C11}" type="slidenum">
              <a:rPr lang="en-US" smtClean="0"/>
              <a:pPr>
                <a:defRPr/>
              </a:pPr>
              <a:t>‹#›</a:t>
            </a:fld>
            <a:endParaRPr lang="en-US" sz="1600" dirty="0"/>
          </a:p>
        </p:txBody>
      </p:sp>
    </p:spTree>
  </p:cSld>
  <p:clrMap bg1="lt1" tx1="dk1" bg2="lt2" tx2="dk2" accent1="accent1" accent2="accent2" accent3="accent3" accent4="accent4" accent5="accent5" accent6="accent6" hlink="hlink" folHlink="folHlink"/>
  <p:sldLayoutIdLst>
    <p:sldLayoutId id="2147483859" r:id="rId1"/>
    <p:sldLayoutId id="2147483860" r:id="rId2"/>
    <p:sldLayoutId id="2147483861" r:id="rId3"/>
    <p:sldLayoutId id="2147483862" r:id="rId4"/>
    <p:sldLayoutId id="2147483863" r:id="rId5"/>
    <p:sldLayoutId id="2147483864" r:id="rId6"/>
    <p:sldLayoutId id="2147483865" r:id="rId7"/>
    <p:sldLayoutId id="2147483866" r:id="rId8"/>
    <p:sldLayoutId id="2147483867" r:id="rId9"/>
    <p:sldLayoutId id="2147483868" r:id="rId10"/>
    <p:sldLayoutId id="2147483869" r:id="rId11"/>
  </p:sldLayoutIdLst>
  <p:hf hdr="0"/>
  <p:txStyles>
    <p:titleStyle>
      <a:lvl1pPr algn="l" defTabSz="914400" rtl="0" eaLnBrk="1" latinLnBrk="0" hangingPunct="1">
        <a:spcBef>
          <a:spcPct val="0"/>
        </a:spcBef>
        <a:buNone/>
        <a:defRPr sz="4000" kern="1200" spc="-100" baseline="0">
          <a:solidFill>
            <a:schemeClr val="tx2"/>
          </a:solidFill>
          <a:latin typeface="+mj-lt"/>
          <a:ea typeface="+mj-ea"/>
          <a:cs typeface="+mj-cs"/>
        </a:defRPr>
      </a:lvl1pPr>
    </p:titleStyle>
    <p:bodyStyle>
      <a:lvl1pPr marL="182880" indent="-182880" algn="l" defTabSz="914400" rtl="0" eaLnBrk="1" latinLnBrk="0" hangingPunct="1">
        <a:spcBef>
          <a:spcPct val="20000"/>
        </a:spcBef>
        <a:buClr>
          <a:schemeClr val="accent1"/>
        </a:buClr>
        <a:buSzPct val="85000"/>
        <a:buFont typeface="Arial" pitchFamily="34" charset="0"/>
        <a:buChar char="•"/>
        <a:defRPr sz="2400" kern="1200">
          <a:solidFill>
            <a:schemeClr val="tx1"/>
          </a:solidFill>
          <a:latin typeface="+mn-lt"/>
          <a:ea typeface="+mn-ea"/>
          <a:cs typeface="+mn-cs"/>
        </a:defRPr>
      </a:lvl1pPr>
      <a:lvl2pPr marL="457200" indent="-182880" algn="l" defTabSz="914400" rtl="0" eaLnBrk="1" latinLnBrk="0" hangingPunct="1">
        <a:spcBef>
          <a:spcPct val="20000"/>
        </a:spcBef>
        <a:buClr>
          <a:schemeClr val="accent1"/>
        </a:buClr>
        <a:buSzPct val="85000"/>
        <a:buFont typeface="Arial" pitchFamily="34" charset="0"/>
        <a:buChar char="•"/>
        <a:defRPr sz="2000" kern="1200">
          <a:solidFill>
            <a:schemeClr val="tx1"/>
          </a:solidFill>
          <a:latin typeface="+mn-lt"/>
          <a:ea typeface="+mn-ea"/>
          <a:cs typeface="+mn-cs"/>
        </a:defRPr>
      </a:lvl2pPr>
      <a:lvl3pPr marL="731520" indent="-182880" algn="l" defTabSz="914400" rtl="0" eaLnBrk="1" latinLnBrk="0" hangingPunct="1">
        <a:spcBef>
          <a:spcPct val="20000"/>
        </a:spcBef>
        <a:buClr>
          <a:schemeClr val="accent1"/>
        </a:buClr>
        <a:buSzPct val="90000"/>
        <a:buFont typeface="Arial" pitchFamily="34" charset="0"/>
        <a:buChar char="•"/>
        <a:defRPr sz="1800" kern="1200">
          <a:solidFill>
            <a:schemeClr val="tx1"/>
          </a:solidFill>
          <a:latin typeface="+mn-lt"/>
          <a:ea typeface="+mn-ea"/>
          <a:cs typeface="+mn-cs"/>
        </a:defRPr>
      </a:lvl3pPr>
      <a:lvl4pPr marL="1005840" indent="-182880" algn="l" defTabSz="914400" rtl="0" eaLnBrk="1" latinLnBrk="0" hangingPunct="1">
        <a:spcBef>
          <a:spcPct val="20000"/>
        </a:spcBef>
        <a:buClr>
          <a:schemeClr val="accent1"/>
        </a:buClr>
        <a:buFont typeface="Arial" pitchFamily="34" charset="0"/>
        <a:buChar char="•"/>
        <a:defRPr sz="1600" kern="1200">
          <a:solidFill>
            <a:schemeClr val="tx1"/>
          </a:solidFill>
          <a:latin typeface="+mn-lt"/>
          <a:ea typeface="+mn-ea"/>
          <a:cs typeface="+mn-cs"/>
        </a:defRPr>
      </a:lvl4pPr>
      <a:lvl5pPr marL="1188720" indent="-137160" algn="l" defTabSz="914400" rtl="0" eaLnBrk="1" latinLnBrk="0" hangingPunct="1">
        <a:spcBef>
          <a:spcPct val="20000"/>
        </a:spcBef>
        <a:buClr>
          <a:schemeClr val="accent1"/>
        </a:buClr>
        <a:buSzPct val="100000"/>
        <a:buFont typeface="Arial" pitchFamily="34" charset="0"/>
        <a:buChar char="•"/>
        <a:defRPr sz="1400" kern="1200" baseline="0">
          <a:solidFill>
            <a:schemeClr val="tx1"/>
          </a:solidFill>
          <a:latin typeface="+mn-lt"/>
          <a:ea typeface="+mn-ea"/>
          <a:cs typeface="+mn-cs"/>
        </a:defRPr>
      </a:lvl5pPr>
      <a:lvl6pPr marL="137160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6pPr>
      <a:lvl7pPr marL="155448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7pPr>
      <a:lvl8pPr marL="173736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8pPr>
      <a:lvl9pPr marL="192024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6.xml"/><Relationship Id="rId5" Type="http://schemas.openxmlformats.org/officeDocument/2006/relationships/image" Target="../media/image5.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9.wmf"/><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0.wmf"/><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1.wmf"/><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2.wmf"/><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3.wmf"/><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4.wmf"/><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15.wmf"/><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2" Type="http://schemas.openxmlformats.org/officeDocument/2006/relationships/image" Target="../media/image16.wmf"/><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2" Type="http://schemas.openxmlformats.org/officeDocument/2006/relationships/image" Target="../media/image16.wmf"/><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2" Type="http://schemas.openxmlformats.org/officeDocument/2006/relationships/image" Target="../media/image17.wmf"/><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18.wmf"/><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19.wmf"/><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20.wmf"/><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21.wmf"/><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27.jpe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34.jpe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35.jpe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36.jpe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37.jpe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38.jp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39.jpeg"/><Relationship Id="rId1" Type="http://schemas.openxmlformats.org/officeDocument/2006/relationships/slideLayout" Target="../slideLayouts/slideLayout6.xml"/></Relationships>
</file>

<file path=ppt/slides/_rels/slide69.xml.rels><?xml version="1.0" encoding="UTF-8" standalone="yes"?>
<Relationships xmlns="http://schemas.openxmlformats.org/package/2006/relationships"><Relationship Id="rId2" Type="http://schemas.openxmlformats.org/officeDocument/2006/relationships/image" Target="../media/image40.jpeg"/><Relationship Id="rId1" Type="http://schemas.openxmlformats.org/officeDocument/2006/relationships/slideLayout" Target="../slideLayouts/slideLayout6.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a:xfrm>
            <a:off x="0" y="1103454"/>
            <a:ext cx="9144000" cy="1927225"/>
          </a:xfrm>
          <a:prstGeom prst="rect">
            <a:avLst/>
          </a:prstGeom>
        </p:spPr>
        <p:txBody>
          <a:bodyPr vert="horz" lIns="91440" tIns="45720" rIns="91440" bIns="45720" rtlCol="0" anchor="b">
            <a:noAutofit/>
          </a:bodyPr>
          <a:lstStyle>
            <a:lvl1pPr algn="l" defTabSz="914400" rtl="0" eaLnBrk="1" latinLnBrk="0" hangingPunct="1">
              <a:spcBef>
                <a:spcPct val="0"/>
              </a:spcBef>
              <a:buNone/>
              <a:defRPr sz="5400" kern="1200" cap="all" spc="-100" baseline="0">
                <a:solidFill>
                  <a:schemeClr val="tx2"/>
                </a:solidFill>
                <a:latin typeface="+mj-lt"/>
                <a:ea typeface="+mj-ea"/>
                <a:cs typeface="+mj-cs"/>
              </a:defRPr>
            </a:lvl1pPr>
          </a:lstStyle>
          <a:p>
            <a:pPr algn="ctr"/>
            <a:r>
              <a:rPr lang="en-US" sz="3200" b="0" cap="none" dirty="0">
                <a:solidFill>
                  <a:srgbClr val="C00000"/>
                </a:solidFill>
                <a:cs typeface="Times New Roman" pitchFamily="18" charset="0"/>
              </a:rPr>
              <a:t>CSSE3113 – Introduction To Software Engineering</a:t>
            </a:r>
            <a:r>
              <a:rPr lang="en-US" sz="3200" b="0" dirty="0">
                <a:solidFill>
                  <a:srgbClr val="C00000"/>
                </a:solidFill>
                <a:cs typeface="Times New Roman" pitchFamily="18" charset="0"/>
              </a:rPr>
              <a:t> </a:t>
            </a:r>
            <a:endParaRPr lang="en-US" sz="3200" b="0" dirty="0"/>
          </a:p>
        </p:txBody>
      </p:sp>
      <p:sp>
        <p:nvSpPr>
          <p:cNvPr id="6" name="Rectangle 3"/>
          <p:cNvSpPr>
            <a:spLocks noGrp="1" noChangeArrowheads="1"/>
          </p:cNvSpPr>
          <p:nvPr>
            <p:ph type="subTitle" idx="1"/>
          </p:nvPr>
        </p:nvSpPr>
        <p:spPr>
          <a:xfrm>
            <a:off x="2209800" y="3581400"/>
            <a:ext cx="4724400" cy="1905000"/>
          </a:xfrm>
        </p:spPr>
        <p:txBody>
          <a:bodyPr>
            <a:normAutofit/>
          </a:bodyPr>
          <a:lstStyle/>
          <a:p>
            <a:pPr marL="63500" algn="ctr" eaLnBrk="1" hangingPunct="1"/>
            <a:endParaRPr lang="en-US" sz="2000" dirty="0">
              <a:solidFill>
                <a:schemeClr val="tx1"/>
              </a:solidFill>
              <a:latin typeface="+mj-lt"/>
              <a:cs typeface="Times New Roman" pitchFamily="18" charset="0"/>
            </a:endParaRPr>
          </a:p>
          <a:p>
            <a:pPr marL="63500" algn="ctr"/>
            <a:r>
              <a:rPr lang="en-AU" altLang="en-AU" sz="2800" b="1" dirty="0">
                <a:solidFill>
                  <a:schemeClr val="tx1"/>
                </a:solidFill>
                <a:latin typeface="+mj-lt"/>
                <a:cs typeface="Times New Roman" pitchFamily="18" charset="0"/>
              </a:rPr>
              <a:t>UML Diagrams</a:t>
            </a:r>
            <a:endParaRPr lang="en-US" sz="2800" b="1" dirty="0">
              <a:solidFill>
                <a:schemeClr val="tx1"/>
              </a:solidFill>
              <a:latin typeface="+mj-lt"/>
              <a:cs typeface="Times New Roman" pitchFamily="18" charset="0"/>
            </a:endParaRPr>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3"/>
          <p:cNvSpPr>
            <a:spLocks noGrp="1"/>
          </p:cNvSpPr>
          <p:nvPr>
            <p:ph type="title"/>
          </p:nvPr>
        </p:nvSpPr>
        <p:spPr/>
        <p:txBody>
          <a:bodyPr/>
          <a:lstStyle/>
          <a:p>
            <a:r>
              <a:rPr lang="en-GB" dirty="0"/>
              <a:t>Beginnings of a Method</a:t>
            </a:r>
          </a:p>
        </p:txBody>
      </p:sp>
      <p:pic>
        <p:nvPicPr>
          <p:cNvPr id="14339"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08400" y="1412875"/>
            <a:ext cx="1612900" cy="2376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Oval 6"/>
          <p:cNvSpPr/>
          <p:nvPr/>
        </p:nvSpPr>
        <p:spPr>
          <a:xfrm>
            <a:off x="323850" y="1700213"/>
            <a:ext cx="1800225" cy="1441450"/>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GB" dirty="0">
                <a:solidFill>
                  <a:schemeClr val="tx1"/>
                </a:solidFill>
              </a:rPr>
              <a:t>Systems Model</a:t>
            </a:r>
          </a:p>
        </p:txBody>
      </p:sp>
      <p:pic>
        <p:nvPicPr>
          <p:cNvPr id="1434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84438" y="2060575"/>
            <a:ext cx="1079500" cy="960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342"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rot="7708823">
            <a:off x="2809081" y="3250407"/>
            <a:ext cx="1133475" cy="1008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343"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71550" y="3860800"/>
            <a:ext cx="2051050" cy="2424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344" name="Picture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572000" y="3871913"/>
            <a:ext cx="4414838" cy="241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34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19475" y="4581525"/>
            <a:ext cx="1081088" cy="960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Slide Number Placeholder 3"/>
          <p:cNvSpPr>
            <a:spLocks noGrp="1"/>
          </p:cNvSpPr>
          <p:nvPr>
            <p:ph type="sldNum" sz="quarter" idx="12"/>
          </p:nvPr>
        </p:nvSpPr>
        <p:spPr/>
        <p:txBody>
          <a:bodyPr/>
          <a:lstStyle/>
          <a:p>
            <a:pPr>
              <a:defRPr/>
            </a:pPr>
            <a:fld id="{5984B1E9-F293-43F0-AC6B-13CB47FC238E}" type="slidenum">
              <a:rPr lang="en-US" smtClean="0"/>
              <a:pPr>
                <a:defRPr/>
              </a:pPr>
              <a:t>2</a:t>
            </a:fld>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81000"/>
            <a:ext cx="8229600" cy="1066800"/>
          </a:xfrm>
        </p:spPr>
        <p:txBody>
          <a:bodyPr>
            <a:normAutofit fontScale="90000"/>
          </a:bodyPr>
          <a:lstStyle/>
          <a:p>
            <a:pPr>
              <a:defRPr/>
            </a:pPr>
            <a:br>
              <a:rPr lang="en-US" b="1" dirty="0"/>
            </a:br>
            <a:r>
              <a:rPr lang="en-US" sz="4400" dirty="0"/>
              <a:t>Interaction Models</a:t>
            </a:r>
            <a:br>
              <a:rPr lang="en-US" b="1" dirty="0"/>
            </a:br>
            <a:endParaRPr lang="en-US" dirty="0"/>
          </a:p>
        </p:txBody>
      </p:sp>
      <p:sp>
        <p:nvSpPr>
          <p:cNvPr id="3" name="Content Placeholder 2"/>
          <p:cNvSpPr>
            <a:spLocks noGrp="1"/>
          </p:cNvSpPr>
          <p:nvPr>
            <p:ph idx="1"/>
          </p:nvPr>
        </p:nvSpPr>
        <p:spPr>
          <a:xfrm>
            <a:off x="457200" y="1447800"/>
            <a:ext cx="8229600" cy="4973638"/>
          </a:xfrm>
        </p:spPr>
        <p:txBody>
          <a:bodyPr>
            <a:noAutofit/>
          </a:bodyPr>
          <a:lstStyle/>
          <a:p>
            <a:pPr algn="just">
              <a:buFont typeface="Wingdings 3" pitchFamily="18" charset="2"/>
              <a:buNone/>
              <a:defRPr/>
            </a:pPr>
            <a:endParaRPr lang="en-US" sz="2000" dirty="0"/>
          </a:p>
          <a:p>
            <a:pPr algn="just">
              <a:buFont typeface="Wingdings 3" pitchFamily="18" charset="2"/>
              <a:buNone/>
              <a:defRPr/>
            </a:pPr>
            <a:r>
              <a:rPr lang="en-US" sz="2000" dirty="0"/>
              <a:t>All systems involve interaction of some kind…</a:t>
            </a:r>
          </a:p>
          <a:p>
            <a:pPr algn="just">
              <a:defRPr/>
            </a:pPr>
            <a:endParaRPr lang="en-US" sz="2000" dirty="0"/>
          </a:p>
          <a:p>
            <a:pPr algn="just">
              <a:defRPr/>
            </a:pPr>
            <a:r>
              <a:rPr lang="en-US" sz="2000" dirty="0"/>
              <a:t>This can be user interaction, which involves user inputs and outputs</a:t>
            </a:r>
          </a:p>
          <a:p>
            <a:pPr algn="just">
              <a:defRPr/>
            </a:pPr>
            <a:r>
              <a:rPr lang="en-US" sz="2000" dirty="0"/>
              <a:t> Interaction between the system being developed and other systems</a:t>
            </a:r>
          </a:p>
          <a:p>
            <a:pPr algn="just">
              <a:defRPr/>
            </a:pPr>
            <a:r>
              <a:rPr lang="en-US" sz="2000" dirty="0"/>
              <a:t> Or interaction between the components of the system</a:t>
            </a:r>
          </a:p>
          <a:p>
            <a:pPr algn="just">
              <a:defRPr/>
            </a:pPr>
            <a:endParaRPr lang="en-US" sz="2000" dirty="0"/>
          </a:p>
          <a:p>
            <a:pPr algn="just">
              <a:buFont typeface="Wingdings 3" pitchFamily="18" charset="2"/>
              <a:buNone/>
              <a:defRPr/>
            </a:pPr>
            <a:r>
              <a:rPr lang="en-US" sz="2000" b="1" dirty="0"/>
              <a:t>Use case modeling</a:t>
            </a:r>
            <a:r>
              <a:rPr lang="en-US" sz="2000" dirty="0"/>
              <a:t>, which is mostly used to model interactions between a system and external actors (users or other systems).</a:t>
            </a:r>
          </a:p>
          <a:p>
            <a:pPr algn="just">
              <a:buFont typeface="Wingdings 3" pitchFamily="18" charset="2"/>
              <a:buNone/>
              <a:defRPr/>
            </a:pPr>
            <a:endParaRPr lang="en-US" sz="2000" dirty="0">
              <a:solidFill>
                <a:srgbClr val="FF0000"/>
              </a:solidFill>
            </a:endParaRPr>
          </a:p>
          <a:p>
            <a:pPr algn="just">
              <a:buFont typeface="Wingdings 3" pitchFamily="18" charset="2"/>
              <a:buNone/>
              <a:defRPr/>
            </a:pPr>
            <a:r>
              <a:rPr lang="en-US" sz="2000" b="1" dirty="0">
                <a:solidFill>
                  <a:srgbClr val="C00000"/>
                </a:solidFill>
              </a:rPr>
              <a:t>Sequence diagrams</a:t>
            </a:r>
            <a:r>
              <a:rPr lang="en-US" sz="2000" dirty="0">
                <a:solidFill>
                  <a:srgbClr val="C00000"/>
                </a:solidFill>
              </a:rPr>
              <a:t>, which are used to model interactions between system components, although external agents may also be included.</a:t>
            </a:r>
          </a:p>
          <a:p>
            <a:pPr algn="just">
              <a:buFont typeface="Wingdings 3" pitchFamily="18" charset="2"/>
              <a:buNone/>
              <a:defRPr/>
            </a:pPr>
            <a:endParaRPr lang="en-US" dirty="0"/>
          </a:p>
        </p:txBody>
      </p:sp>
      <p:sp>
        <p:nvSpPr>
          <p:cNvPr id="6" name="Slide Number Placeholder 5"/>
          <p:cNvSpPr>
            <a:spLocks noGrp="1"/>
          </p:cNvSpPr>
          <p:nvPr>
            <p:ph type="sldNum" sz="quarter" idx="12"/>
          </p:nvPr>
        </p:nvSpPr>
        <p:spPr/>
        <p:txBody>
          <a:bodyPr/>
          <a:lstStyle/>
          <a:p>
            <a:pPr>
              <a:defRPr/>
            </a:pPr>
            <a:fld id="{C07FC5DA-4482-4AD7-A23A-324B93506508}" type="slidenum">
              <a:rPr lang="en-US" smtClean="0"/>
              <a:pPr>
                <a:defRPr/>
              </a:pPr>
              <a:t>3</a:t>
            </a:fld>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eaLnBrk="1" fontAlgn="auto" hangingPunct="1">
              <a:spcAft>
                <a:spcPts val="0"/>
              </a:spcAft>
              <a:defRPr/>
            </a:pPr>
            <a:r>
              <a:rPr lang="en-US" dirty="0"/>
              <a:t>UML Sequence Diagrams </a:t>
            </a:r>
          </a:p>
        </p:txBody>
      </p:sp>
      <p:sp>
        <p:nvSpPr>
          <p:cNvPr id="16387" name="Content Placeholder 2"/>
          <p:cNvSpPr>
            <a:spLocks noGrp="1"/>
          </p:cNvSpPr>
          <p:nvPr>
            <p:ph idx="1"/>
          </p:nvPr>
        </p:nvSpPr>
        <p:spPr/>
        <p:txBody>
          <a:bodyPr/>
          <a:lstStyle/>
          <a:p>
            <a:pPr eaLnBrk="1" hangingPunct="1"/>
            <a:endParaRPr lang="en-US" sz="2200" dirty="0"/>
          </a:p>
          <a:p>
            <a:pPr algn="just" eaLnBrk="1" hangingPunct="1"/>
            <a:r>
              <a:rPr lang="en-US" sz="2200" dirty="0"/>
              <a:t>Describe the flow of </a:t>
            </a:r>
            <a:r>
              <a:rPr lang="en-US" sz="2200" dirty="0">
                <a:solidFill>
                  <a:srgbClr val="C00000"/>
                </a:solidFill>
              </a:rPr>
              <a:t>messages, events, actions </a:t>
            </a:r>
            <a:r>
              <a:rPr lang="en-US" sz="2200" dirty="0"/>
              <a:t>between objects </a:t>
            </a:r>
          </a:p>
          <a:p>
            <a:pPr algn="just" eaLnBrk="1" hangingPunct="1">
              <a:buFont typeface="Wingdings 3" pitchFamily="18" charset="2"/>
              <a:buNone/>
            </a:pPr>
            <a:endParaRPr lang="en-US" sz="2200" dirty="0"/>
          </a:p>
          <a:p>
            <a:pPr algn="just" eaLnBrk="1" hangingPunct="1"/>
            <a:r>
              <a:rPr lang="en-US" sz="2200" dirty="0"/>
              <a:t>Show </a:t>
            </a:r>
            <a:r>
              <a:rPr lang="en-US" sz="2200" dirty="0">
                <a:solidFill>
                  <a:srgbClr val="C00000"/>
                </a:solidFill>
              </a:rPr>
              <a:t>time sequences </a:t>
            </a:r>
            <a:r>
              <a:rPr lang="en-US" sz="2200" dirty="0"/>
              <a:t>that are not easily depicted in other diagrams </a:t>
            </a:r>
          </a:p>
          <a:p>
            <a:pPr algn="just" eaLnBrk="1" hangingPunct="1">
              <a:buFont typeface="Wingdings 3" pitchFamily="18" charset="2"/>
              <a:buNone/>
            </a:pPr>
            <a:endParaRPr lang="en-US" sz="2200" dirty="0"/>
          </a:p>
          <a:p>
            <a:pPr algn="just" eaLnBrk="1" hangingPunct="1"/>
            <a:r>
              <a:rPr lang="en-US" sz="2200" dirty="0"/>
              <a:t>Typically used to understand the </a:t>
            </a:r>
            <a:r>
              <a:rPr lang="en-US" sz="2200" dirty="0">
                <a:solidFill>
                  <a:srgbClr val="C00000"/>
                </a:solidFill>
              </a:rPr>
              <a:t>logical flow of system </a:t>
            </a:r>
          </a:p>
          <a:p>
            <a:pPr algn="just" eaLnBrk="1" hangingPunct="1">
              <a:buFont typeface="Wingdings 3" pitchFamily="18" charset="2"/>
              <a:buNone/>
            </a:pPr>
            <a:endParaRPr lang="en-US" sz="2200" dirty="0"/>
          </a:p>
          <a:p>
            <a:pPr algn="just" eaLnBrk="1" hangingPunct="1"/>
            <a:r>
              <a:rPr lang="en-US" sz="2200" b="1" dirty="0"/>
              <a:t>Emphasis on time ordering! </a:t>
            </a:r>
            <a:endParaRPr lang="en-US" sz="2200" dirty="0"/>
          </a:p>
        </p:txBody>
      </p:sp>
      <p:sp>
        <p:nvSpPr>
          <p:cNvPr id="5" name="Slide Number Placeholder 4"/>
          <p:cNvSpPr>
            <a:spLocks noGrp="1"/>
          </p:cNvSpPr>
          <p:nvPr>
            <p:ph type="sldNum" sz="quarter" idx="12"/>
          </p:nvPr>
        </p:nvSpPr>
        <p:spPr/>
        <p:txBody>
          <a:bodyPr/>
          <a:lstStyle/>
          <a:p>
            <a:pPr>
              <a:defRPr/>
            </a:pPr>
            <a:fld id="{C07FC5DA-4482-4AD7-A23A-324B93506508}" type="slidenum">
              <a:rPr lang="en-US" smtClean="0"/>
              <a:pPr>
                <a:defRPr/>
              </a:pPr>
              <a:t>4</a:t>
            </a:fld>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eaLnBrk="1" fontAlgn="auto" hangingPunct="1">
              <a:spcAft>
                <a:spcPts val="0"/>
              </a:spcAft>
              <a:defRPr/>
            </a:pPr>
            <a:r>
              <a:rPr lang="en-US" dirty="0"/>
              <a:t>Sequence Diagram Key Parts </a:t>
            </a:r>
          </a:p>
        </p:txBody>
      </p:sp>
      <p:sp>
        <p:nvSpPr>
          <p:cNvPr id="17411" name="Content Placeholder 2"/>
          <p:cNvSpPr>
            <a:spLocks noGrp="1"/>
          </p:cNvSpPr>
          <p:nvPr>
            <p:ph idx="1"/>
          </p:nvPr>
        </p:nvSpPr>
        <p:spPr/>
        <p:txBody>
          <a:bodyPr/>
          <a:lstStyle/>
          <a:p>
            <a:pPr algn="just" eaLnBrk="1" hangingPunct="1"/>
            <a:endParaRPr lang="en-US" dirty="0"/>
          </a:p>
          <a:p>
            <a:pPr algn="just"/>
            <a:r>
              <a:rPr lang="en-US" sz="2200" dirty="0"/>
              <a:t>In a sequence diagram, </a:t>
            </a:r>
            <a:r>
              <a:rPr lang="en-US" sz="2200" dirty="0">
                <a:solidFill>
                  <a:srgbClr val="C00000"/>
                </a:solidFill>
              </a:rPr>
              <a:t>objects and actors </a:t>
            </a:r>
            <a:r>
              <a:rPr lang="en-US" sz="2200" dirty="0"/>
              <a:t>are aligned along the top of the diagram.</a:t>
            </a:r>
          </a:p>
          <a:p>
            <a:pPr algn="just"/>
            <a:endParaRPr lang="en-US" sz="2200" dirty="0"/>
          </a:p>
          <a:p>
            <a:pPr algn="just"/>
            <a:r>
              <a:rPr lang="en-US" sz="2200" dirty="0">
                <a:solidFill>
                  <a:srgbClr val="C00000"/>
                </a:solidFill>
              </a:rPr>
              <a:t>Labeled arrows </a:t>
            </a:r>
            <a:r>
              <a:rPr lang="en-US" sz="2200" dirty="0"/>
              <a:t>indicate </a:t>
            </a:r>
            <a:r>
              <a:rPr lang="en-US" sz="2200" dirty="0">
                <a:solidFill>
                  <a:srgbClr val="C00000"/>
                </a:solidFill>
              </a:rPr>
              <a:t>operations</a:t>
            </a:r>
            <a:r>
              <a:rPr lang="en-US" sz="2200" dirty="0"/>
              <a:t>; the sequence of operations is from top to bottom.</a:t>
            </a:r>
          </a:p>
          <a:p>
            <a:pPr algn="just" eaLnBrk="1" hangingPunct="1">
              <a:buFont typeface="Wingdings 3" pitchFamily="18" charset="2"/>
              <a:buNone/>
            </a:pPr>
            <a:endParaRPr lang="en-US" sz="2200" dirty="0"/>
          </a:p>
          <a:p>
            <a:pPr algn="just" eaLnBrk="1" hangingPunct="1"/>
            <a:r>
              <a:rPr lang="en-US" sz="2200" dirty="0"/>
              <a:t>The </a:t>
            </a:r>
            <a:r>
              <a:rPr lang="en-US" sz="2200" dirty="0">
                <a:solidFill>
                  <a:srgbClr val="C00000"/>
                </a:solidFill>
              </a:rPr>
              <a:t>axes</a:t>
            </a:r>
            <a:r>
              <a:rPr lang="en-US" sz="2200" dirty="0"/>
              <a:t> in a sequence diagram: </a:t>
            </a:r>
          </a:p>
          <a:p>
            <a:pPr lvl="3" algn="just">
              <a:buNone/>
            </a:pPr>
            <a:r>
              <a:rPr lang="en-US" sz="2000" dirty="0"/>
              <a:t>– </a:t>
            </a:r>
            <a:r>
              <a:rPr lang="en-US" sz="2000" dirty="0">
                <a:solidFill>
                  <a:srgbClr val="C00000"/>
                </a:solidFill>
              </a:rPr>
              <a:t>horizontal: </a:t>
            </a:r>
            <a:r>
              <a:rPr lang="en-US" sz="2000" dirty="0"/>
              <a:t>which object/participant is acting </a:t>
            </a:r>
          </a:p>
          <a:p>
            <a:pPr lvl="3" algn="just">
              <a:buNone/>
            </a:pPr>
            <a:r>
              <a:rPr lang="en-US" sz="2000" dirty="0"/>
              <a:t>– </a:t>
            </a:r>
            <a:r>
              <a:rPr lang="en-US" sz="2000" dirty="0">
                <a:solidFill>
                  <a:srgbClr val="C00000"/>
                </a:solidFill>
              </a:rPr>
              <a:t>vertical: </a:t>
            </a:r>
            <a:r>
              <a:rPr lang="en-US" sz="2000" dirty="0"/>
              <a:t>time</a:t>
            </a:r>
          </a:p>
        </p:txBody>
      </p:sp>
      <p:sp>
        <p:nvSpPr>
          <p:cNvPr id="5" name="Slide Number Placeholder 4"/>
          <p:cNvSpPr>
            <a:spLocks noGrp="1"/>
          </p:cNvSpPr>
          <p:nvPr>
            <p:ph type="sldNum" sz="quarter" idx="12"/>
          </p:nvPr>
        </p:nvSpPr>
        <p:spPr/>
        <p:txBody>
          <a:bodyPr/>
          <a:lstStyle/>
          <a:p>
            <a:pPr>
              <a:defRPr/>
            </a:pPr>
            <a:fld id="{C07FC5DA-4482-4AD7-A23A-324B93506508}" type="slidenum">
              <a:rPr lang="en-US" smtClean="0"/>
              <a:pPr>
                <a:defRPr/>
              </a:pPr>
              <a:t>5</a:t>
            </a:fld>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a:xfrm>
            <a:off x="381000" y="457200"/>
            <a:ext cx="8382000" cy="990600"/>
          </a:xfrm>
        </p:spPr>
        <p:txBody>
          <a:bodyPr>
            <a:normAutofit/>
          </a:bodyPr>
          <a:lstStyle/>
          <a:p>
            <a:pPr eaLnBrk="1" hangingPunct="1"/>
            <a:r>
              <a:rPr lang="en-GB" dirty="0"/>
              <a:t>Developing Sequence Diagrams</a:t>
            </a:r>
          </a:p>
        </p:txBody>
      </p:sp>
      <p:sp>
        <p:nvSpPr>
          <p:cNvPr id="18435" name="Rectangle 3"/>
          <p:cNvSpPr>
            <a:spLocks noGrp="1" noChangeArrowheads="1"/>
          </p:cNvSpPr>
          <p:nvPr>
            <p:ph idx="1"/>
          </p:nvPr>
        </p:nvSpPr>
        <p:spPr>
          <a:xfrm>
            <a:off x="381000" y="1447800"/>
            <a:ext cx="8382000" cy="4725988"/>
          </a:xfrm>
        </p:spPr>
        <p:txBody>
          <a:bodyPr/>
          <a:lstStyle/>
          <a:p>
            <a:pPr algn="just" eaLnBrk="1" hangingPunct="1">
              <a:buFont typeface="Wingdings 3" pitchFamily="18" charset="2"/>
              <a:buNone/>
            </a:pPr>
            <a:endParaRPr lang="en-GB" dirty="0"/>
          </a:p>
          <a:p>
            <a:pPr algn="just" eaLnBrk="1" hangingPunct="1">
              <a:lnSpc>
                <a:spcPct val="200000"/>
              </a:lnSpc>
            </a:pPr>
            <a:r>
              <a:rPr lang="en-GB" sz="2200" dirty="0"/>
              <a:t>Identify the relevant </a:t>
            </a:r>
            <a:r>
              <a:rPr lang="en-GB" sz="2200" dirty="0">
                <a:solidFill>
                  <a:srgbClr val="C00000"/>
                </a:solidFill>
              </a:rPr>
              <a:t>objects</a:t>
            </a:r>
            <a:r>
              <a:rPr lang="en-GB" sz="2200" dirty="0"/>
              <a:t> involved in the computation</a:t>
            </a:r>
          </a:p>
          <a:p>
            <a:pPr algn="just" eaLnBrk="1" hangingPunct="1">
              <a:lnSpc>
                <a:spcPct val="200000"/>
              </a:lnSpc>
            </a:pPr>
            <a:r>
              <a:rPr lang="en-GB" sz="2200" dirty="0"/>
              <a:t>Establish the </a:t>
            </a:r>
            <a:r>
              <a:rPr lang="en-GB" sz="2200" dirty="0">
                <a:solidFill>
                  <a:srgbClr val="C00000"/>
                </a:solidFill>
              </a:rPr>
              <a:t>role of each object</a:t>
            </a:r>
          </a:p>
          <a:p>
            <a:pPr algn="just" eaLnBrk="1" hangingPunct="1">
              <a:lnSpc>
                <a:spcPct val="200000"/>
              </a:lnSpc>
            </a:pPr>
            <a:r>
              <a:rPr lang="en-GB" sz="2200" dirty="0"/>
              <a:t>Identify the </a:t>
            </a:r>
            <a:r>
              <a:rPr lang="en-GB" sz="2200" dirty="0">
                <a:solidFill>
                  <a:srgbClr val="C00000"/>
                </a:solidFill>
              </a:rPr>
              <a:t>controller</a:t>
            </a:r>
          </a:p>
          <a:p>
            <a:pPr algn="just" eaLnBrk="1" hangingPunct="1">
              <a:lnSpc>
                <a:spcPct val="200000"/>
              </a:lnSpc>
            </a:pPr>
            <a:r>
              <a:rPr lang="en-GB" sz="2200" dirty="0"/>
              <a:t>Decide </a:t>
            </a:r>
            <a:r>
              <a:rPr lang="en-GB" sz="2200" dirty="0">
                <a:solidFill>
                  <a:srgbClr val="C00000"/>
                </a:solidFill>
              </a:rPr>
              <a:t>messages</a:t>
            </a:r>
            <a:r>
              <a:rPr lang="en-GB" sz="2200" dirty="0"/>
              <a:t> between objects</a:t>
            </a:r>
          </a:p>
          <a:p>
            <a:pPr algn="just" eaLnBrk="1" hangingPunct="1">
              <a:buFontTx/>
              <a:buNone/>
            </a:pPr>
            <a:endParaRPr lang="en-GB" dirty="0"/>
          </a:p>
        </p:txBody>
      </p:sp>
      <p:sp>
        <p:nvSpPr>
          <p:cNvPr id="4" name="Slide Number Placeholder 3"/>
          <p:cNvSpPr>
            <a:spLocks noGrp="1"/>
          </p:cNvSpPr>
          <p:nvPr>
            <p:ph type="sldNum" sz="quarter" idx="12"/>
          </p:nvPr>
        </p:nvSpPr>
        <p:spPr/>
        <p:txBody>
          <a:bodyPr/>
          <a:lstStyle/>
          <a:p>
            <a:pPr>
              <a:defRPr/>
            </a:pPr>
            <a:fld id="{C07FC5DA-4482-4AD7-A23A-324B93506508}" type="slidenum">
              <a:rPr lang="en-US" smtClean="0"/>
              <a:pPr>
                <a:defRPr/>
              </a:pPr>
              <a:t>6</a:t>
            </a:fld>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a:xfrm>
            <a:off x="355600" y="381000"/>
            <a:ext cx="8382000" cy="914400"/>
          </a:xfrm>
        </p:spPr>
        <p:txBody>
          <a:bodyPr>
            <a:normAutofit/>
          </a:bodyPr>
          <a:lstStyle/>
          <a:p>
            <a:pPr eaLnBrk="1" hangingPunct="1"/>
            <a:r>
              <a:rPr lang="en-GB" dirty="0"/>
              <a:t>Sequence Diagram Notation</a:t>
            </a:r>
          </a:p>
        </p:txBody>
      </p:sp>
      <p:grpSp>
        <p:nvGrpSpPr>
          <p:cNvPr id="2" name="Group 15"/>
          <p:cNvGrpSpPr>
            <a:grpSpLocks/>
          </p:cNvGrpSpPr>
          <p:nvPr/>
        </p:nvGrpSpPr>
        <p:grpSpPr bwMode="auto">
          <a:xfrm>
            <a:off x="1219200" y="2454275"/>
            <a:ext cx="1247775" cy="1363663"/>
            <a:chOff x="768" y="687"/>
            <a:chExt cx="786" cy="859"/>
          </a:xfrm>
        </p:grpSpPr>
        <p:grpSp>
          <p:nvGrpSpPr>
            <p:cNvPr id="19465" name="Group 10"/>
            <p:cNvGrpSpPr>
              <a:grpSpLocks/>
            </p:cNvGrpSpPr>
            <p:nvPr/>
          </p:nvGrpSpPr>
          <p:grpSpPr bwMode="auto">
            <a:xfrm>
              <a:off x="951" y="687"/>
              <a:ext cx="186" cy="456"/>
              <a:chOff x="951" y="1083"/>
              <a:chExt cx="186" cy="456"/>
            </a:xfrm>
          </p:grpSpPr>
          <p:sp>
            <p:nvSpPr>
              <p:cNvPr id="19467" name="Oval 5"/>
              <p:cNvSpPr>
                <a:spLocks noChangeArrowheads="1"/>
              </p:cNvSpPr>
              <p:nvPr/>
            </p:nvSpPr>
            <p:spPr bwMode="auto">
              <a:xfrm>
                <a:off x="951" y="1083"/>
                <a:ext cx="146" cy="146"/>
              </a:xfrm>
              <a:prstGeom prst="ellipse">
                <a:avLst/>
              </a:pr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lIns="90488" tIns="44450" rIns="90488" bIns="44450" anchor="ctr">
                <a:spAutoFit/>
              </a:bodyPr>
              <a:lstStyle/>
              <a:p>
                <a:endParaRPr lang="en-GB"/>
              </a:p>
            </p:txBody>
          </p:sp>
          <p:sp>
            <p:nvSpPr>
              <p:cNvPr id="19468" name="Line 6"/>
              <p:cNvSpPr>
                <a:spLocks noChangeShapeType="1"/>
              </p:cNvSpPr>
              <p:nvPr/>
            </p:nvSpPr>
            <p:spPr bwMode="auto">
              <a:xfrm>
                <a:off x="1026" y="1229"/>
                <a:ext cx="0" cy="193"/>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lIns="90488" tIns="44450" rIns="90488" bIns="44450">
                <a:spAutoFit/>
              </a:bodyPr>
              <a:lstStyle/>
              <a:p>
                <a:endParaRPr lang="en-US"/>
              </a:p>
            </p:txBody>
          </p:sp>
          <p:sp>
            <p:nvSpPr>
              <p:cNvPr id="19469" name="Line 7"/>
              <p:cNvSpPr>
                <a:spLocks noChangeShapeType="1"/>
              </p:cNvSpPr>
              <p:nvPr/>
            </p:nvSpPr>
            <p:spPr bwMode="auto">
              <a:xfrm>
                <a:off x="951" y="1296"/>
                <a:ext cx="146"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lIns="90488" tIns="44450" rIns="90488" bIns="44450">
                <a:spAutoFit/>
              </a:bodyPr>
              <a:lstStyle/>
              <a:p>
                <a:endParaRPr lang="en-US"/>
              </a:p>
            </p:txBody>
          </p:sp>
          <p:sp>
            <p:nvSpPr>
              <p:cNvPr id="19470" name="Line 8"/>
              <p:cNvSpPr>
                <a:spLocks noChangeShapeType="1"/>
              </p:cNvSpPr>
              <p:nvPr/>
            </p:nvSpPr>
            <p:spPr bwMode="auto">
              <a:xfrm flipV="1">
                <a:off x="951" y="1422"/>
                <a:ext cx="75" cy="117"/>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lIns="90488" tIns="44450" rIns="90488" bIns="44450">
                <a:spAutoFit/>
              </a:bodyPr>
              <a:lstStyle/>
              <a:p>
                <a:endParaRPr lang="en-US"/>
              </a:p>
            </p:txBody>
          </p:sp>
          <p:sp>
            <p:nvSpPr>
              <p:cNvPr id="19471" name="Line 9"/>
              <p:cNvSpPr>
                <a:spLocks noChangeShapeType="1"/>
              </p:cNvSpPr>
              <p:nvPr/>
            </p:nvSpPr>
            <p:spPr bwMode="auto">
              <a:xfrm>
                <a:off x="1026" y="1422"/>
                <a:ext cx="111" cy="117"/>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lIns="90488" tIns="44450" rIns="90488" bIns="44450">
                <a:spAutoFit/>
              </a:bodyPr>
              <a:lstStyle/>
              <a:p>
                <a:endParaRPr lang="en-US"/>
              </a:p>
            </p:txBody>
          </p:sp>
        </p:grpSp>
        <p:sp>
          <p:nvSpPr>
            <p:cNvPr id="19466" name="Text Box 11"/>
            <p:cNvSpPr txBox="1">
              <a:spLocks noChangeArrowheads="1"/>
            </p:cNvSpPr>
            <p:nvPr/>
          </p:nvSpPr>
          <p:spPr bwMode="auto">
            <a:xfrm>
              <a:off x="768" y="1317"/>
              <a:ext cx="786" cy="2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lvl1pPr defTabSz="762000">
                <a:defRPr b="1">
                  <a:solidFill>
                    <a:schemeClr val="tx1"/>
                  </a:solidFill>
                  <a:latin typeface="Arial" charset="0"/>
                </a:defRPr>
              </a:lvl1pPr>
              <a:lvl2pPr marL="742950" indent="-285750" defTabSz="762000">
                <a:defRPr b="1">
                  <a:solidFill>
                    <a:schemeClr val="tx1"/>
                  </a:solidFill>
                  <a:latin typeface="Arial" charset="0"/>
                </a:defRPr>
              </a:lvl2pPr>
              <a:lvl3pPr marL="1143000" indent="-228600" defTabSz="762000">
                <a:defRPr b="1">
                  <a:solidFill>
                    <a:schemeClr val="tx1"/>
                  </a:solidFill>
                  <a:latin typeface="Arial" charset="0"/>
                </a:defRPr>
              </a:lvl3pPr>
              <a:lvl4pPr marL="1600200" indent="-228600" defTabSz="762000">
                <a:defRPr b="1">
                  <a:solidFill>
                    <a:schemeClr val="tx1"/>
                  </a:solidFill>
                  <a:latin typeface="Arial" charset="0"/>
                </a:defRPr>
              </a:lvl4pPr>
              <a:lvl5pPr marL="2057400" indent="-228600" defTabSz="762000">
                <a:defRPr b="1">
                  <a:solidFill>
                    <a:schemeClr val="tx1"/>
                  </a:solidFill>
                  <a:latin typeface="Arial" charset="0"/>
                </a:defRPr>
              </a:lvl5pPr>
              <a:lvl6pPr marL="2514600" indent="-228600" defTabSz="762000" eaLnBrk="0" fontAlgn="base" hangingPunct="0">
                <a:spcBef>
                  <a:spcPct val="0"/>
                </a:spcBef>
                <a:spcAft>
                  <a:spcPct val="0"/>
                </a:spcAft>
                <a:defRPr b="1">
                  <a:solidFill>
                    <a:schemeClr val="tx1"/>
                  </a:solidFill>
                  <a:latin typeface="Arial" charset="0"/>
                </a:defRPr>
              </a:lvl6pPr>
              <a:lvl7pPr marL="2971800" indent="-228600" defTabSz="762000" eaLnBrk="0" fontAlgn="base" hangingPunct="0">
                <a:spcBef>
                  <a:spcPct val="0"/>
                </a:spcBef>
                <a:spcAft>
                  <a:spcPct val="0"/>
                </a:spcAft>
                <a:defRPr b="1">
                  <a:solidFill>
                    <a:schemeClr val="tx1"/>
                  </a:solidFill>
                  <a:latin typeface="Arial" charset="0"/>
                </a:defRPr>
              </a:lvl7pPr>
              <a:lvl8pPr marL="3429000" indent="-228600" defTabSz="762000" eaLnBrk="0" fontAlgn="base" hangingPunct="0">
                <a:spcBef>
                  <a:spcPct val="0"/>
                </a:spcBef>
                <a:spcAft>
                  <a:spcPct val="0"/>
                </a:spcAft>
                <a:defRPr b="1">
                  <a:solidFill>
                    <a:schemeClr val="tx1"/>
                  </a:solidFill>
                  <a:latin typeface="Arial" charset="0"/>
                </a:defRPr>
              </a:lvl8pPr>
              <a:lvl9pPr marL="3886200" indent="-228600" defTabSz="762000" eaLnBrk="0" fontAlgn="base" hangingPunct="0">
                <a:spcBef>
                  <a:spcPct val="0"/>
                </a:spcBef>
                <a:spcAft>
                  <a:spcPct val="0"/>
                </a:spcAft>
                <a:defRPr b="1">
                  <a:solidFill>
                    <a:schemeClr val="tx1"/>
                  </a:solidFill>
                  <a:latin typeface="Arial" charset="0"/>
                </a:defRPr>
              </a:lvl9pPr>
            </a:lstStyle>
            <a:p>
              <a:pPr>
                <a:spcBef>
                  <a:spcPct val="50000"/>
                </a:spcBef>
              </a:pPr>
              <a:r>
                <a:rPr lang="en-GB"/>
                <a:t>Actors</a:t>
              </a:r>
            </a:p>
          </p:txBody>
        </p:sp>
      </p:grpSp>
      <p:grpSp>
        <p:nvGrpSpPr>
          <p:cNvPr id="4" name="Group 16"/>
          <p:cNvGrpSpPr>
            <a:grpSpLocks/>
          </p:cNvGrpSpPr>
          <p:nvPr/>
        </p:nvGrpSpPr>
        <p:grpSpPr bwMode="auto">
          <a:xfrm>
            <a:off x="2657475" y="2425700"/>
            <a:ext cx="6334125" cy="1504950"/>
            <a:chOff x="1527" y="845"/>
            <a:chExt cx="3990" cy="948"/>
          </a:xfrm>
        </p:grpSpPr>
        <p:sp>
          <p:nvSpPr>
            <p:cNvPr id="19461" name="Rectangle 3"/>
            <p:cNvSpPr>
              <a:spLocks noChangeArrowheads="1"/>
            </p:cNvSpPr>
            <p:nvPr/>
          </p:nvSpPr>
          <p:spPr bwMode="auto">
            <a:xfrm>
              <a:off x="1527" y="845"/>
              <a:ext cx="1860" cy="231"/>
            </a:xfrm>
            <a:prstGeom prst="rect">
              <a:avLst/>
            </a:prstGeom>
            <a:solidFill>
              <a:srgbClr val="00FF99"/>
            </a:solidFill>
            <a:ln w="12700">
              <a:solidFill>
                <a:schemeClr val="tx1"/>
              </a:solidFill>
              <a:miter lim="800000"/>
              <a:headEnd/>
              <a:tailEnd/>
            </a:ln>
          </p:spPr>
          <p:txBody>
            <a:bodyPr wrap="none" lIns="90488" tIns="44450" rIns="90488" bIns="44450" anchor="ctr">
              <a:spAutoFit/>
            </a:bodyPr>
            <a:lstStyle/>
            <a:p>
              <a:pPr algn="ctr" defTabSz="762000"/>
              <a:r>
                <a:rPr lang="en-GB" u="sng"/>
                <a:t>Object1 name:classname</a:t>
              </a:r>
              <a:endParaRPr lang="en-GB"/>
            </a:p>
          </p:txBody>
        </p:sp>
        <p:sp>
          <p:nvSpPr>
            <p:cNvPr id="19462" name="Rectangle 4"/>
            <p:cNvSpPr>
              <a:spLocks noChangeArrowheads="1"/>
            </p:cNvSpPr>
            <p:nvPr/>
          </p:nvSpPr>
          <p:spPr bwMode="auto">
            <a:xfrm>
              <a:off x="3657" y="855"/>
              <a:ext cx="1860" cy="231"/>
            </a:xfrm>
            <a:prstGeom prst="rect">
              <a:avLst/>
            </a:prstGeom>
            <a:solidFill>
              <a:srgbClr val="00FF99"/>
            </a:solidFill>
            <a:ln w="12700">
              <a:solidFill>
                <a:schemeClr val="tx1"/>
              </a:solidFill>
              <a:miter lim="800000"/>
              <a:headEnd/>
              <a:tailEnd/>
            </a:ln>
          </p:spPr>
          <p:txBody>
            <a:bodyPr wrap="none" lIns="90488" tIns="44450" rIns="90488" bIns="44450" anchor="ctr">
              <a:spAutoFit/>
            </a:bodyPr>
            <a:lstStyle/>
            <a:p>
              <a:pPr algn="ctr" defTabSz="762000"/>
              <a:r>
                <a:rPr lang="en-GB" u="sng"/>
                <a:t>Object 2name:classname</a:t>
              </a:r>
              <a:endParaRPr lang="en-GB"/>
            </a:p>
          </p:txBody>
        </p:sp>
        <p:sp>
          <p:nvSpPr>
            <p:cNvPr id="19463" name="AutoShape 13"/>
            <p:cNvSpPr>
              <a:spLocks/>
            </p:cNvSpPr>
            <p:nvPr/>
          </p:nvSpPr>
          <p:spPr bwMode="auto">
            <a:xfrm rot="5385991">
              <a:off x="3230" y="850"/>
              <a:ext cx="412" cy="1015"/>
            </a:xfrm>
            <a:prstGeom prst="rightBrace">
              <a:avLst>
                <a:gd name="adj1" fmla="val 20530"/>
                <a:gd name="adj2" fmla="val 50000"/>
              </a:avLst>
            </a:pr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lIns="90488" tIns="44450" rIns="90488" bIns="44450" anchor="ctr">
              <a:spAutoFit/>
            </a:bodyPr>
            <a:lstStyle/>
            <a:p>
              <a:endParaRPr lang="en-GB"/>
            </a:p>
          </p:txBody>
        </p:sp>
        <p:sp>
          <p:nvSpPr>
            <p:cNvPr id="19464" name="Text Box 14"/>
            <p:cNvSpPr txBox="1">
              <a:spLocks noChangeArrowheads="1"/>
            </p:cNvSpPr>
            <p:nvPr/>
          </p:nvSpPr>
          <p:spPr bwMode="auto">
            <a:xfrm>
              <a:off x="3197" y="1564"/>
              <a:ext cx="856" cy="2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lvl1pPr defTabSz="762000">
                <a:defRPr b="1">
                  <a:solidFill>
                    <a:schemeClr val="tx1"/>
                  </a:solidFill>
                  <a:latin typeface="Arial" charset="0"/>
                </a:defRPr>
              </a:lvl1pPr>
              <a:lvl2pPr marL="742950" indent="-285750" defTabSz="762000">
                <a:defRPr b="1">
                  <a:solidFill>
                    <a:schemeClr val="tx1"/>
                  </a:solidFill>
                  <a:latin typeface="Arial" charset="0"/>
                </a:defRPr>
              </a:lvl2pPr>
              <a:lvl3pPr marL="1143000" indent="-228600" defTabSz="762000">
                <a:defRPr b="1">
                  <a:solidFill>
                    <a:schemeClr val="tx1"/>
                  </a:solidFill>
                  <a:latin typeface="Arial" charset="0"/>
                </a:defRPr>
              </a:lvl3pPr>
              <a:lvl4pPr marL="1600200" indent="-228600" defTabSz="762000">
                <a:defRPr b="1">
                  <a:solidFill>
                    <a:schemeClr val="tx1"/>
                  </a:solidFill>
                  <a:latin typeface="Arial" charset="0"/>
                </a:defRPr>
              </a:lvl4pPr>
              <a:lvl5pPr marL="2057400" indent="-228600" defTabSz="762000">
                <a:defRPr b="1">
                  <a:solidFill>
                    <a:schemeClr val="tx1"/>
                  </a:solidFill>
                  <a:latin typeface="Arial" charset="0"/>
                </a:defRPr>
              </a:lvl5pPr>
              <a:lvl6pPr marL="2514600" indent="-228600" defTabSz="762000" eaLnBrk="0" fontAlgn="base" hangingPunct="0">
                <a:spcBef>
                  <a:spcPct val="0"/>
                </a:spcBef>
                <a:spcAft>
                  <a:spcPct val="0"/>
                </a:spcAft>
                <a:defRPr b="1">
                  <a:solidFill>
                    <a:schemeClr val="tx1"/>
                  </a:solidFill>
                  <a:latin typeface="Arial" charset="0"/>
                </a:defRPr>
              </a:lvl6pPr>
              <a:lvl7pPr marL="2971800" indent="-228600" defTabSz="762000" eaLnBrk="0" fontAlgn="base" hangingPunct="0">
                <a:spcBef>
                  <a:spcPct val="0"/>
                </a:spcBef>
                <a:spcAft>
                  <a:spcPct val="0"/>
                </a:spcAft>
                <a:defRPr b="1">
                  <a:solidFill>
                    <a:schemeClr val="tx1"/>
                  </a:solidFill>
                  <a:latin typeface="Arial" charset="0"/>
                </a:defRPr>
              </a:lvl7pPr>
              <a:lvl8pPr marL="3429000" indent="-228600" defTabSz="762000" eaLnBrk="0" fontAlgn="base" hangingPunct="0">
                <a:spcBef>
                  <a:spcPct val="0"/>
                </a:spcBef>
                <a:spcAft>
                  <a:spcPct val="0"/>
                </a:spcAft>
                <a:defRPr b="1">
                  <a:solidFill>
                    <a:schemeClr val="tx1"/>
                  </a:solidFill>
                  <a:latin typeface="Arial" charset="0"/>
                </a:defRPr>
              </a:lvl8pPr>
              <a:lvl9pPr marL="3886200" indent="-228600" defTabSz="762000" eaLnBrk="0" fontAlgn="base" hangingPunct="0">
                <a:spcBef>
                  <a:spcPct val="0"/>
                </a:spcBef>
                <a:spcAft>
                  <a:spcPct val="0"/>
                </a:spcAft>
                <a:defRPr b="1">
                  <a:solidFill>
                    <a:schemeClr val="tx1"/>
                  </a:solidFill>
                  <a:latin typeface="Arial" charset="0"/>
                </a:defRPr>
              </a:lvl9pPr>
            </a:lstStyle>
            <a:p>
              <a:pPr>
                <a:spcBef>
                  <a:spcPct val="50000"/>
                </a:spcBef>
              </a:pPr>
              <a:r>
                <a:rPr lang="en-GB"/>
                <a:t>Objects</a:t>
              </a:r>
            </a:p>
          </p:txBody>
        </p:sp>
      </p:grpSp>
      <p:sp>
        <p:nvSpPr>
          <p:cNvPr id="6" name="Slide Number Placeholder 5"/>
          <p:cNvSpPr>
            <a:spLocks noGrp="1"/>
          </p:cNvSpPr>
          <p:nvPr>
            <p:ph type="sldNum" sz="quarter" idx="12"/>
          </p:nvPr>
        </p:nvSpPr>
        <p:spPr/>
        <p:txBody>
          <a:bodyPr/>
          <a:lstStyle/>
          <a:p>
            <a:pPr>
              <a:defRPr/>
            </a:pPr>
            <a:fld id="{5984B1E9-F293-43F0-AC6B-13CB47FC238E}" type="slidenum">
              <a:rPr lang="en-US" smtClean="0"/>
              <a:pPr>
                <a:defRPr/>
              </a:pPr>
              <a:t>7</a:t>
            </a:fld>
            <a:endParaRPr lang="en-US"/>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2"/>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499"/>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a:xfrm>
            <a:off x="457200" y="347471"/>
            <a:ext cx="8229600" cy="743141"/>
          </a:xfrm>
        </p:spPr>
        <p:txBody>
          <a:bodyPr/>
          <a:lstStyle/>
          <a:p>
            <a:pPr eaLnBrk="1" hangingPunct="1"/>
            <a:r>
              <a:rPr lang="en-GB" dirty="0"/>
              <a:t>Sequence Diagram Notation</a:t>
            </a:r>
          </a:p>
        </p:txBody>
      </p:sp>
      <p:sp>
        <p:nvSpPr>
          <p:cNvPr id="20483" name="Rectangle 3"/>
          <p:cNvSpPr>
            <a:spLocks noChangeArrowheads="1"/>
          </p:cNvSpPr>
          <p:nvPr/>
        </p:nvSpPr>
        <p:spPr bwMode="auto">
          <a:xfrm>
            <a:off x="3543300" y="1343025"/>
            <a:ext cx="1171575" cy="376238"/>
          </a:xfrm>
          <a:prstGeom prst="rect">
            <a:avLst/>
          </a:prstGeom>
          <a:solidFill>
            <a:srgbClr val="00FF99"/>
          </a:solidFill>
          <a:ln w="12700">
            <a:solidFill>
              <a:schemeClr val="tx1"/>
            </a:solidFill>
            <a:miter lim="800000"/>
            <a:headEnd/>
            <a:tailEnd/>
          </a:ln>
        </p:spPr>
        <p:txBody>
          <a:bodyPr wrap="none" lIns="90488" tIns="44450" rIns="90488" bIns="44450" anchor="ctr">
            <a:spAutoFit/>
          </a:bodyPr>
          <a:lstStyle/>
          <a:p>
            <a:pPr algn="ctr" defTabSz="762000"/>
            <a:r>
              <a:rPr lang="en-GB"/>
              <a:t>:</a:t>
            </a:r>
            <a:r>
              <a:rPr lang="en-GB" u="sng"/>
              <a:t>Object 1</a:t>
            </a:r>
            <a:endParaRPr lang="en-GB"/>
          </a:p>
        </p:txBody>
      </p:sp>
      <p:sp>
        <p:nvSpPr>
          <p:cNvPr id="20484" name="Rectangle 4"/>
          <p:cNvSpPr>
            <a:spLocks noChangeArrowheads="1"/>
          </p:cNvSpPr>
          <p:nvPr/>
        </p:nvSpPr>
        <p:spPr bwMode="auto">
          <a:xfrm>
            <a:off x="6053138" y="1352550"/>
            <a:ext cx="1171575" cy="376238"/>
          </a:xfrm>
          <a:prstGeom prst="rect">
            <a:avLst/>
          </a:prstGeom>
          <a:solidFill>
            <a:srgbClr val="00FF99"/>
          </a:solidFill>
          <a:ln w="12700">
            <a:solidFill>
              <a:schemeClr val="tx1"/>
            </a:solidFill>
            <a:miter lim="800000"/>
            <a:headEnd/>
            <a:tailEnd/>
          </a:ln>
        </p:spPr>
        <p:txBody>
          <a:bodyPr wrap="none" lIns="90488" tIns="44450" rIns="90488" bIns="44450" anchor="ctr">
            <a:spAutoFit/>
          </a:bodyPr>
          <a:lstStyle/>
          <a:p>
            <a:pPr algn="ctr" defTabSz="762000"/>
            <a:r>
              <a:rPr lang="en-GB"/>
              <a:t>:</a:t>
            </a:r>
            <a:r>
              <a:rPr lang="en-GB" u="sng"/>
              <a:t>Object 2</a:t>
            </a:r>
            <a:endParaRPr lang="en-GB"/>
          </a:p>
        </p:txBody>
      </p:sp>
      <p:grpSp>
        <p:nvGrpSpPr>
          <p:cNvPr id="20485" name="Group 5"/>
          <p:cNvGrpSpPr>
            <a:grpSpLocks/>
          </p:cNvGrpSpPr>
          <p:nvPr/>
        </p:nvGrpSpPr>
        <p:grpSpPr bwMode="auto">
          <a:xfrm>
            <a:off x="1509713" y="1090613"/>
            <a:ext cx="295275" cy="723900"/>
            <a:chOff x="951" y="1083"/>
            <a:chExt cx="186" cy="456"/>
          </a:xfrm>
        </p:grpSpPr>
        <p:sp>
          <p:nvSpPr>
            <p:cNvPr id="20492" name="Oval 6"/>
            <p:cNvSpPr>
              <a:spLocks noChangeArrowheads="1"/>
            </p:cNvSpPr>
            <p:nvPr/>
          </p:nvSpPr>
          <p:spPr bwMode="auto">
            <a:xfrm>
              <a:off x="951" y="1083"/>
              <a:ext cx="146" cy="146"/>
            </a:xfrm>
            <a:prstGeom prst="ellipse">
              <a:avLst/>
            </a:pr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lIns="90488" tIns="44450" rIns="90488" bIns="44450" anchor="ctr">
              <a:spAutoFit/>
            </a:bodyPr>
            <a:lstStyle/>
            <a:p>
              <a:endParaRPr lang="en-GB"/>
            </a:p>
          </p:txBody>
        </p:sp>
        <p:sp>
          <p:nvSpPr>
            <p:cNvPr id="20493" name="Line 7"/>
            <p:cNvSpPr>
              <a:spLocks noChangeShapeType="1"/>
            </p:cNvSpPr>
            <p:nvPr/>
          </p:nvSpPr>
          <p:spPr bwMode="auto">
            <a:xfrm>
              <a:off x="1026" y="1229"/>
              <a:ext cx="0" cy="193"/>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lIns="90488" tIns="44450" rIns="90488" bIns="44450">
              <a:spAutoFit/>
            </a:bodyPr>
            <a:lstStyle/>
            <a:p>
              <a:endParaRPr lang="en-US"/>
            </a:p>
          </p:txBody>
        </p:sp>
        <p:sp>
          <p:nvSpPr>
            <p:cNvPr id="20494" name="Line 8"/>
            <p:cNvSpPr>
              <a:spLocks noChangeShapeType="1"/>
            </p:cNvSpPr>
            <p:nvPr/>
          </p:nvSpPr>
          <p:spPr bwMode="auto">
            <a:xfrm>
              <a:off x="951" y="1296"/>
              <a:ext cx="146"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lIns="90488" tIns="44450" rIns="90488" bIns="44450">
              <a:spAutoFit/>
            </a:bodyPr>
            <a:lstStyle/>
            <a:p>
              <a:endParaRPr lang="en-US"/>
            </a:p>
          </p:txBody>
        </p:sp>
        <p:sp>
          <p:nvSpPr>
            <p:cNvPr id="20495" name="Line 9"/>
            <p:cNvSpPr>
              <a:spLocks noChangeShapeType="1"/>
            </p:cNvSpPr>
            <p:nvPr/>
          </p:nvSpPr>
          <p:spPr bwMode="auto">
            <a:xfrm flipV="1">
              <a:off x="951" y="1422"/>
              <a:ext cx="75" cy="117"/>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lIns="90488" tIns="44450" rIns="90488" bIns="44450">
              <a:spAutoFit/>
            </a:bodyPr>
            <a:lstStyle/>
            <a:p>
              <a:endParaRPr lang="en-US"/>
            </a:p>
          </p:txBody>
        </p:sp>
        <p:sp>
          <p:nvSpPr>
            <p:cNvPr id="20496" name="Line 10"/>
            <p:cNvSpPr>
              <a:spLocks noChangeShapeType="1"/>
            </p:cNvSpPr>
            <p:nvPr/>
          </p:nvSpPr>
          <p:spPr bwMode="auto">
            <a:xfrm>
              <a:off x="1026" y="1422"/>
              <a:ext cx="111" cy="117"/>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lIns="90488" tIns="44450" rIns="90488" bIns="44450">
              <a:spAutoFit/>
            </a:bodyPr>
            <a:lstStyle/>
            <a:p>
              <a:endParaRPr lang="en-US"/>
            </a:p>
          </p:txBody>
        </p:sp>
      </p:grpSp>
      <p:sp>
        <p:nvSpPr>
          <p:cNvPr id="20486" name="Line 14"/>
          <p:cNvSpPr>
            <a:spLocks noChangeShapeType="1"/>
          </p:cNvSpPr>
          <p:nvPr/>
        </p:nvSpPr>
        <p:spPr bwMode="auto">
          <a:xfrm>
            <a:off x="4165600" y="1719263"/>
            <a:ext cx="0" cy="3259137"/>
          </a:xfrm>
          <a:prstGeom prst="line">
            <a:avLst/>
          </a:prstGeom>
          <a:noFill/>
          <a:ln w="12700">
            <a:solidFill>
              <a:schemeClr val="tx1"/>
            </a:solidFill>
            <a:prstDash val="dash"/>
            <a:round/>
            <a:headEnd/>
            <a:tailEnd/>
          </a:ln>
          <a:extLst>
            <a:ext uri="{909E8E84-426E-40DD-AFC4-6F175D3DCCD1}">
              <a14:hiddenFill xmlns:a14="http://schemas.microsoft.com/office/drawing/2010/main">
                <a:noFill/>
              </a14:hiddenFill>
            </a:ext>
          </a:extLst>
        </p:spPr>
        <p:txBody>
          <a:bodyPr wrap="none" lIns="90488" tIns="44450" rIns="90488" bIns="44450">
            <a:spAutoFit/>
          </a:bodyPr>
          <a:lstStyle/>
          <a:p>
            <a:endParaRPr lang="en-US"/>
          </a:p>
        </p:txBody>
      </p:sp>
      <p:sp>
        <p:nvSpPr>
          <p:cNvPr id="20487" name="Line 15"/>
          <p:cNvSpPr>
            <a:spLocks noChangeShapeType="1"/>
          </p:cNvSpPr>
          <p:nvPr/>
        </p:nvSpPr>
        <p:spPr bwMode="auto">
          <a:xfrm>
            <a:off x="1646238" y="1757363"/>
            <a:ext cx="0" cy="3259137"/>
          </a:xfrm>
          <a:prstGeom prst="line">
            <a:avLst/>
          </a:prstGeom>
          <a:noFill/>
          <a:ln w="12700">
            <a:solidFill>
              <a:schemeClr val="tx1"/>
            </a:solidFill>
            <a:prstDash val="dash"/>
            <a:round/>
            <a:headEnd/>
            <a:tailEnd/>
          </a:ln>
          <a:extLst>
            <a:ext uri="{909E8E84-426E-40DD-AFC4-6F175D3DCCD1}">
              <a14:hiddenFill xmlns:a14="http://schemas.microsoft.com/office/drawing/2010/main">
                <a:noFill/>
              </a14:hiddenFill>
            </a:ext>
          </a:extLst>
        </p:spPr>
        <p:txBody>
          <a:bodyPr wrap="none" lIns="90488" tIns="44450" rIns="90488" bIns="44450">
            <a:spAutoFit/>
          </a:bodyPr>
          <a:lstStyle/>
          <a:p>
            <a:endParaRPr lang="en-US"/>
          </a:p>
        </p:txBody>
      </p:sp>
      <p:sp>
        <p:nvSpPr>
          <p:cNvPr id="20488" name="Line 16"/>
          <p:cNvSpPr>
            <a:spLocks noChangeShapeType="1"/>
          </p:cNvSpPr>
          <p:nvPr/>
        </p:nvSpPr>
        <p:spPr bwMode="auto">
          <a:xfrm>
            <a:off x="6699250" y="1752600"/>
            <a:ext cx="0" cy="3259138"/>
          </a:xfrm>
          <a:prstGeom prst="line">
            <a:avLst/>
          </a:prstGeom>
          <a:noFill/>
          <a:ln w="12700">
            <a:solidFill>
              <a:schemeClr val="tx1"/>
            </a:solidFill>
            <a:prstDash val="dash"/>
            <a:round/>
            <a:headEnd/>
            <a:tailEnd/>
          </a:ln>
          <a:extLst>
            <a:ext uri="{909E8E84-426E-40DD-AFC4-6F175D3DCCD1}">
              <a14:hiddenFill xmlns:a14="http://schemas.microsoft.com/office/drawing/2010/main">
                <a:noFill/>
              </a14:hiddenFill>
            </a:ext>
          </a:extLst>
        </p:spPr>
        <p:txBody>
          <a:bodyPr wrap="none" lIns="90488" tIns="44450" rIns="90488" bIns="44450">
            <a:spAutoFit/>
          </a:bodyPr>
          <a:lstStyle/>
          <a:p>
            <a:endParaRPr lang="en-US"/>
          </a:p>
        </p:txBody>
      </p:sp>
      <p:sp>
        <p:nvSpPr>
          <p:cNvPr id="20489" name="Text Box 17"/>
          <p:cNvSpPr txBox="1">
            <a:spLocks noChangeArrowheads="1"/>
          </p:cNvSpPr>
          <p:nvPr/>
        </p:nvSpPr>
        <p:spPr bwMode="auto">
          <a:xfrm>
            <a:off x="1804988" y="5016500"/>
            <a:ext cx="5419725" cy="776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lvl1pPr defTabSz="762000">
              <a:defRPr b="1">
                <a:solidFill>
                  <a:schemeClr val="tx1"/>
                </a:solidFill>
                <a:latin typeface="Arial" charset="0"/>
              </a:defRPr>
            </a:lvl1pPr>
            <a:lvl2pPr marL="742950" indent="-285750" defTabSz="762000">
              <a:defRPr b="1">
                <a:solidFill>
                  <a:schemeClr val="tx1"/>
                </a:solidFill>
                <a:latin typeface="Arial" charset="0"/>
              </a:defRPr>
            </a:lvl2pPr>
            <a:lvl3pPr marL="1143000" indent="-228600" defTabSz="762000">
              <a:defRPr b="1">
                <a:solidFill>
                  <a:schemeClr val="tx1"/>
                </a:solidFill>
                <a:latin typeface="Arial" charset="0"/>
              </a:defRPr>
            </a:lvl3pPr>
            <a:lvl4pPr marL="1600200" indent="-228600" defTabSz="762000">
              <a:defRPr b="1">
                <a:solidFill>
                  <a:schemeClr val="tx1"/>
                </a:solidFill>
                <a:latin typeface="Arial" charset="0"/>
              </a:defRPr>
            </a:lvl4pPr>
            <a:lvl5pPr marL="2057400" indent="-228600" defTabSz="762000">
              <a:defRPr b="1">
                <a:solidFill>
                  <a:schemeClr val="tx1"/>
                </a:solidFill>
                <a:latin typeface="Arial" charset="0"/>
              </a:defRPr>
            </a:lvl5pPr>
            <a:lvl6pPr marL="2514600" indent="-228600" defTabSz="762000" eaLnBrk="0" fontAlgn="base" hangingPunct="0">
              <a:spcBef>
                <a:spcPct val="0"/>
              </a:spcBef>
              <a:spcAft>
                <a:spcPct val="0"/>
              </a:spcAft>
              <a:defRPr b="1">
                <a:solidFill>
                  <a:schemeClr val="tx1"/>
                </a:solidFill>
                <a:latin typeface="Arial" charset="0"/>
              </a:defRPr>
            </a:lvl6pPr>
            <a:lvl7pPr marL="2971800" indent="-228600" defTabSz="762000" eaLnBrk="0" fontAlgn="base" hangingPunct="0">
              <a:spcBef>
                <a:spcPct val="0"/>
              </a:spcBef>
              <a:spcAft>
                <a:spcPct val="0"/>
              </a:spcAft>
              <a:defRPr b="1">
                <a:solidFill>
                  <a:schemeClr val="tx1"/>
                </a:solidFill>
                <a:latin typeface="Arial" charset="0"/>
              </a:defRPr>
            </a:lvl7pPr>
            <a:lvl8pPr marL="3429000" indent="-228600" defTabSz="762000" eaLnBrk="0" fontAlgn="base" hangingPunct="0">
              <a:spcBef>
                <a:spcPct val="0"/>
              </a:spcBef>
              <a:spcAft>
                <a:spcPct val="0"/>
              </a:spcAft>
              <a:defRPr b="1">
                <a:solidFill>
                  <a:schemeClr val="tx1"/>
                </a:solidFill>
                <a:latin typeface="Arial" charset="0"/>
              </a:defRPr>
            </a:lvl8pPr>
            <a:lvl9pPr marL="3886200" indent="-228600" defTabSz="762000" eaLnBrk="0" fontAlgn="base" hangingPunct="0">
              <a:spcBef>
                <a:spcPct val="0"/>
              </a:spcBef>
              <a:spcAft>
                <a:spcPct val="0"/>
              </a:spcAft>
              <a:defRPr b="1">
                <a:solidFill>
                  <a:schemeClr val="tx1"/>
                </a:solidFill>
                <a:latin typeface="Arial" charset="0"/>
              </a:defRPr>
            </a:lvl9pPr>
          </a:lstStyle>
          <a:p>
            <a:pPr algn="ctr">
              <a:spcBef>
                <a:spcPct val="50000"/>
              </a:spcBef>
            </a:pPr>
            <a:r>
              <a:rPr lang="en-GB"/>
              <a:t>Lifelines</a:t>
            </a:r>
          </a:p>
          <a:p>
            <a:pPr algn="ctr">
              <a:spcBef>
                <a:spcPct val="50000"/>
              </a:spcBef>
            </a:pPr>
            <a:r>
              <a:rPr lang="en-GB"/>
              <a:t>Identify the existence of the object over time.</a:t>
            </a:r>
          </a:p>
        </p:txBody>
      </p:sp>
      <p:sp>
        <p:nvSpPr>
          <p:cNvPr id="20490" name="Line 18"/>
          <p:cNvSpPr>
            <a:spLocks noChangeShapeType="1"/>
          </p:cNvSpPr>
          <p:nvPr/>
        </p:nvSpPr>
        <p:spPr bwMode="auto">
          <a:xfrm flipH="1" flipV="1">
            <a:off x="1804988" y="4760913"/>
            <a:ext cx="1344612" cy="508000"/>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wrap="none" lIns="90488" tIns="44450" rIns="90488" bIns="44450">
            <a:spAutoFit/>
          </a:bodyPr>
          <a:lstStyle/>
          <a:p>
            <a:endParaRPr lang="en-US"/>
          </a:p>
        </p:txBody>
      </p:sp>
      <p:sp>
        <p:nvSpPr>
          <p:cNvPr id="20491" name="Line 19"/>
          <p:cNvSpPr>
            <a:spLocks noChangeShapeType="1"/>
          </p:cNvSpPr>
          <p:nvPr/>
        </p:nvSpPr>
        <p:spPr bwMode="auto">
          <a:xfrm flipV="1">
            <a:off x="5311775" y="4760913"/>
            <a:ext cx="1162050" cy="508000"/>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wrap="none" lIns="90488" tIns="44450" rIns="90488" bIns="44450">
            <a:spAutoFit/>
          </a:bodyPr>
          <a:lstStyle/>
          <a:p>
            <a:endParaRPr lang="en-US"/>
          </a:p>
        </p:txBody>
      </p:sp>
      <p:sp>
        <p:nvSpPr>
          <p:cNvPr id="4" name="Slide Number Placeholder 3"/>
          <p:cNvSpPr>
            <a:spLocks noGrp="1"/>
          </p:cNvSpPr>
          <p:nvPr>
            <p:ph type="sldNum" sz="quarter" idx="12"/>
          </p:nvPr>
        </p:nvSpPr>
        <p:spPr/>
        <p:txBody>
          <a:bodyPr/>
          <a:lstStyle/>
          <a:p>
            <a:pPr>
              <a:defRPr/>
            </a:pPr>
            <a:fld id="{5984B1E9-F293-43F0-AC6B-13CB47FC238E}" type="slidenum">
              <a:rPr lang="en-US" smtClean="0"/>
              <a:pPr>
                <a:defRPr/>
              </a:pPr>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a:xfrm>
            <a:off x="457200" y="326644"/>
            <a:ext cx="8229600" cy="696913"/>
          </a:xfrm>
        </p:spPr>
        <p:txBody>
          <a:bodyPr>
            <a:normAutofit fontScale="90000"/>
          </a:bodyPr>
          <a:lstStyle/>
          <a:p>
            <a:pPr eaLnBrk="1" hangingPunct="1"/>
            <a:r>
              <a:rPr lang="en-GB" dirty="0"/>
              <a:t>Sequence Diagram Notation</a:t>
            </a:r>
          </a:p>
        </p:txBody>
      </p:sp>
      <p:sp>
        <p:nvSpPr>
          <p:cNvPr id="21507" name="Rectangle 3"/>
          <p:cNvSpPr>
            <a:spLocks noChangeArrowheads="1"/>
          </p:cNvSpPr>
          <p:nvPr/>
        </p:nvSpPr>
        <p:spPr bwMode="auto">
          <a:xfrm>
            <a:off x="3543300" y="1343025"/>
            <a:ext cx="1171575" cy="376238"/>
          </a:xfrm>
          <a:prstGeom prst="rect">
            <a:avLst/>
          </a:prstGeom>
          <a:solidFill>
            <a:srgbClr val="00FF99"/>
          </a:solidFill>
          <a:ln w="12700">
            <a:solidFill>
              <a:schemeClr val="tx1"/>
            </a:solidFill>
            <a:miter lim="800000"/>
            <a:headEnd/>
            <a:tailEnd/>
          </a:ln>
        </p:spPr>
        <p:txBody>
          <a:bodyPr wrap="none" lIns="90488" tIns="44450" rIns="90488" bIns="44450" anchor="ctr">
            <a:spAutoFit/>
          </a:bodyPr>
          <a:lstStyle/>
          <a:p>
            <a:pPr algn="ctr" defTabSz="762000"/>
            <a:r>
              <a:rPr lang="en-GB"/>
              <a:t>:</a:t>
            </a:r>
            <a:r>
              <a:rPr lang="en-GB" u="sng"/>
              <a:t>Object 1</a:t>
            </a:r>
            <a:endParaRPr lang="en-GB"/>
          </a:p>
        </p:txBody>
      </p:sp>
      <p:sp>
        <p:nvSpPr>
          <p:cNvPr id="21508" name="Rectangle 4"/>
          <p:cNvSpPr>
            <a:spLocks noChangeArrowheads="1"/>
          </p:cNvSpPr>
          <p:nvPr/>
        </p:nvSpPr>
        <p:spPr bwMode="auto">
          <a:xfrm>
            <a:off x="6053138" y="1352550"/>
            <a:ext cx="1171575" cy="376238"/>
          </a:xfrm>
          <a:prstGeom prst="rect">
            <a:avLst/>
          </a:prstGeom>
          <a:solidFill>
            <a:srgbClr val="00FF99"/>
          </a:solidFill>
          <a:ln w="12700">
            <a:solidFill>
              <a:schemeClr val="tx1"/>
            </a:solidFill>
            <a:miter lim="800000"/>
            <a:headEnd/>
            <a:tailEnd/>
          </a:ln>
        </p:spPr>
        <p:txBody>
          <a:bodyPr wrap="none" lIns="90488" tIns="44450" rIns="90488" bIns="44450" anchor="ctr">
            <a:spAutoFit/>
          </a:bodyPr>
          <a:lstStyle/>
          <a:p>
            <a:pPr algn="ctr" defTabSz="762000"/>
            <a:r>
              <a:rPr lang="en-GB"/>
              <a:t>:</a:t>
            </a:r>
            <a:r>
              <a:rPr lang="en-GB" u="sng"/>
              <a:t>Object 2</a:t>
            </a:r>
            <a:endParaRPr lang="en-GB"/>
          </a:p>
        </p:txBody>
      </p:sp>
      <p:grpSp>
        <p:nvGrpSpPr>
          <p:cNvPr id="21509" name="Group 5"/>
          <p:cNvGrpSpPr>
            <a:grpSpLocks/>
          </p:cNvGrpSpPr>
          <p:nvPr/>
        </p:nvGrpSpPr>
        <p:grpSpPr bwMode="auto">
          <a:xfrm>
            <a:off x="1509713" y="1090613"/>
            <a:ext cx="295275" cy="723900"/>
            <a:chOff x="951" y="1083"/>
            <a:chExt cx="186" cy="456"/>
          </a:xfrm>
        </p:grpSpPr>
        <p:sp>
          <p:nvSpPr>
            <p:cNvPr id="21516" name="Oval 6"/>
            <p:cNvSpPr>
              <a:spLocks noChangeArrowheads="1"/>
            </p:cNvSpPr>
            <p:nvPr/>
          </p:nvSpPr>
          <p:spPr bwMode="auto">
            <a:xfrm>
              <a:off x="951" y="1083"/>
              <a:ext cx="146" cy="146"/>
            </a:xfrm>
            <a:prstGeom prst="ellipse">
              <a:avLst/>
            </a:pr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lIns="90488" tIns="44450" rIns="90488" bIns="44450" anchor="ctr">
              <a:spAutoFit/>
            </a:bodyPr>
            <a:lstStyle/>
            <a:p>
              <a:endParaRPr lang="en-GB"/>
            </a:p>
          </p:txBody>
        </p:sp>
        <p:sp>
          <p:nvSpPr>
            <p:cNvPr id="21517" name="Line 7"/>
            <p:cNvSpPr>
              <a:spLocks noChangeShapeType="1"/>
            </p:cNvSpPr>
            <p:nvPr/>
          </p:nvSpPr>
          <p:spPr bwMode="auto">
            <a:xfrm>
              <a:off x="1026" y="1229"/>
              <a:ext cx="0" cy="193"/>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lIns="90488" tIns="44450" rIns="90488" bIns="44450">
              <a:spAutoFit/>
            </a:bodyPr>
            <a:lstStyle/>
            <a:p>
              <a:endParaRPr lang="en-US"/>
            </a:p>
          </p:txBody>
        </p:sp>
        <p:sp>
          <p:nvSpPr>
            <p:cNvPr id="21518" name="Line 8"/>
            <p:cNvSpPr>
              <a:spLocks noChangeShapeType="1"/>
            </p:cNvSpPr>
            <p:nvPr/>
          </p:nvSpPr>
          <p:spPr bwMode="auto">
            <a:xfrm>
              <a:off x="951" y="1296"/>
              <a:ext cx="146"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lIns="90488" tIns="44450" rIns="90488" bIns="44450">
              <a:spAutoFit/>
            </a:bodyPr>
            <a:lstStyle/>
            <a:p>
              <a:endParaRPr lang="en-US"/>
            </a:p>
          </p:txBody>
        </p:sp>
        <p:sp>
          <p:nvSpPr>
            <p:cNvPr id="21519" name="Line 9"/>
            <p:cNvSpPr>
              <a:spLocks noChangeShapeType="1"/>
            </p:cNvSpPr>
            <p:nvPr/>
          </p:nvSpPr>
          <p:spPr bwMode="auto">
            <a:xfrm flipV="1">
              <a:off x="951" y="1422"/>
              <a:ext cx="75" cy="117"/>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lIns="90488" tIns="44450" rIns="90488" bIns="44450">
              <a:spAutoFit/>
            </a:bodyPr>
            <a:lstStyle/>
            <a:p>
              <a:endParaRPr lang="en-US"/>
            </a:p>
          </p:txBody>
        </p:sp>
        <p:sp>
          <p:nvSpPr>
            <p:cNvPr id="21520" name="Line 10"/>
            <p:cNvSpPr>
              <a:spLocks noChangeShapeType="1"/>
            </p:cNvSpPr>
            <p:nvPr/>
          </p:nvSpPr>
          <p:spPr bwMode="auto">
            <a:xfrm>
              <a:off x="1026" y="1422"/>
              <a:ext cx="111" cy="117"/>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lIns="90488" tIns="44450" rIns="90488" bIns="44450">
              <a:spAutoFit/>
            </a:bodyPr>
            <a:lstStyle/>
            <a:p>
              <a:endParaRPr lang="en-US"/>
            </a:p>
          </p:txBody>
        </p:sp>
      </p:grpSp>
      <p:sp>
        <p:nvSpPr>
          <p:cNvPr id="21510" name="Line 11"/>
          <p:cNvSpPr>
            <a:spLocks noChangeShapeType="1"/>
          </p:cNvSpPr>
          <p:nvPr/>
        </p:nvSpPr>
        <p:spPr bwMode="auto">
          <a:xfrm>
            <a:off x="4165600" y="1719263"/>
            <a:ext cx="0" cy="3259137"/>
          </a:xfrm>
          <a:prstGeom prst="line">
            <a:avLst/>
          </a:prstGeom>
          <a:noFill/>
          <a:ln w="12700">
            <a:solidFill>
              <a:schemeClr val="tx1"/>
            </a:solidFill>
            <a:prstDash val="dash"/>
            <a:round/>
            <a:headEnd/>
            <a:tailEnd/>
          </a:ln>
          <a:extLst>
            <a:ext uri="{909E8E84-426E-40DD-AFC4-6F175D3DCCD1}">
              <a14:hiddenFill xmlns:a14="http://schemas.microsoft.com/office/drawing/2010/main">
                <a:noFill/>
              </a14:hiddenFill>
            </a:ext>
          </a:extLst>
        </p:spPr>
        <p:txBody>
          <a:bodyPr wrap="none" lIns="90488" tIns="44450" rIns="90488" bIns="44450">
            <a:spAutoFit/>
          </a:bodyPr>
          <a:lstStyle/>
          <a:p>
            <a:endParaRPr lang="en-US"/>
          </a:p>
        </p:txBody>
      </p:sp>
      <p:sp>
        <p:nvSpPr>
          <p:cNvPr id="21511" name="Line 12"/>
          <p:cNvSpPr>
            <a:spLocks noChangeShapeType="1"/>
          </p:cNvSpPr>
          <p:nvPr/>
        </p:nvSpPr>
        <p:spPr bwMode="auto">
          <a:xfrm>
            <a:off x="1646238" y="1757363"/>
            <a:ext cx="0" cy="3259137"/>
          </a:xfrm>
          <a:prstGeom prst="line">
            <a:avLst/>
          </a:prstGeom>
          <a:noFill/>
          <a:ln w="12700">
            <a:solidFill>
              <a:schemeClr val="tx1"/>
            </a:solidFill>
            <a:prstDash val="dash"/>
            <a:round/>
            <a:headEnd/>
            <a:tailEnd/>
          </a:ln>
          <a:extLst>
            <a:ext uri="{909E8E84-426E-40DD-AFC4-6F175D3DCCD1}">
              <a14:hiddenFill xmlns:a14="http://schemas.microsoft.com/office/drawing/2010/main">
                <a:noFill/>
              </a14:hiddenFill>
            </a:ext>
          </a:extLst>
        </p:spPr>
        <p:txBody>
          <a:bodyPr wrap="none" lIns="90488" tIns="44450" rIns="90488" bIns="44450">
            <a:spAutoFit/>
          </a:bodyPr>
          <a:lstStyle/>
          <a:p>
            <a:endParaRPr lang="en-US"/>
          </a:p>
        </p:txBody>
      </p:sp>
      <p:sp>
        <p:nvSpPr>
          <p:cNvPr id="21512" name="Line 13"/>
          <p:cNvSpPr>
            <a:spLocks noChangeShapeType="1"/>
          </p:cNvSpPr>
          <p:nvPr/>
        </p:nvSpPr>
        <p:spPr bwMode="auto">
          <a:xfrm>
            <a:off x="6699250" y="1752600"/>
            <a:ext cx="0" cy="3259138"/>
          </a:xfrm>
          <a:prstGeom prst="line">
            <a:avLst/>
          </a:prstGeom>
          <a:noFill/>
          <a:ln w="12700">
            <a:solidFill>
              <a:schemeClr val="tx1"/>
            </a:solidFill>
            <a:prstDash val="dash"/>
            <a:round/>
            <a:headEnd/>
            <a:tailEnd/>
          </a:ln>
          <a:extLst>
            <a:ext uri="{909E8E84-426E-40DD-AFC4-6F175D3DCCD1}">
              <a14:hiddenFill xmlns:a14="http://schemas.microsoft.com/office/drawing/2010/main">
                <a:noFill/>
              </a14:hiddenFill>
            </a:ext>
          </a:extLst>
        </p:spPr>
        <p:txBody>
          <a:bodyPr wrap="none" lIns="90488" tIns="44450" rIns="90488" bIns="44450">
            <a:spAutoFit/>
          </a:bodyPr>
          <a:lstStyle/>
          <a:p>
            <a:endParaRPr lang="en-US"/>
          </a:p>
        </p:txBody>
      </p:sp>
      <p:sp>
        <p:nvSpPr>
          <p:cNvPr id="21513" name="Rectangle 17"/>
          <p:cNvSpPr>
            <a:spLocks noChangeArrowheads="1"/>
          </p:cNvSpPr>
          <p:nvPr/>
        </p:nvSpPr>
        <p:spPr bwMode="auto">
          <a:xfrm>
            <a:off x="1509713" y="2497138"/>
            <a:ext cx="231775" cy="884237"/>
          </a:xfrm>
          <a:prstGeom prst="rect">
            <a:avLst/>
          </a:prstGeom>
          <a:solidFill>
            <a:schemeClr val="accent1"/>
          </a:solidFill>
          <a:ln w="12700">
            <a:solidFill>
              <a:schemeClr val="tx1"/>
            </a:solidFill>
            <a:miter lim="800000"/>
            <a:headEnd/>
            <a:tailEnd/>
          </a:ln>
        </p:spPr>
        <p:txBody>
          <a:bodyPr wrap="none" lIns="90488" tIns="44450" rIns="90488" bIns="44450" anchor="ctr">
            <a:spAutoFit/>
          </a:bodyPr>
          <a:lstStyle/>
          <a:p>
            <a:endParaRPr lang="en-GB"/>
          </a:p>
        </p:txBody>
      </p:sp>
      <p:sp>
        <p:nvSpPr>
          <p:cNvPr id="21514" name="Text Box 18"/>
          <p:cNvSpPr txBox="1">
            <a:spLocks noChangeArrowheads="1"/>
          </p:cNvSpPr>
          <p:nvPr/>
        </p:nvSpPr>
        <p:spPr bwMode="auto">
          <a:xfrm>
            <a:off x="1857375" y="5016500"/>
            <a:ext cx="5715000" cy="776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lvl1pPr defTabSz="762000">
              <a:defRPr b="1">
                <a:solidFill>
                  <a:schemeClr val="tx1"/>
                </a:solidFill>
                <a:latin typeface="Arial" charset="0"/>
              </a:defRPr>
            </a:lvl1pPr>
            <a:lvl2pPr marL="742950" indent="-285750" defTabSz="762000">
              <a:defRPr b="1">
                <a:solidFill>
                  <a:schemeClr val="tx1"/>
                </a:solidFill>
                <a:latin typeface="Arial" charset="0"/>
              </a:defRPr>
            </a:lvl2pPr>
            <a:lvl3pPr marL="1143000" indent="-228600" defTabSz="762000">
              <a:defRPr b="1">
                <a:solidFill>
                  <a:schemeClr val="tx1"/>
                </a:solidFill>
                <a:latin typeface="Arial" charset="0"/>
              </a:defRPr>
            </a:lvl3pPr>
            <a:lvl4pPr marL="1600200" indent="-228600" defTabSz="762000">
              <a:defRPr b="1">
                <a:solidFill>
                  <a:schemeClr val="tx1"/>
                </a:solidFill>
                <a:latin typeface="Arial" charset="0"/>
              </a:defRPr>
            </a:lvl4pPr>
            <a:lvl5pPr marL="2057400" indent="-228600" defTabSz="762000">
              <a:defRPr b="1">
                <a:solidFill>
                  <a:schemeClr val="tx1"/>
                </a:solidFill>
                <a:latin typeface="Arial" charset="0"/>
              </a:defRPr>
            </a:lvl5pPr>
            <a:lvl6pPr marL="2514600" indent="-228600" defTabSz="762000" eaLnBrk="0" fontAlgn="base" hangingPunct="0">
              <a:spcBef>
                <a:spcPct val="0"/>
              </a:spcBef>
              <a:spcAft>
                <a:spcPct val="0"/>
              </a:spcAft>
              <a:defRPr b="1">
                <a:solidFill>
                  <a:schemeClr val="tx1"/>
                </a:solidFill>
                <a:latin typeface="Arial" charset="0"/>
              </a:defRPr>
            </a:lvl6pPr>
            <a:lvl7pPr marL="2971800" indent="-228600" defTabSz="762000" eaLnBrk="0" fontAlgn="base" hangingPunct="0">
              <a:spcBef>
                <a:spcPct val="0"/>
              </a:spcBef>
              <a:spcAft>
                <a:spcPct val="0"/>
              </a:spcAft>
              <a:defRPr b="1">
                <a:solidFill>
                  <a:schemeClr val="tx1"/>
                </a:solidFill>
                <a:latin typeface="Arial" charset="0"/>
              </a:defRPr>
            </a:lvl7pPr>
            <a:lvl8pPr marL="3429000" indent="-228600" defTabSz="762000" eaLnBrk="0" fontAlgn="base" hangingPunct="0">
              <a:spcBef>
                <a:spcPct val="0"/>
              </a:spcBef>
              <a:spcAft>
                <a:spcPct val="0"/>
              </a:spcAft>
              <a:defRPr b="1">
                <a:solidFill>
                  <a:schemeClr val="tx1"/>
                </a:solidFill>
                <a:latin typeface="Arial" charset="0"/>
              </a:defRPr>
            </a:lvl8pPr>
            <a:lvl9pPr marL="3886200" indent="-228600" defTabSz="762000" eaLnBrk="0" fontAlgn="base" hangingPunct="0">
              <a:spcBef>
                <a:spcPct val="0"/>
              </a:spcBef>
              <a:spcAft>
                <a:spcPct val="0"/>
              </a:spcAft>
              <a:defRPr b="1">
                <a:solidFill>
                  <a:schemeClr val="tx1"/>
                </a:solidFill>
                <a:latin typeface="Arial" charset="0"/>
              </a:defRPr>
            </a:lvl9pPr>
          </a:lstStyle>
          <a:p>
            <a:pPr>
              <a:spcBef>
                <a:spcPct val="50000"/>
              </a:spcBef>
            </a:pPr>
            <a:r>
              <a:rPr lang="en-GB"/>
              <a:t>Activations</a:t>
            </a:r>
          </a:p>
          <a:p>
            <a:pPr>
              <a:spcBef>
                <a:spcPct val="50000"/>
              </a:spcBef>
            </a:pPr>
            <a:r>
              <a:rPr lang="en-GB"/>
              <a:t>Indicate when an object is performing an action</a:t>
            </a:r>
          </a:p>
        </p:txBody>
      </p:sp>
      <p:sp>
        <p:nvSpPr>
          <p:cNvPr id="21515" name="Line 19"/>
          <p:cNvSpPr>
            <a:spLocks noChangeShapeType="1"/>
          </p:cNvSpPr>
          <p:nvPr/>
        </p:nvSpPr>
        <p:spPr bwMode="auto">
          <a:xfrm flipH="1" flipV="1">
            <a:off x="1857375" y="3381375"/>
            <a:ext cx="857250" cy="1597025"/>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wrap="none" lIns="90488" tIns="44450" rIns="90488" bIns="44450">
            <a:spAutoFit/>
          </a:bodyPr>
          <a:lstStyle/>
          <a:p>
            <a:endParaRPr lang="en-US"/>
          </a:p>
        </p:txBody>
      </p:sp>
      <p:sp>
        <p:nvSpPr>
          <p:cNvPr id="4" name="Slide Number Placeholder 3"/>
          <p:cNvSpPr>
            <a:spLocks noGrp="1"/>
          </p:cNvSpPr>
          <p:nvPr>
            <p:ph type="sldNum" sz="quarter" idx="12"/>
          </p:nvPr>
        </p:nvSpPr>
        <p:spPr/>
        <p:txBody>
          <a:bodyPr/>
          <a:lstStyle/>
          <a:p>
            <a:pPr>
              <a:defRPr/>
            </a:pPr>
            <a:fld id="{5984B1E9-F293-43F0-AC6B-13CB47FC238E}" type="slidenum">
              <a:rPr lang="en-US" smtClean="0"/>
              <a:pPr>
                <a:defRPr/>
              </a:pPr>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a:xfrm>
            <a:off x="457200" y="381000"/>
            <a:ext cx="8229600" cy="609600"/>
          </a:xfrm>
        </p:spPr>
        <p:txBody>
          <a:bodyPr>
            <a:normAutofit fontScale="90000"/>
          </a:bodyPr>
          <a:lstStyle/>
          <a:p>
            <a:pPr eaLnBrk="1" hangingPunct="1"/>
            <a:r>
              <a:rPr lang="en-GB" dirty="0"/>
              <a:t>Sequence Diagram Notation</a:t>
            </a:r>
          </a:p>
        </p:txBody>
      </p:sp>
      <p:sp>
        <p:nvSpPr>
          <p:cNvPr id="22531" name="Rectangle 3"/>
          <p:cNvSpPr>
            <a:spLocks noChangeArrowheads="1"/>
          </p:cNvSpPr>
          <p:nvPr/>
        </p:nvSpPr>
        <p:spPr bwMode="auto">
          <a:xfrm>
            <a:off x="3543300" y="1343025"/>
            <a:ext cx="1171575" cy="376238"/>
          </a:xfrm>
          <a:prstGeom prst="rect">
            <a:avLst/>
          </a:prstGeom>
          <a:solidFill>
            <a:srgbClr val="00FF99"/>
          </a:solidFill>
          <a:ln w="12700">
            <a:solidFill>
              <a:schemeClr val="tx1"/>
            </a:solidFill>
            <a:miter lim="800000"/>
            <a:headEnd/>
            <a:tailEnd/>
          </a:ln>
        </p:spPr>
        <p:txBody>
          <a:bodyPr wrap="none" lIns="90488" tIns="44450" rIns="90488" bIns="44450" anchor="ctr">
            <a:spAutoFit/>
          </a:bodyPr>
          <a:lstStyle/>
          <a:p>
            <a:pPr algn="ctr" defTabSz="762000"/>
            <a:r>
              <a:rPr lang="en-GB"/>
              <a:t>:</a:t>
            </a:r>
            <a:r>
              <a:rPr lang="en-GB" u="sng"/>
              <a:t>Object 1</a:t>
            </a:r>
            <a:endParaRPr lang="en-GB"/>
          </a:p>
        </p:txBody>
      </p:sp>
      <p:sp>
        <p:nvSpPr>
          <p:cNvPr id="22532" name="Rectangle 4"/>
          <p:cNvSpPr>
            <a:spLocks noChangeArrowheads="1"/>
          </p:cNvSpPr>
          <p:nvPr/>
        </p:nvSpPr>
        <p:spPr bwMode="auto">
          <a:xfrm>
            <a:off x="6053138" y="1352550"/>
            <a:ext cx="1171575" cy="376238"/>
          </a:xfrm>
          <a:prstGeom prst="rect">
            <a:avLst/>
          </a:prstGeom>
          <a:solidFill>
            <a:srgbClr val="00FF99"/>
          </a:solidFill>
          <a:ln w="12700">
            <a:solidFill>
              <a:schemeClr val="tx1"/>
            </a:solidFill>
            <a:miter lim="800000"/>
            <a:headEnd/>
            <a:tailEnd/>
          </a:ln>
        </p:spPr>
        <p:txBody>
          <a:bodyPr wrap="none" lIns="90488" tIns="44450" rIns="90488" bIns="44450" anchor="ctr">
            <a:spAutoFit/>
          </a:bodyPr>
          <a:lstStyle/>
          <a:p>
            <a:pPr algn="ctr" defTabSz="762000"/>
            <a:r>
              <a:rPr lang="en-GB"/>
              <a:t>:</a:t>
            </a:r>
            <a:r>
              <a:rPr lang="en-GB" u="sng"/>
              <a:t>Object 2</a:t>
            </a:r>
            <a:endParaRPr lang="en-GB"/>
          </a:p>
        </p:txBody>
      </p:sp>
      <p:grpSp>
        <p:nvGrpSpPr>
          <p:cNvPr id="22533" name="Group 5"/>
          <p:cNvGrpSpPr>
            <a:grpSpLocks/>
          </p:cNvGrpSpPr>
          <p:nvPr/>
        </p:nvGrpSpPr>
        <p:grpSpPr bwMode="auto">
          <a:xfrm>
            <a:off x="1509713" y="1090613"/>
            <a:ext cx="295275" cy="723900"/>
            <a:chOff x="951" y="1083"/>
            <a:chExt cx="186" cy="456"/>
          </a:xfrm>
        </p:grpSpPr>
        <p:sp>
          <p:nvSpPr>
            <p:cNvPr id="22542" name="Oval 6"/>
            <p:cNvSpPr>
              <a:spLocks noChangeArrowheads="1"/>
            </p:cNvSpPr>
            <p:nvPr/>
          </p:nvSpPr>
          <p:spPr bwMode="auto">
            <a:xfrm>
              <a:off x="951" y="1083"/>
              <a:ext cx="146" cy="146"/>
            </a:xfrm>
            <a:prstGeom prst="ellipse">
              <a:avLst/>
            </a:pr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lIns="90488" tIns="44450" rIns="90488" bIns="44450" anchor="ctr">
              <a:spAutoFit/>
            </a:bodyPr>
            <a:lstStyle/>
            <a:p>
              <a:endParaRPr lang="en-GB"/>
            </a:p>
          </p:txBody>
        </p:sp>
        <p:sp>
          <p:nvSpPr>
            <p:cNvPr id="22543" name="Line 7"/>
            <p:cNvSpPr>
              <a:spLocks noChangeShapeType="1"/>
            </p:cNvSpPr>
            <p:nvPr/>
          </p:nvSpPr>
          <p:spPr bwMode="auto">
            <a:xfrm>
              <a:off x="1026" y="1229"/>
              <a:ext cx="0" cy="193"/>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lIns="90488" tIns="44450" rIns="90488" bIns="44450">
              <a:spAutoFit/>
            </a:bodyPr>
            <a:lstStyle/>
            <a:p>
              <a:endParaRPr lang="en-US"/>
            </a:p>
          </p:txBody>
        </p:sp>
        <p:sp>
          <p:nvSpPr>
            <p:cNvPr id="22544" name="Line 8"/>
            <p:cNvSpPr>
              <a:spLocks noChangeShapeType="1"/>
            </p:cNvSpPr>
            <p:nvPr/>
          </p:nvSpPr>
          <p:spPr bwMode="auto">
            <a:xfrm>
              <a:off x="951" y="1296"/>
              <a:ext cx="146"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lIns="90488" tIns="44450" rIns="90488" bIns="44450">
              <a:spAutoFit/>
            </a:bodyPr>
            <a:lstStyle/>
            <a:p>
              <a:endParaRPr lang="en-US"/>
            </a:p>
          </p:txBody>
        </p:sp>
        <p:sp>
          <p:nvSpPr>
            <p:cNvPr id="22545" name="Line 9"/>
            <p:cNvSpPr>
              <a:spLocks noChangeShapeType="1"/>
            </p:cNvSpPr>
            <p:nvPr/>
          </p:nvSpPr>
          <p:spPr bwMode="auto">
            <a:xfrm flipV="1">
              <a:off x="951" y="1422"/>
              <a:ext cx="75" cy="117"/>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lIns="90488" tIns="44450" rIns="90488" bIns="44450">
              <a:spAutoFit/>
            </a:bodyPr>
            <a:lstStyle/>
            <a:p>
              <a:endParaRPr lang="en-US"/>
            </a:p>
          </p:txBody>
        </p:sp>
        <p:sp>
          <p:nvSpPr>
            <p:cNvPr id="22546" name="Line 10"/>
            <p:cNvSpPr>
              <a:spLocks noChangeShapeType="1"/>
            </p:cNvSpPr>
            <p:nvPr/>
          </p:nvSpPr>
          <p:spPr bwMode="auto">
            <a:xfrm>
              <a:off x="1026" y="1422"/>
              <a:ext cx="111" cy="117"/>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lIns="90488" tIns="44450" rIns="90488" bIns="44450">
              <a:spAutoFit/>
            </a:bodyPr>
            <a:lstStyle/>
            <a:p>
              <a:endParaRPr lang="en-US"/>
            </a:p>
          </p:txBody>
        </p:sp>
      </p:grpSp>
      <p:sp>
        <p:nvSpPr>
          <p:cNvPr id="22534" name="Line 11"/>
          <p:cNvSpPr>
            <a:spLocks noChangeShapeType="1"/>
          </p:cNvSpPr>
          <p:nvPr/>
        </p:nvSpPr>
        <p:spPr bwMode="auto">
          <a:xfrm>
            <a:off x="4165600" y="1719263"/>
            <a:ext cx="0" cy="3259137"/>
          </a:xfrm>
          <a:prstGeom prst="line">
            <a:avLst/>
          </a:prstGeom>
          <a:noFill/>
          <a:ln w="12700">
            <a:solidFill>
              <a:schemeClr val="tx1"/>
            </a:solidFill>
            <a:prstDash val="dash"/>
            <a:round/>
            <a:headEnd/>
            <a:tailEnd/>
          </a:ln>
          <a:extLst>
            <a:ext uri="{909E8E84-426E-40DD-AFC4-6F175D3DCCD1}">
              <a14:hiddenFill xmlns:a14="http://schemas.microsoft.com/office/drawing/2010/main">
                <a:noFill/>
              </a14:hiddenFill>
            </a:ext>
          </a:extLst>
        </p:spPr>
        <p:txBody>
          <a:bodyPr wrap="none" lIns="90488" tIns="44450" rIns="90488" bIns="44450">
            <a:spAutoFit/>
          </a:bodyPr>
          <a:lstStyle/>
          <a:p>
            <a:endParaRPr lang="en-US"/>
          </a:p>
        </p:txBody>
      </p:sp>
      <p:sp>
        <p:nvSpPr>
          <p:cNvPr id="22535" name="Line 12"/>
          <p:cNvSpPr>
            <a:spLocks noChangeShapeType="1"/>
          </p:cNvSpPr>
          <p:nvPr/>
        </p:nvSpPr>
        <p:spPr bwMode="auto">
          <a:xfrm>
            <a:off x="1646238" y="1757363"/>
            <a:ext cx="0" cy="3259137"/>
          </a:xfrm>
          <a:prstGeom prst="line">
            <a:avLst/>
          </a:prstGeom>
          <a:noFill/>
          <a:ln w="12700">
            <a:solidFill>
              <a:schemeClr val="tx1"/>
            </a:solidFill>
            <a:prstDash val="dash"/>
            <a:round/>
            <a:headEnd/>
            <a:tailEnd/>
          </a:ln>
          <a:extLst>
            <a:ext uri="{909E8E84-426E-40DD-AFC4-6F175D3DCCD1}">
              <a14:hiddenFill xmlns:a14="http://schemas.microsoft.com/office/drawing/2010/main">
                <a:noFill/>
              </a14:hiddenFill>
            </a:ext>
          </a:extLst>
        </p:spPr>
        <p:txBody>
          <a:bodyPr wrap="none" lIns="90488" tIns="44450" rIns="90488" bIns="44450">
            <a:spAutoFit/>
          </a:bodyPr>
          <a:lstStyle/>
          <a:p>
            <a:endParaRPr lang="en-US"/>
          </a:p>
        </p:txBody>
      </p:sp>
      <p:sp>
        <p:nvSpPr>
          <p:cNvPr id="22536" name="Line 13"/>
          <p:cNvSpPr>
            <a:spLocks noChangeShapeType="1"/>
          </p:cNvSpPr>
          <p:nvPr/>
        </p:nvSpPr>
        <p:spPr bwMode="auto">
          <a:xfrm>
            <a:off x="6699250" y="1752600"/>
            <a:ext cx="0" cy="3259138"/>
          </a:xfrm>
          <a:prstGeom prst="line">
            <a:avLst/>
          </a:prstGeom>
          <a:noFill/>
          <a:ln w="12700">
            <a:solidFill>
              <a:schemeClr val="tx1"/>
            </a:solidFill>
            <a:prstDash val="dash"/>
            <a:round/>
            <a:headEnd/>
            <a:tailEnd/>
          </a:ln>
          <a:extLst>
            <a:ext uri="{909E8E84-426E-40DD-AFC4-6F175D3DCCD1}">
              <a14:hiddenFill xmlns:a14="http://schemas.microsoft.com/office/drawing/2010/main">
                <a:noFill/>
              </a14:hiddenFill>
            </a:ext>
          </a:extLst>
        </p:spPr>
        <p:txBody>
          <a:bodyPr wrap="none" lIns="90488" tIns="44450" rIns="90488" bIns="44450">
            <a:spAutoFit/>
          </a:bodyPr>
          <a:lstStyle/>
          <a:p>
            <a:endParaRPr lang="en-US"/>
          </a:p>
        </p:txBody>
      </p:sp>
      <p:sp>
        <p:nvSpPr>
          <p:cNvPr id="22537" name="Rectangle 14"/>
          <p:cNvSpPr>
            <a:spLocks noChangeArrowheads="1"/>
          </p:cNvSpPr>
          <p:nvPr/>
        </p:nvSpPr>
        <p:spPr bwMode="auto">
          <a:xfrm>
            <a:off x="1509713" y="2497138"/>
            <a:ext cx="231775" cy="884237"/>
          </a:xfrm>
          <a:prstGeom prst="rect">
            <a:avLst/>
          </a:prstGeom>
          <a:solidFill>
            <a:schemeClr val="accent1"/>
          </a:solidFill>
          <a:ln w="12700">
            <a:solidFill>
              <a:schemeClr val="tx1"/>
            </a:solidFill>
            <a:miter lim="800000"/>
            <a:headEnd/>
            <a:tailEnd/>
          </a:ln>
        </p:spPr>
        <p:txBody>
          <a:bodyPr wrap="none" lIns="90488" tIns="44450" rIns="90488" bIns="44450" anchor="ctr">
            <a:spAutoFit/>
          </a:bodyPr>
          <a:lstStyle/>
          <a:p>
            <a:endParaRPr lang="en-GB"/>
          </a:p>
        </p:txBody>
      </p:sp>
      <p:sp>
        <p:nvSpPr>
          <p:cNvPr id="22538" name="Line 17"/>
          <p:cNvSpPr>
            <a:spLocks noChangeShapeType="1"/>
          </p:cNvSpPr>
          <p:nvPr/>
        </p:nvSpPr>
        <p:spPr bwMode="auto">
          <a:xfrm>
            <a:off x="1741488" y="2873375"/>
            <a:ext cx="2424112" cy="0"/>
          </a:xfrm>
          <a:prstGeom prst="line">
            <a:avLst/>
          </a:prstGeom>
          <a:noFill/>
          <a:ln w="12700">
            <a:solidFill>
              <a:schemeClr val="tx1"/>
            </a:solidFill>
            <a:round/>
            <a:headEnd/>
            <a:tailEnd type="arrow" w="med" len="lg"/>
          </a:ln>
          <a:extLst>
            <a:ext uri="{909E8E84-426E-40DD-AFC4-6F175D3DCCD1}">
              <a14:hiddenFill xmlns:a14="http://schemas.microsoft.com/office/drawing/2010/main">
                <a:noFill/>
              </a14:hiddenFill>
            </a:ext>
          </a:extLst>
        </p:spPr>
        <p:txBody>
          <a:bodyPr wrap="none" lIns="90488" tIns="44450" rIns="90488" bIns="44450">
            <a:spAutoFit/>
          </a:bodyPr>
          <a:lstStyle/>
          <a:p>
            <a:endParaRPr lang="en-US"/>
          </a:p>
        </p:txBody>
      </p:sp>
      <p:sp>
        <p:nvSpPr>
          <p:cNvPr id="22539" name="Text Box 18"/>
          <p:cNvSpPr txBox="1">
            <a:spLocks noChangeArrowheads="1"/>
          </p:cNvSpPr>
          <p:nvPr/>
        </p:nvSpPr>
        <p:spPr bwMode="auto">
          <a:xfrm>
            <a:off x="2032000" y="2497138"/>
            <a:ext cx="1800225" cy="363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lvl1pPr defTabSz="762000">
              <a:defRPr b="1">
                <a:solidFill>
                  <a:schemeClr val="tx1"/>
                </a:solidFill>
                <a:latin typeface="Arial" charset="0"/>
              </a:defRPr>
            </a:lvl1pPr>
            <a:lvl2pPr marL="742950" indent="-285750" defTabSz="762000">
              <a:defRPr b="1">
                <a:solidFill>
                  <a:schemeClr val="tx1"/>
                </a:solidFill>
                <a:latin typeface="Arial" charset="0"/>
              </a:defRPr>
            </a:lvl2pPr>
            <a:lvl3pPr marL="1143000" indent="-228600" defTabSz="762000">
              <a:defRPr b="1">
                <a:solidFill>
                  <a:schemeClr val="tx1"/>
                </a:solidFill>
                <a:latin typeface="Arial" charset="0"/>
              </a:defRPr>
            </a:lvl3pPr>
            <a:lvl4pPr marL="1600200" indent="-228600" defTabSz="762000">
              <a:defRPr b="1">
                <a:solidFill>
                  <a:schemeClr val="tx1"/>
                </a:solidFill>
                <a:latin typeface="Arial" charset="0"/>
              </a:defRPr>
            </a:lvl4pPr>
            <a:lvl5pPr marL="2057400" indent="-228600" defTabSz="762000">
              <a:defRPr b="1">
                <a:solidFill>
                  <a:schemeClr val="tx1"/>
                </a:solidFill>
                <a:latin typeface="Arial" charset="0"/>
              </a:defRPr>
            </a:lvl5pPr>
            <a:lvl6pPr marL="2514600" indent="-228600" defTabSz="762000" eaLnBrk="0" fontAlgn="base" hangingPunct="0">
              <a:spcBef>
                <a:spcPct val="0"/>
              </a:spcBef>
              <a:spcAft>
                <a:spcPct val="0"/>
              </a:spcAft>
              <a:defRPr b="1">
                <a:solidFill>
                  <a:schemeClr val="tx1"/>
                </a:solidFill>
                <a:latin typeface="Arial" charset="0"/>
              </a:defRPr>
            </a:lvl6pPr>
            <a:lvl7pPr marL="2971800" indent="-228600" defTabSz="762000" eaLnBrk="0" fontAlgn="base" hangingPunct="0">
              <a:spcBef>
                <a:spcPct val="0"/>
              </a:spcBef>
              <a:spcAft>
                <a:spcPct val="0"/>
              </a:spcAft>
              <a:defRPr b="1">
                <a:solidFill>
                  <a:schemeClr val="tx1"/>
                </a:solidFill>
                <a:latin typeface="Arial" charset="0"/>
              </a:defRPr>
            </a:lvl7pPr>
            <a:lvl8pPr marL="3429000" indent="-228600" defTabSz="762000" eaLnBrk="0" fontAlgn="base" hangingPunct="0">
              <a:spcBef>
                <a:spcPct val="0"/>
              </a:spcBef>
              <a:spcAft>
                <a:spcPct val="0"/>
              </a:spcAft>
              <a:defRPr b="1">
                <a:solidFill>
                  <a:schemeClr val="tx1"/>
                </a:solidFill>
                <a:latin typeface="Arial" charset="0"/>
              </a:defRPr>
            </a:lvl8pPr>
            <a:lvl9pPr marL="3886200" indent="-228600" defTabSz="762000" eaLnBrk="0" fontAlgn="base" hangingPunct="0">
              <a:spcBef>
                <a:spcPct val="0"/>
              </a:spcBef>
              <a:spcAft>
                <a:spcPct val="0"/>
              </a:spcAft>
              <a:defRPr b="1">
                <a:solidFill>
                  <a:schemeClr val="tx1"/>
                </a:solidFill>
                <a:latin typeface="Arial" charset="0"/>
              </a:defRPr>
            </a:lvl9pPr>
          </a:lstStyle>
          <a:p>
            <a:pPr>
              <a:spcBef>
                <a:spcPct val="50000"/>
              </a:spcBef>
            </a:pPr>
            <a:r>
              <a:rPr lang="en-GB"/>
              <a:t>message</a:t>
            </a:r>
          </a:p>
        </p:txBody>
      </p:sp>
      <p:sp>
        <p:nvSpPr>
          <p:cNvPr id="22540" name="Text Box 19"/>
          <p:cNvSpPr txBox="1">
            <a:spLocks noChangeArrowheads="1"/>
          </p:cNvSpPr>
          <p:nvPr/>
        </p:nvSpPr>
        <p:spPr bwMode="auto">
          <a:xfrm>
            <a:off x="1857375" y="5016500"/>
            <a:ext cx="5715000" cy="776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lvl1pPr defTabSz="762000">
              <a:defRPr b="1">
                <a:solidFill>
                  <a:schemeClr val="tx1"/>
                </a:solidFill>
                <a:latin typeface="Arial" charset="0"/>
              </a:defRPr>
            </a:lvl1pPr>
            <a:lvl2pPr marL="742950" indent="-285750" defTabSz="762000">
              <a:defRPr b="1">
                <a:solidFill>
                  <a:schemeClr val="tx1"/>
                </a:solidFill>
                <a:latin typeface="Arial" charset="0"/>
              </a:defRPr>
            </a:lvl2pPr>
            <a:lvl3pPr marL="1143000" indent="-228600" defTabSz="762000">
              <a:defRPr b="1">
                <a:solidFill>
                  <a:schemeClr val="tx1"/>
                </a:solidFill>
                <a:latin typeface="Arial" charset="0"/>
              </a:defRPr>
            </a:lvl3pPr>
            <a:lvl4pPr marL="1600200" indent="-228600" defTabSz="762000">
              <a:defRPr b="1">
                <a:solidFill>
                  <a:schemeClr val="tx1"/>
                </a:solidFill>
                <a:latin typeface="Arial" charset="0"/>
              </a:defRPr>
            </a:lvl4pPr>
            <a:lvl5pPr marL="2057400" indent="-228600" defTabSz="762000">
              <a:defRPr b="1">
                <a:solidFill>
                  <a:schemeClr val="tx1"/>
                </a:solidFill>
                <a:latin typeface="Arial" charset="0"/>
              </a:defRPr>
            </a:lvl5pPr>
            <a:lvl6pPr marL="2514600" indent="-228600" defTabSz="762000" eaLnBrk="0" fontAlgn="base" hangingPunct="0">
              <a:spcBef>
                <a:spcPct val="0"/>
              </a:spcBef>
              <a:spcAft>
                <a:spcPct val="0"/>
              </a:spcAft>
              <a:defRPr b="1">
                <a:solidFill>
                  <a:schemeClr val="tx1"/>
                </a:solidFill>
                <a:latin typeface="Arial" charset="0"/>
              </a:defRPr>
            </a:lvl6pPr>
            <a:lvl7pPr marL="2971800" indent="-228600" defTabSz="762000" eaLnBrk="0" fontAlgn="base" hangingPunct="0">
              <a:spcBef>
                <a:spcPct val="0"/>
              </a:spcBef>
              <a:spcAft>
                <a:spcPct val="0"/>
              </a:spcAft>
              <a:defRPr b="1">
                <a:solidFill>
                  <a:schemeClr val="tx1"/>
                </a:solidFill>
                <a:latin typeface="Arial" charset="0"/>
              </a:defRPr>
            </a:lvl7pPr>
            <a:lvl8pPr marL="3429000" indent="-228600" defTabSz="762000" eaLnBrk="0" fontAlgn="base" hangingPunct="0">
              <a:spcBef>
                <a:spcPct val="0"/>
              </a:spcBef>
              <a:spcAft>
                <a:spcPct val="0"/>
              </a:spcAft>
              <a:defRPr b="1">
                <a:solidFill>
                  <a:schemeClr val="tx1"/>
                </a:solidFill>
                <a:latin typeface="Arial" charset="0"/>
              </a:defRPr>
            </a:lvl8pPr>
            <a:lvl9pPr marL="3886200" indent="-228600" defTabSz="762000" eaLnBrk="0" fontAlgn="base" hangingPunct="0">
              <a:spcBef>
                <a:spcPct val="0"/>
              </a:spcBef>
              <a:spcAft>
                <a:spcPct val="0"/>
              </a:spcAft>
              <a:defRPr b="1">
                <a:solidFill>
                  <a:schemeClr val="tx1"/>
                </a:solidFill>
                <a:latin typeface="Arial" charset="0"/>
              </a:defRPr>
            </a:lvl9pPr>
          </a:lstStyle>
          <a:p>
            <a:pPr>
              <a:spcBef>
                <a:spcPct val="50000"/>
              </a:spcBef>
            </a:pPr>
            <a:r>
              <a:rPr lang="en-GB"/>
              <a:t>Messages</a:t>
            </a:r>
          </a:p>
          <a:p>
            <a:pPr>
              <a:spcBef>
                <a:spcPct val="50000"/>
              </a:spcBef>
            </a:pPr>
            <a:r>
              <a:rPr lang="en-GB"/>
              <a:t>Indicate the communications between objects</a:t>
            </a:r>
          </a:p>
        </p:txBody>
      </p:sp>
      <p:sp>
        <p:nvSpPr>
          <p:cNvPr id="22541" name="Line 20"/>
          <p:cNvSpPr>
            <a:spLocks noChangeShapeType="1"/>
          </p:cNvSpPr>
          <p:nvPr/>
        </p:nvSpPr>
        <p:spPr bwMode="auto">
          <a:xfrm flipH="1" flipV="1">
            <a:off x="2308225" y="2873375"/>
            <a:ext cx="290513" cy="2143125"/>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wrap="none" lIns="90488" tIns="44450" rIns="90488" bIns="44450">
            <a:spAutoFit/>
          </a:bodyPr>
          <a:lstStyle/>
          <a:p>
            <a:endParaRPr lang="en-US"/>
          </a:p>
        </p:txBody>
      </p:sp>
      <p:sp>
        <p:nvSpPr>
          <p:cNvPr id="4" name="Slide Number Placeholder 3"/>
          <p:cNvSpPr>
            <a:spLocks noGrp="1"/>
          </p:cNvSpPr>
          <p:nvPr>
            <p:ph type="sldNum" sz="quarter" idx="12"/>
          </p:nvPr>
        </p:nvSpPr>
        <p:spPr/>
        <p:txBody>
          <a:bodyPr/>
          <a:lstStyle/>
          <a:p>
            <a:pPr>
              <a:defRPr/>
            </a:pPr>
            <a:fld id="{5984B1E9-F293-43F0-AC6B-13CB47FC238E}" type="slidenum">
              <a:rPr lang="en-US" smtClean="0"/>
              <a:pPr>
                <a:defRPr/>
              </a:pPr>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a:xfrm>
            <a:off x="457200" y="393700"/>
            <a:ext cx="8229600" cy="696913"/>
          </a:xfrm>
        </p:spPr>
        <p:txBody>
          <a:bodyPr>
            <a:normAutofit fontScale="90000"/>
          </a:bodyPr>
          <a:lstStyle/>
          <a:p>
            <a:pPr eaLnBrk="1" hangingPunct="1"/>
            <a:r>
              <a:rPr lang="en-GB" dirty="0"/>
              <a:t>Sequence Diagram Notation</a:t>
            </a:r>
          </a:p>
        </p:txBody>
      </p:sp>
      <p:sp>
        <p:nvSpPr>
          <p:cNvPr id="23555" name="Rectangle 3"/>
          <p:cNvSpPr>
            <a:spLocks noChangeArrowheads="1"/>
          </p:cNvSpPr>
          <p:nvPr/>
        </p:nvSpPr>
        <p:spPr bwMode="auto">
          <a:xfrm>
            <a:off x="3543300" y="1343025"/>
            <a:ext cx="1171575" cy="376238"/>
          </a:xfrm>
          <a:prstGeom prst="rect">
            <a:avLst/>
          </a:prstGeom>
          <a:solidFill>
            <a:srgbClr val="00FF99"/>
          </a:solidFill>
          <a:ln w="12700">
            <a:solidFill>
              <a:schemeClr val="tx1"/>
            </a:solidFill>
            <a:miter lim="800000"/>
            <a:headEnd/>
            <a:tailEnd/>
          </a:ln>
        </p:spPr>
        <p:txBody>
          <a:bodyPr wrap="none" lIns="90488" tIns="44450" rIns="90488" bIns="44450" anchor="ctr">
            <a:spAutoFit/>
          </a:bodyPr>
          <a:lstStyle/>
          <a:p>
            <a:pPr algn="ctr" defTabSz="762000"/>
            <a:r>
              <a:rPr lang="en-GB"/>
              <a:t>:</a:t>
            </a:r>
            <a:r>
              <a:rPr lang="en-GB" u="sng"/>
              <a:t>Object 1</a:t>
            </a:r>
            <a:endParaRPr lang="en-GB"/>
          </a:p>
        </p:txBody>
      </p:sp>
      <p:sp>
        <p:nvSpPr>
          <p:cNvPr id="23556" name="Rectangle 4"/>
          <p:cNvSpPr>
            <a:spLocks noChangeArrowheads="1"/>
          </p:cNvSpPr>
          <p:nvPr/>
        </p:nvSpPr>
        <p:spPr bwMode="auto">
          <a:xfrm>
            <a:off x="6053138" y="1352550"/>
            <a:ext cx="1171575" cy="376238"/>
          </a:xfrm>
          <a:prstGeom prst="rect">
            <a:avLst/>
          </a:prstGeom>
          <a:solidFill>
            <a:srgbClr val="00FF99"/>
          </a:solidFill>
          <a:ln w="12700">
            <a:solidFill>
              <a:schemeClr val="tx1"/>
            </a:solidFill>
            <a:miter lim="800000"/>
            <a:headEnd/>
            <a:tailEnd/>
          </a:ln>
        </p:spPr>
        <p:txBody>
          <a:bodyPr wrap="none" lIns="90488" tIns="44450" rIns="90488" bIns="44450" anchor="ctr">
            <a:spAutoFit/>
          </a:bodyPr>
          <a:lstStyle/>
          <a:p>
            <a:pPr algn="ctr" defTabSz="762000"/>
            <a:r>
              <a:rPr lang="en-GB"/>
              <a:t>:</a:t>
            </a:r>
            <a:r>
              <a:rPr lang="en-GB" u="sng"/>
              <a:t>Object 2</a:t>
            </a:r>
            <a:endParaRPr lang="en-GB"/>
          </a:p>
        </p:txBody>
      </p:sp>
      <p:grpSp>
        <p:nvGrpSpPr>
          <p:cNvPr id="23557" name="Group 5"/>
          <p:cNvGrpSpPr>
            <a:grpSpLocks/>
          </p:cNvGrpSpPr>
          <p:nvPr/>
        </p:nvGrpSpPr>
        <p:grpSpPr bwMode="auto">
          <a:xfrm>
            <a:off x="1509713" y="1090613"/>
            <a:ext cx="295275" cy="723900"/>
            <a:chOff x="951" y="1083"/>
            <a:chExt cx="186" cy="456"/>
          </a:xfrm>
        </p:grpSpPr>
        <p:sp>
          <p:nvSpPr>
            <p:cNvPr id="23569" name="Oval 6"/>
            <p:cNvSpPr>
              <a:spLocks noChangeArrowheads="1"/>
            </p:cNvSpPr>
            <p:nvPr/>
          </p:nvSpPr>
          <p:spPr bwMode="auto">
            <a:xfrm>
              <a:off x="951" y="1083"/>
              <a:ext cx="146" cy="146"/>
            </a:xfrm>
            <a:prstGeom prst="ellipse">
              <a:avLst/>
            </a:pr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lIns="90488" tIns="44450" rIns="90488" bIns="44450" anchor="ctr">
              <a:spAutoFit/>
            </a:bodyPr>
            <a:lstStyle/>
            <a:p>
              <a:endParaRPr lang="en-GB"/>
            </a:p>
          </p:txBody>
        </p:sp>
        <p:sp>
          <p:nvSpPr>
            <p:cNvPr id="23570" name="Line 7"/>
            <p:cNvSpPr>
              <a:spLocks noChangeShapeType="1"/>
            </p:cNvSpPr>
            <p:nvPr/>
          </p:nvSpPr>
          <p:spPr bwMode="auto">
            <a:xfrm>
              <a:off x="1026" y="1229"/>
              <a:ext cx="0" cy="193"/>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lIns="90488" tIns="44450" rIns="90488" bIns="44450">
              <a:spAutoFit/>
            </a:bodyPr>
            <a:lstStyle/>
            <a:p>
              <a:endParaRPr lang="en-US"/>
            </a:p>
          </p:txBody>
        </p:sp>
        <p:sp>
          <p:nvSpPr>
            <p:cNvPr id="23571" name="Line 8"/>
            <p:cNvSpPr>
              <a:spLocks noChangeShapeType="1"/>
            </p:cNvSpPr>
            <p:nvPr/>
          </p:nvSpPr>
          <p:spPr bwMode="auto">
            <a:xfrm>
              <a:off x="951" y="1296"/>
              <a:ext cx="146"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lIns="90488" tIns="44450" rIns="90488" bIns="44450">
              <a:spAutoFit/>
            </a:bodyPr>
            <a:lstStyle/>
            <a:p>
              <a:endParaRPr lang="en-US"/>
            </a:p>
          </p:txBody>
        </p:sp>
        <p:sp>
          <p:nvSpPr>
            <p:cNvPr id="23572" name="Line 9"/>
            <p:cNvSpPr>
              <a:spLocks noChangeShapeType="1"/>
            </p:cNvSpPr>
            <p:nvPr/>
          </p:nvSpPr>
          <p:spPr bwMode="auto">
            <a:xfrm flipV="1">
              <a:off x="951" y="1422"/>
              <a:ext cx="75" cy="117"/>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lIns="90488" tIns="44450" rIns="90488" bIns="44450">
              <a:spAutoFit/>
            </a:bodyPr>
            <a:lstStyle/>
            <a:p>
              <a:endParaRPr lang="en-US"/>
            </a:p>
          </p:txBody>
        </p:sp>
        <p:sp>
          <p:nvSpPr>
            <p:cNvPr id="23573" name="Line 10"/>
            <p:cNvSpPr>
              <a:spLocks noChangeShapeType="1"/>
            </p:cNvSpPr>
            <p:nvPr/>
          </p:nvSpPr>
          <p:spPr bwMode="auto">
            <a:xfrm>
              <a:off x="1026" y="1422"/>
              <a:ext cx="111" cy="117"/>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lIns="90488" tIns="44450" rIns="90488" bIns="44450">
              <a:spAutoFit/>
            </a:bodyPr>
            <a:lstStyle/>
            <a:p>
              <a:endParaRPr lang="en-US"/>
            </a:p>
          </p:txBody>
        </p:sp>
      </p:grpSp>
      <p:sp>
        <p:nvSpPr>
          <p:cNvPr id="23558" name="Line 11"/>
          <p:cNvSpPr>
            <a:spLocks noChangeShapeType="1"/>
          </p:cNvSpPr>
          <p:nvPr/>
        </p:nvSpPr>
        <p:spPr bwMode="auto">
          <a:xfrm>
            <a:off x="4165600" y="1719263"/>
            <a:ext cx="0" cy="3259137"/>
          </a:xfrm>
          <a:prstGeom prst="line">
            <a:avLst/>
          </a:prstGeom>
          <a:noFill/>
          <a:ln w="12700">
            <a:solidFill>
              <a:schemeClr val="tx1"/>
            </a:solidFill>
            <a:prstDash val="dash"/>
            <a:round/>
            <a:headEnd/>
            <a:tailEnd/>
          </a:ln>
          <a:extLst>
            <a:ext uri="{909E8E84-426E-40DD-AFC4-6F175D3DCCD1}">
              <a14:hiddenFill xmlns:a14="http://schemas.microsoft.com/office/drawing/2010/main">
                <a:noFill/>
              </a14:hiddenFill>
            </a:ext>
          </a:extLst>
        </p:spPr>
        <p:txBody>
          <a:bodyPr wrap="none" lIns="90488" tIns="44450" rIns="90488" bIns="44450">
            <a:spAutoFit/>
          </a:bodyPr>
          <a:lstStyle/>
          <a:p>
            <a:endParaRPr lang="en-US"/>
          </a:p>
        </p:txBody>
      </p:sp>
      <p:sp>
        <p:nvSpPr>
          <p:cNvPr id="23559" name="Line 12"/>
          <p:cNvSpPr>
            <a:spLocks noChangeShapeType="1"/>
          </p:cNvSpPr>
          <p:nvPr/>
        </p:nvSpPr>
        <p:spPr bwMode="auto">
          <a:xfrm>
            <a:off x="1646238" y="1757363"/>
            <a:ext cx="0" cy="3259137"/>
          </a:xfrm>
          <a:prstGeom prst="line">
            <a:avLst/>
          </a:prstGeom>
          <a:noFill/>
          <a:ln w="12700">
            <a:solidFill>
              <a:schemeClr val="tx1"/>
            </a:solidFill>
            <a:prstDash val="dash"/>
            <a:round/>
            <a:headEnd/>
            <a:tailEnd/>
          </a:ln>
          <a:extLst>
            <a:ext uri="{909E8E84-426E-40DD-AFC4-6F175D3DCCD1}">
              <a14:hiddenFill xmlns:a14="http://schemas.microsoft.com/office/drawing/2010/main">
                <a:noFill/>
              </a14:hiddenFill>
            </a:ext>
          </a:extLst>
        </p:spPr>
        <p:txBody>
          <a:bodyPr wrap="none" lIns="90488" tIns="44450" rIns="90488" bIns="44450">
            <a:spAutoFit/>
          </a:bodyPr>
          <a:lstStyle/>
          <a:p>
            <a:endParaRPr lang="en-US"/>
          </a:p>
        </p:txBody>
      </p:sp>
      <p:sp>
        <p:nvSpPr>
          <p:cNvPr id="23560" name="Line 13"/>
          <p:cNvSpPr>
            <a:spLocks noChangeShapeType="1"/>
          </p:cNvSpPr>
          <p:nvPr/>
        </p:nvSpPr>
        <p:spPr bwMode="auto">
          <a:xfrm>
            <a:off x="6699250" y="1752600"/>
            <a:ext cx="0" cy="3259138"/>
          </a:xfrm>
          <a:prstGeom prst="line">
            <a:avLst/>
          </a:prstGeom>
          <a:noFill/>
          <a:ln w="12700">
            <a:solidFill>
              <a:schemeClr val="tx1"/>
            </a:solidFill>
            <a:prstDash val="dash"/>
            <a:round/>
            <a:headEnd/>
            <a:tailEnd/>
          </a:ln>
          <a:extLst>
            <a:ext uri="{909E8E84-426E-40DD-AFC4-6F175D3DCCD1}">
              <a14:hiddenFill xmlns:a14="http://schemas.microsoft.com/office/drawing/2010/main">
                <a:noFill/>
              </a14:hiddenFill>
            </a:ext>
          </a:extLst>
        </p:spPr>
        <p:txBody>
          <a:bodyPr wrap="none" lIns="90488" tIns="44450" rIns="90488" bIns="44450">
            <a:spAutoFit/>
          </a:bodyPr>
          <a:lstStyle/>
          <a:p>
            <a:endParaRPr lang="en-US"/>
          </a:p>
        </p:txBody>
      </p:sp>
      <p:sp>
        <p:nvSpPr>
          <p:cNvPr id="23561" name="Rectangle 14"/>
          <p:cNvSpPr>
            <a:spLocks noChangeArrowheads="1"/>
          </p:cNvSpPr>
          <p:nvPr/>
        </p:nvSpPr>
        <p:spPr bwMode="auto">
          <a:xfrm>
            <a:off x="1509713" y="2497138"/>
            <a:ext cx="231775" cy="884237"/>
          </a:xfrm>
          <a:prstGeom prst="rect">
            <a:avLst/>
          </a:prstGeom>
          <a:solidFill>
            <a:schemeClr val="accent1"/>
          </a:solidFill>
          <a:ln w="12700">
            <a:solidFill>
              <a:schemeClr val="tx1"/>
            </a:solidFill>
            <a:miter lim="800000"/>
            <a:headEnd/>
            <a:tailEnd/>
          </a:ln>
        </p:spPr>
        <p:txBody>
          <a:bodyPr wrap="none" lIns="90488" tIns="44450" rIns="90488" bIns="44450" anchor="ctr">
            <a:spAutoFit/>
          </a:bodyPr>
          <a:lstStyle/>
          <a:p>
            <a:endParaRPr lang="en-GB"/>
          </a:p>
        </p:txBody>
      </p:sp>
      <p:sp>
        <p:nvSpPr>
          <p:cNvPr id="23562" name="Line 15"/>
          <p:cNvSpPr>
            <a:spLocks noChangeShapeType="1"/>
          </p:cNvSpPr>
          <p:nvPr/>
        </p:nvSpPr>
        <p:spPr bwMode="auto">
          <a:xfrm>
            <a:off x="1741488" y="2873375"/>
            <a:ext cx="2306637" cy="4763"/>
          </a:xfrm>
          <a:prstGeom prst="line">
            <a:avLst/>
          </a:prstGeom>
          <a:noFill/>
          <a:ln w="12700">
            <a:solidFill>
              <a:schemeClr val="tx1"/>
            </a:solidFill>
            <a:round/>
            <a:headEnd/>
            <a:tailEnd type="arrow" w="med" len="lg"/>
          </a:ln>
          <a:extLst>
            <a:ext uri="{909E8E84-426E-40DD-AFC4-6F175D3DCCD1}">
              <a14:hiddenFill xmlns:a14="http://schemas.microsoft.com/office/drawing/2010/main">
                <a:noFill/>
              </a14:hiddenFill>
            </a:ext>
          </a:extLst>
        </p:spPr>
        <p:txBody>
          <a:bodyPr lIns="90488" tIns="44450" rIns="90488" bIns="44450">
            <a:spAutoFit/>
          </a:bodyPr>
          <a:lstStyle/>
          <a:p>
            <a:endParaRPr lang="en-US"/>
          </a:p>
        </p:txBody>
      </p:sp>
      <p:sp>
        <p:nvSpPr>
          <p:cNvPr id="23563" name="Text Box 16"/>
          <p:cNvSpPr txBox="1">
            <a:spLocks noChangeArrowheads="1"/>
          </p:cNvSpPr>
          <p:nvPr/>
        </p:nvSpPr>
        <p:spPr bwMode="auto">
          <a:xfrm>
            <a:off x="2032000" y="2497138"/>
            <a:ext cx="1800225" cy="363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lvl1pPr defTabSz="762000">
              <a:defRPr b="1">
                <a:solidFill>
                  <a:schemeClr val="tx1"/>
                </a:solidFill>
                <a:latin typeface="Arial" charset="0"/>
              </a:defRPr>
            </a:lvl1pPr>
            <a:lvl2pPr marL="742950" indent="-285750" defTabSz="762000">
              <a:defRPr b="1">
                <a:solidFill>
                  <a:schemeClr val="tx1"/>
                </a:solidFill>
                <a:latin typeface="Arial" charset="0"/>
              </a:defRPr>
            </a:lvl2pPr>
            <a:lvl3pPr marL="1143000" indent="-228600" defTabSz="762000">
              <a:defRPr b="1">
                <a:solidFill>
                  <a:schemeClr val="tx1"/>
                </a:solidFill>
                <a:latin typeface="Arial" charset="0"/>
              </a:defRPr>
            </a:lvl3pPr>
            <a:lvl4pPr marL="1600200" indent="-228600" defTabSz="762000">
              <a:defRPr b="1">
                <a:solidFill>
                  <a:schemeClr val="tx1"/>
                </a:solidFill>
                <a:latin typeface="Arial" charset="0"/>
              </a:defRPr>
            </a:lvl4pPr>
            <a:lvl5pPr marL="2057400" indent="-228600" defTabSz="762000">
              <a:defRPr b="1">
                <a:solidFill>
                  <a:schemeClr val="tx1"/>
                </a:solidFill>
                <a:latin typeface="Arial" charset="0"/>
              </a:defRPr>
            </a:lvl5pPr>
            <a:lvl6pPr marL="2514600" indent="-228600" defTabSz="762000" eaLnBrk="0" fontAlgn="base" hangingPunct="0">
              <a:spcBef>
                <a:spcPct val="0"/>
              </a:spcBef>
              <a:spcAft>
                <a:spcPct val="0"/>
              </a:spcAft>
              <a:defRPr b="1">
                <a:solidFill>
                  <a:schemeClr val="tx1"/>
                </a:solidFill>
                <a:latin typeface="Arial" charset="0"/>
              </a:defRPr>
            </a:lvl6pPr>
            <a:lvl7pPr marL="2971800" indent="-228600" defTabSz="762000" eaLnBrk="0" fontAlgn="base" hangingPunct="0">
              <a:spcBef>
                <a:spcPct val="0"/>
              </a:spcBef>
              <a:spcAft>
                <a:spcPct val="0"/>
              </a:spcAft>
              <a:defRPr b="1">
                <a:solidFill>
                  <a:schemeClr val="tx1"/>
                </a:solidFill>
                <a:latin typeface="Arial" charset="0"/>
              </a:defRPr>
            </a:lvl7pPr>
            <a:lvl8pPr marL="3429000" indent="-228600" defTabSz="762000" eaLnBrk="0" fontAlgn="base" hangingPunct="0">
              <a:spcBef>
                <a:spcPct val="0"/>
              </a:spcBef>
              <a:spcAft>
                <a:spcPct val="0"/>
              </a:spcAft>
              <a:defRPr b="1">
                <a:solidFill>
                  <a:schemeClr val="tx1"/>
                </a:solidFill>
                <a:latin typeface="Arial" charset="0"/>
              </a:defRPr>
            </a:lvl8pPr>
            <a:lvl9pPr marL="3886200" indent="-228600" defTabSz="762000" eaLnBrk="0" fontAlgn="base" hangingPunct="0">
              <a:spcBef>
                <a:spcPct val="0"/>
              </a:spcBef>
              <a:spcAft>
                <a:spcPct val="0"/>
              </a:spcAft>
              <a:defRPr b="1">
                <a:solidFill>
                  <a:schemeClr val="tx1"/>
                </a:solidFill>
                <a:latin typeface="Arial" charset="0"/>
              </a:defRPr>
            </a:lvl9pPr>
          </a:lstStyle>
          <a:p>
            <a:pPr>
              <a:spcBef>
                <a:spcPct val="50000"/>
              </a:spcBef>
            </a:pPr>
            <a:r>
              <a:rPr lang="en-GB"/>
              <a:t>message</a:t>
            </a:r>
          </a:p>
        </p:txBody>
      </p:sp>
      <p:sp>
        <p:nvSpPr>
          <p:cNvPr id="23564" name="Text Box 17"/>
          <p:cNvSpPr txBox="1">
            <a:spLocks noChangeArrowheads="1"/>
          </p:cNvSpPr>
          <p:nvPr/>
        </p:nvSpPr>
        <p:spPr bwMode="auto">
          <a:xfrm>
            <a:off x="1857375" y="5016500"/>
            <a:ext cx="5715000" cy="1050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lvl1pPr defTabSz="762000">
              <a:defRPr b="1">
                <a:solidFill>
                  <a:schemeClr val="tx1"/>
                </a:solidFill>
                <a:latin typeface="Arial" charset="0"/>
              </a:defRPr>
            </a:lvl1pPr>
            <a:lvl2pPr marL="742950" indent="-285750" defTabSz="762000">
              <a:defRPr b="1">
                <a:solidFill>
                  <a:schemeClr val="tx1"/>
                </a:solidFill>
                <a:latin typeface="Arial" charset="0"/>
              </a:defRPr>
            </a:lvl2pPr>
            <a:lvl3pPr marL="1143000" indent="-228600" defTabSz="762000">
              <a:defRPr b="1">
                <a:solidFill>
                  <a:schemeClr val="tx1"/>
                </a:solidFill>
                <a:latin typeface="Arial" charset="0"/>
              </a:defRPr>
            </a:lvl3pPr>
            <a:lvl4pPr marL="1600200" indent="-228600" defTabSz="762000">
              <a:defRPr b="1">
                <a:solidFill>
                  <a:schemeClr val="tx1"/>
                </a:solidFill>
                <a:latin typeface="Arial" charset="0"/>
              </a:defRPr>
            </a:lvl4pPr>
            <a:lvl5pPr marL="2057400" indent="-228600" defTabSz="762000">
              <a:defRPr b="1">
                <a:solidFill>
                  <a:schemeClr val="tx1"/>
                </a:solidFill>
                <a:latin typeface="Arial" charset="0"/>
              </a:defRPr>
            </a:lvl5pPr>
            <a:lvl6pPr marL="2514600" indent="-228600" defTabSz="762000" eaLnBrk="0" fontAlgn="base" hangingPunct="0">
              <a:spcBef>
                <a:spcPct val="0"/>
              </a:spcBef>
              <a:spcAft>
                <a:spcPct val="0"/>
              </a:spcAft>
              <a:defRPr b="1">
                <a:solidFill>
                  <a:schemeClr val="tx1"/>
                </a:solidFill>
                <a:latin typeface="Arial" charset="0"/>
              </a:defRPr>
            </a:lvl6pPr>
            <a:lvl7pPr marL="2971800" indent="-228600" defTabSz="762000" eaLnBrk="0" fontAlgn="base" hangingPunct="0">
              <a:spcBef>
                <a:spcPct val="0"/>
              </a:spcBef>
              <a:spcAft>
                <a:spcPct val="0"/>
              </a:spcAft>
              <a:defRPr b="1">
                <a:solidFill>
                  <a:schemeClr val="tx1"/>
                </a:solidFill>
                <a:latin typeface="Arial" charset="0"/>
              </a:defRPr>
            </a:lvl7pPr>
            <a:lvl8pPr marL="3429000" indent="-228600" defTabSz="762000" eaLnBrk="0" fontAlgn="base" hangingPunct="0">
              <a:spcBef>
                <a:spcPct val="0"/>
              </a:spcBef>
              <a:spcAft>
                <a:spcPct val="0"/>
              </a:spcAft>
              <a:defRPr b="1">
                <a:solidFill>
                  <a:schemeClr val="tx1"/>
                </a:solidFill>
                <a:latin typeface="Arial" charset="0"/>
              </a:defRPr>
            </a:lvl8pPr>
            <a:lvl9pPr marL="3886200" indent="-228600" defTabSz="762000" eaLnBrk="0" fontAlgn="base" hangingPunct="0">
              <a:spcBef>
                <a:spcPct val="0"/>
              </a:spcBef>
              <a:spcAft>
                <a:spcPct val="0"/>
              </a:spcAft>
              <a:defRPr b="1">
                <a:solidFill>
                  <a:schemeClr val="tx1"/>
                </a:solidFill>
                <a:latin typeface="Arial" charset="0"/>
              </a:defRPr>
            </a:lvl9pPr>
          </a:lstStyle>
          <a:p>
            <a:pPr>
              <a:spcBef>
                <a:spcPct val="50000"/>
              </a:spcBef>
            </a:pPr>
            <a:r>
              <a:rPr lang="en-GB"/>
              <a:t>Sequence</a:t>
            </a:r>
          </a:p>
          <a:p>
            <a:pPr>
              <a:spcBef>
                <a:spcPct val="50000"/>
              </a:spcBef>
            </a:pPr>
            <a:r>
              <a:rPr lang="en-GB"/>
              <a:t>Vertical position signifies sequence – earlier messages appear nearer the top.</a:t>
            </a:r>
          </a:p>
        </p:txBody>
      </p:sp>
      <p:sp>
        <p:nvSpPr>
          <p:cNvPr id="23565" name="Rectangle 19"/>
          <p:cNvSpPr>
            <a:spLocks noChangeArrowheads="1"/>
          </p:cNvSpPr>
          <p:nvPr/>
        </p:nvSpPr>
        <p:spPr bwMode="auto">
          <a:xfrm>
            <a:off x="4048125" y="2878138"/>
            <a:ext cx="231775" cy="884237"/>
          </a:xfrm>
          <a:prstGeom prst="rect">
            <a:avLst/>
          </a:prstGeom>
          <a:solidFill>
            <a:schemeClr val="accent1"/>
          </a:solidFill>
          <a:ln w="12700">
            <a:solidFill>
              <a:schemeClr val="tx1"/>
            </a:solidFill>
            <a:miter lim="800000"/>
            <a:headEnd/>
            <a:tailEnd/>
          </a:ln>
        </p:spPr>
        <p:txBody>
          <a:bodyPr wrap="none" lIns="90488" tIns="44450" rIns="90488" bIns="44450" anchor="ctr">
            <a:spAutoFit/>
          </a:bodyPr>
          <a:lstStyle/>
          <a:p>
            <a:endParaRPr lang="en-GB"/>
          </a:p>
        </p:txBody>
      </p:sp>
      <p:sp>
        <p:nvSpPr>
          <p:cNvPr id="23566" name="Line 20"/>
          <p:cNvSpPr>
            <a:spLocks noChangeShapeType="1"/>
          </p:cNvSpPr>
          <p:nvPr/>
        </p:nvSpPr>
        <p:spPr bwMode="auto">
          <a:xfrm>
            <a:off x="4279900" y="3440113"/>
            <a:ext cx="2306638" cy="4762"/>
          </a:xfrm>
          <a:prstGeom prst="line">
            <a:avLst/>
          </a:prstGeom>
          <a:noFill/>
          <a:ln w="12700">
            <a:solidFill>
              <a:schemeClr val="tx1"/>
            </a:solidFill>
            <a:round/>
            <a:headEnd/>
            <a:tailEnd type="arrow" w="med" len="lg"/>
          </a:ln>
          <a:extLst>
            <a:ext uri="{909E8E84-426E-40DD-AFC4-6F175D3DCCD1}">
              <a14:hiddenFill xmlns:a14="http://schemas.microsoft.com/office/drawing/2010/main">
                <a:noFill/>
              </a14:hiddenFill>
            </a:ext>
          </a:extLst>
        </p:spPr>
        <p:txBody>
          <a:bodyPr lIns="90488" tIns="44450" rIns="90488" bIns="44450">
            <a:spAutoFit/>
          </a:bodyPr>
          <a:lstStyle/>
          <a:p>
            <a:endParaRPr lang="en-US"/>
          </a:p>
        </p:txBody>
      </p:sp>
      <p:sp>
        <p:nvSpPr>
          <p:cNvPr id="23567" name="Text Box 21"/>
          <p:cNvSpPr txBox="1">
            <a:spLocks noChangeArrowheads="1"/>
          </p:cNvSpPr>
          <p:nvPr/>
        </p:nvSpPr>
        <p:spPr bwMode="auto">
          <a:xfrm>
            <a:off x="4570413" y="3063875"/>
            <a:ext cx="1800225" cy="363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lvl1pPr defTabSz="762000">
              <a:defRPr b="1">
                <a:solidFill>
                  <a:schemeClr val="tx1"/>
                </a:solidFill>
                <a:latin typeface="Arial" charset="0"/>
              </a:defRPr>
            </a:lvl1pPr>
            <a:lvl2pPr marL="742950" indent="-285750" defTabSz="762000">
              <a:defRPr b="1">
                <a:solidFill>
                  <a:schemeClr val="tx1"/>
                </a:solidFill>
                <a:latin typeface="Arial" charset="0"/>
              </a:defRPr>
            </a:lvl2pPr>
            <a:lvl3pPr marL="1143000" indent="-228600" defTabSz="762000">
              <a:defRPr b="1">
                <a:solidFill>
                  <a:schemeClr val="tx1"/>
                </a:solidFill>
                <a:latin typeface="Arial" charset="0"/>
              </a:defRPr>
            </a:lvl3pPr>
            <a:lvl4pPr marL="1600200" indent="-228600" defTabSz="762000">
              <a:defRPr b="1">
                <a:solidFill>
                  <a:schemeClr val="tx1"/>
                </a:solidFill>
                <a:latin typeface="Arial" charset="0"/>
              </a:defRPr>
            </a:lvl4pPr>
            <a:lvl5pPr marL="2057400" indent="-228600" defTabSz="762000">
              <a:defRPr b="1">
                <a:solidFill>
                  <a:schemeClr val="tx1"/>
                </a:solidFill>
                <a:latin typeface="Arial" charset="0"/>
              </a:defRPr>
            </a:lvl5pPr>
            <a:lvl6pPr marL="2514600" indent="-228600" defTabSz="762000" eaLnBrk="0" fontAlgn="base" hangingPunct="0">
              <a:spcBef>
                <a:spcPct val="0"/>
              </a:spcBef>
              <a:spcAft>
                <a:spcPct val="0"/>
              </a:spcAft>
              <a:defRPr b="1">
                <a:solidFill>
                  <a:schemeClr val="tx1"/>
                </a:solidFill>
                <a:latin typeface="Arial" charset="0"/>
              </a:defRPr>
            </a:lvl6pPr>
            <a:lvl7pPr marL="2971800" indent="-228600" defTabSz="762000" eaLnBrk="0" fontAlgn="base" hangingPunct="0">
              <a:spcBef>
                <a:spcPct val="0"/>
              </a:spcBef>
              <a:spcAft>
                <a:spcPct val="0"/>
              </a:spcAft>
              <a:defRPr b="1">
                <a:solidFill>
                  <a:schemeClr val="tx1"/>
                </a:solidFill>
                <a:latin typeface="Arial" charset="0"/>
              </a:defRPr>
            </a:lvl7pPr>
            <a:lvl8pPr marL="3429000" indent="-228600" defTabSz="762000" eaLnBrk="0" fontAlgn="base" hangingPunct="0">
              <a:spcBef>
                <a:spcPct val="0"/>
              </a:spcBef>
              <a:spcAft>
                <a:spcPct val="0"/>
              </a:spcAft>
              <a:defRPr b="1">
                <a:solidFill>
                  <a:schemeClr val="tx1"/>
                </a:solidFill>
                <a:latin typeface="Arial" charset="0"/>
              </a:defRPr>
            </a:lvl8pPr>
            <a:lvl9pPr marL="3886200" indent="-228600" defTabSz="762000" eaLnBrk="0" fontAlgn="base" hangingPunct="0">
              <a:spcBef>
                <a:spcPct val="0"/>
              </a:spcBef>
              <a:spcAft>
                <a:spcPct val="0"/>
              </a:spcAft>
              <a:defRPr b="1">
                <a:solidFill>
                  <a:schemeClr val="tx1"/>
                </a:solidFill>
                <a:latin typeface="Arial" charset="0"/>
              </a:defRPr>
            </a:lvl9pPr>
          </a:lstStyle>
          <a:p>
            <a:pPr>
              <a:spcBef>
                <a:spcPct val="50000"/>
              </a:spcBef>
            </a:pPr>
            <a:r>
              <a:rPr lang="en-GB"/>
              <a:t>message</a:t>
            </a:r>
          </a:p>
        </p:txBody>
      </p:sp>
      <p:sp>
        <p:nvSpPr>
          <p:cNvPr id="23568" name="Rectangle 22"/>
          <p:cNvSpPr>
            <a:spLocks noChangeArrowheads="1"/>
          </p:cNvSpPr>
          <p:nvPr/>
        </p:nvSpPr>
        <p:spPr bwMode="auto">
          <a:xfrm>
            <a:off x="6586538" y="3381375"/>
            <a:ext cx="112712" cy="711200"/>
          </a:xfrm>
          <a:prstGeom prst="rect">
            <a:avLst/>
          </a:prstGeom>
          <a:solidFill>
            <a:schemeClr val="accent1"/>
          </a:solidFill>
          <a:ln w="12700">
            <a:solidFill>
              <a:schemeClr val="tx1"/>
            </a:solidFill>
            <a:miter lim="800000"/>
            <a:headEnd/>
            <a:tailEnd/>
          </a:ln>
        </p:spPr>
        <p:txBody>
          <a:bodyPr wrap="none" lIns="90488" tIns="44450" rIns="90488" bIns="44450" anchor="ctr">
            <a:spAutoFit/>
          </a:bodyPr>
          <a:lstStyle/>
          <a:p>
            <a:endParaRPr lang="en-GB"/>
          </a:p>
        </p:txBody>
      </p:sp>
      <p:sp>
        <p:nvSpPr>
          <p:cNvPr id="4" name="Slide Number Placeholder 3"/>
          <p:cNvSpPr>
            <a:spLocks noGrp="1"/>
          </p:cNvSpPr>
          <p:nvPr>
            <p:ph type="sldNum" sz="quarter" idx="12"/>
          </p:nvPr>
        </p:nvSpPr>
        <p:spPr/>
        <p:txBody>
          <a:bodyPr/>
          <a:lstStyle/>
          <a:p>
            <a:pPr>
              <a:defRPr/>
            </a:pPr>
            <a:fld id="{5984B1E9-F293-43F0-AC6B-13CB47FC238E}" type="slidenum">
              <a:rPr lang="en-US" smtClean="0"/>
              <a:pPr>
                <a:defRPr/>
              </a:pPr>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06400"/>
            <a:ext cx="8229600" cy="990600"/>
          </a:xfrm>
        </p:spPr>
        <p:txBody>
          <a:bodyPr>
            <a:normAutofit fontScale="90000"/>
          </a:bodyPr>
          <a:lstStyle/>
          <a:p>
            <a:pPr eaLnBrk="1" fontAlgn="auto" hangingPunct="1">
              <a:spcAft>
                <a:spcPts val="0"/>
              </a:spcAft>
              <a:defRPr/>
            </a:pPr>
            <a:r>
              <a:rPr lang="en-US" dirty="0"/>
              <a:t>Sequence Diagram (make a phone call) </a:t>
            </a:r>
          </a:p>
        </p:txBody>
      </p:sp>
      <p:pic>
        <p:nvPicPr>
          <p:cNvPr id="25603"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tretch>
            <a:fillRect/>
          </a:stretch>
        </p:blipFill>
        <p:spPr>
          <a:xfrm>
            <a:off x="1500187" y="1943100"/>
            <a:ext cx="6143625" cy="4191000"/>
          </a:xfrm>
          <a:noFill/>
        </p:spPr>
      </p:pic>
      <p:sp>
        <p:nvSpPr>
          <p:cNvPr id="5" name="Slide Number Placeholder 4"/>
          <p:cNvSpPr>
            <a:spLocks noGrp="1"/>
          </p:cNvSpPr>
          <p:nvPr>
            <p:ph type="sldNum" sz="quarter" idx="12"/>
          </p:nvPr>
        </p:nvSpPr>
        <p:spPr/>
        <p:txBody>
          <a:bodyPr/>
          <a:lstStyle/>
          <a:p>
            <a:pPr>
              <a:defRPr/>
            </a:pPr>
            <a:fld id="{C07FC5DA-4482-4AD7-A23A-324B93506508}" type="slidenum">
              <a:rPr lang="en-US" smtClean="0"/>
              <a:pPr>
                <a:defRPr/>
              </a:pPr>
              <a:t>12</a:t>
            </a:fld>
            <a:endParaRPr 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ChangeArrowheads="1"/>
          </p:cNvSpPr>
          <p:nvPr>
            <p:ph type="title"/>
          </p:nvPr>
        </p:nvSpPr>
        <p:spPr>
          <a:xfrm>
            <a:off x="457200" y="406400"/>
            <a:ext cx="8229600" cy="990600"/>
          </a:xfrm>
        </p:spPr>
        <p:txBody>
          <a:bodyPr>
            <a:normAutofit/>
          </a:bodyPr>
          <a:lstStyle/>
          <a:p>
            <a:pPr eaLnBrk="1" hangingPunct="1"/>
            <a:r>
              <a:rPr lang="en-US" sz="3600" dirty="0"/>
              <a:t>A Simpler Example - Sending an email</a:t>
            </a:r>
            <a:endParaRPr lang="en-GB" sz="3600" dirty="0"/>
          </a:p>
        </p:txBody>
      </p:sp>
      <p:pic>
        <p:nvPicPr>
          <p:cNvPr id="26627"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43200" y="1727200"/>
            <a:ext cx="3429000" cy="325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sp>
        <p:nvSpPr>
          <p:cNvPr id="4" name="Slide Number Placeholder 3"/>
          <p:cNvSpPr>
            <a:spLocks noGrp="1"/>
          </p:cNvSpPr>
          <p:nvPr>
            <p:ph type="sldNum" sz="quarter" idx="12"/>
          </p:nvPr>
        </p:nvSpPr>
        <p:spPr/>
        <p:txBody>
          <a:bodyPr/>
          <a:lstStyle/>
          <a:p>
            <a:pPr>
              <a:defRPr/>
            </a:pPr>
            <a:fld id="{5984B1E9-F293-43F0-AC6B-13CB47FC238E}" type="slidenum">
              <a:rPr lang="en-US" smtClean="0"/>
              <a:pPr>
                <a:defRPr/>
              </a:pPr>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title"/>
          </p:nvPr>
        </p:nvSpPr>
        <p:spPr>
          <a:xfrm>
            <a:off x="444500" y="431800"/>
            <a:ext cx="8229600" cy="990600"/>
          </a:xfrm>
        </p:spPr>
        <p:txBody>
          <a:bodyPr/>
          <a:lstStyle/>
          <a:p>
            <a:pPr eaLnBrk="1" hangingPunct="1"/>
            <a:r>
              <a:rPr lang="en-GB" dirty="0"/>
              <a:t>E-mail Interface</a:t>
            </a:r>
          </a:p>
        </p:txBody>
      </p:sp>
      <p:pic>
        <p:nvPicPr>
          <p:cNvPr id="27651"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5800" y="1520825"/>
            <a:ext cx="7620000" cy="3741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sp>
        <p:nvSpPr>
          <p:cNvPr id="4" name="Slide Number Placeholder 3"/>
          <p:cNvSpPr>
            <a:spLocks noGrp="1"/>
          </p:cNvSpPr>
          <p:nvPr>
            <p:ph type="sldNum" sz="quarter" idx="12"/>
          </p:nvPr>
        </p:nvSpPr>
        <p:spPr/>
        <p:txBody>
          <a:bodyPr/>
          <a:lstStyle/>
          <a:p>
            <a:pPr>
              <a:defRPr/>
            </a:pPr>
            <a:fld id="{5984B1E9-F293-43F0-AC6B-13CB47FC238E}" type="slidenum">
              <a:rPr lang="en-US" smtClean="0"/>
              <a:pPr>
                <a:defRPr/>
              </a:pPr>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a:xfrm>
            <a:off x="457200" y="431800"/>
            <a:ext cx="8229600" cy="990600"/>
          </a:xfrm>
        </p:spPr>
        <p:txBody>
          <a:bodyPr/>
          <a:lstStyle/>
          <a:p>
            <a:pPr eaLnBrk="1" hangingPunct="1"/>
            <a:r>
              <a:rPr lang="en-GB" dirty="0"/>
              <a:t>Working From a Scenario</a:t>
            </a:r>
          </a:p>
        </p:txBody>
      </p:sp>
      <p:sp>
        <p:nvSpPr>
          <p:cNvPr id="28675" name="Rectangle 3"/>
          <p:cNvSpPr>
            <a:spLocks noGrp="1" noChangeArrowheads="1"/>
          </p:cNvSpPr>
          <p:nvPr>
            <p:ph idx="1"/>
          </p:nvPr>
        </p:nvSpPr>
        <p:spPr>
          <a:xfrm>
            <a:off x="457200" y="1295400"/>
            <a:ext cx="8382000" cy="4495800"/>
          </a:xfrm>
        </p:spPr>
        <p:txBody>
          <a:bodyPr/>
          <a:lstStyle/>
          <a:p>
            <a:pPr algn="just" eaLnBrk="1" hangingPunct="1">
              <a:lnSpc>
                <a:spcPct val="80000"/>
              </a:lnSpc>
              <a:buFontTx/>
              <a:buNone/>
            </a:pPr>
            <a:endParaRPr lang="en-US" sz="2200" dirty="0"/>
          </a:p>
          <a:p>
            <a:pPr algn="ctr" eaLnBrk="1" hangingPunct="1">
              <a:lnSpc>
                <a:spcPct val="80000"/>
              </a:lnSpc>
              <a:buFontTx/>
              <a:buNone/>
            </a:pPr>
            <a:r>
              <a:rPr lang="en-US" sz="2200" dirty="0"/>
              <a:t>Sending an email</a:t>
            </a:r>
          </a:p>
          <a:p>
            <a:pPr algn="just" eaLnBrk="1" hangingPunct="1">
              <a:lnSpc>
                <a:spcPct val="80000"/>
              </a:lnSpc>
            </a:pPr>
            <a:endParaRPr lang="en-US" sz="2200" dirty="0"/>
          </a:p>
          <a:p>
            <a:pPr algn="just" eaLnBrk="1" hangingPunct="1">
              <a:lnSpc>
                <a:spcPct val="120000"/>
              </a:lnSpc>
              <a:spcBef>
                <a:spcPct val="0"/>
              </a:spcBef>
              <a:buSzTx/>
              <a:buFontTx/>
              <a:buNone/>
            </a:pPr>
            <a:r>
              <a:rPr lang="en-US" sz="2200" dirty="0"/>
              <a:t>1. Press “New ” email icon</a:t>
            </a:r>
          </a:p>
          <a:p>
            <a:pPr algn="just" eaLnBrk="1" hangingPunct="1">
              <a:lnSpc>
                <a:spcPct val="120000"/>
              </a:lnSpc>
              <a:spcBef>
                <a:spcPct val="0"/>
              </a:spcBef>
              <a:buSzTx/>
              <a:buFontTx/>
              <a:buNone/>
            </a:pPr>
            <a:r>
              <a:rPr lang="en-US" sz="2200" dirty="0"/>
              <a:t>2. Enter person’s name in “To” section</a:t>
            </a:r>
          </a:p>
          <a:p>
            <a:pPr algn="just" eaLnBrk="1" hangingPunct="1">
              <a:lnSpc>
                <a:spcPct val="120000"/>
              </a:lnSpc>
              <a:spcBef>
                <a:spcPct val="0"/>
              </a:spcBef>
              <a:buSzTx/>
              <a:buFontTx/>
              <a:buNone/>
            </a:pPr>
            <a:r>
              <a:rPr lang="en-US" sz="2200" dirty="0"/>
              <a:t>3. Type subject</a:t>
            </a:r>
          </a:p>
          <a:p>
            <a:pPr algn="just" eaLnBrk="1" hangingPunct="1">
              <a:lnSpc>
                <a:spcPct val="120000"/>
              </a:lnSpc>
              <a:spcBef>
                <a:spcPct val="0"/>
              </a:spcBef>
              <a:buSzTx/>
              <a:buFontTx/>
              <a:buNone/>
            </a:pPr>
            <a:r>
              <a:rPr lang="en-US" sz="2200" dirty="0"/>
              <a:t>4. Type contents</a:t>
            </a:r>
          </a:p>
          <a:p>
            <a:pPr algn="just" eaLnBrk="1" hangingPunct="1">
              <a:lnSpc>
                <a:spcPct val="120000"/>
              </a:lnSpc>
              <a:spcBef>
                <a:spcPct val="0"/>
              </a:spcBef>
              <a:buSzTx/>
              <a:buFontTx/>
              <a:buNone/>
            </a:pPr>
            <a:r>
              <a:rPr lang="en-US" sz="2200" dirty="0"/>
              <a:t>5. Press Send button</a:t>
            </a:r>
          </a:p>
          <a:p>
            <a:pPr algn="just" eaLnBrk="1" hangingPunct="1">
              <a:lnSpc>
                <a:spcPct val="120000"/>
              </a:lnSpc>
              <a:spcBef>
                <a:spcPct val="0"/>
              </a:spcBef>
              <a:buSzTx/>
              <a:buFontTx/>
              <a:buNone/>
            </a:pPr>
            <a:r>
              <a:rPr lang="en-US" sz="2200" dirty="0"/>
              <a:t>6. System looks up email address in address book</a:t>
            </a:r>
          </a:p>
          <a:p>
            <a:pPr algn="just" eaLnBrk="1" hangingPunct="1">
              <a:lnSpc>
                <a:spcPct val="120000"/>
              </a:lnSpc>
              <a:spcBef>
                <a:spcPct val="0"/>
              </a:spcBef>
              <a:buSzTx/>
              <a:buFontTx/>
              <a:buNone/>
            </a:pPr>
            <a:r>
              <a:rPr lang="en-US" sz="2200" dirty="0"/>
              <a:t>7. System submits the email to the email server</a:t>
            </a:r>
            <a:endParaRPr lang="en-GB" sz="2200" dirty="0"/>
          </a:p>
        </p:txBody>
      </p:sp>
      <p:sp>
        <p:nvSpPr>
          <p:cNvPr id="4" name="Slide Number Placeholder 3"/>
          <p:cNvSpPr>
            <a:spLocks noGrp="1"/>
          </p:cNvSpPr>
          <p:nvPr>
            <p:ph type="sldNum" sz="quarter" idx="12"/>
          </p:nvPr>
        </p:nvSpPr>
        <p:spPr/>
        <p:txBody>
          <a:bodyPr/>
          <a:lstStyle/>
          <a:p>
            <a:pPr>
              <a:defRPr/>
            </a:pPr>
            <a:fld id="{C07FC5DA-4482-4AD7-A23A-324B93506508}" type="slidenum">
              <a:rPr lang="en-US" smtClean="0"/>
              <a:pPr>
                <a:defRPr/>
              </a:pPr>
              <a:t>15</a:t>
            </a:fld>
            <a:endParaRPr 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96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8200" y="2133600"/>
            <a:ext cx="2114550" cy="210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9699" name="Rectangle 3"/>
          <p:cNvSpPr>
            <a:spLocks noGrp="1" noChangeArrowheads="1"/>
          </p:cNvSpPr>
          <p:nvPr>
            <p:ph type="title"/>
          </p:nvPr>
        </p:nvSpPr>
        <p:spPr>
          <a:xfrm>
            <a:off x="444500" y="469900"/>
            <a:ext cx="8229600" cy="990600"/>
          </a:xfrm>
        </p:spPr>
        <p:txBody>
          <a:bodyPr/>
          <a:lstStyle/>
          <a:p>
            <a:pPr eaLnBrk="1" hangingPunct="1"/>
            <a:r>
              <a:rPr lang="en-GB" dirty="0"/>
              <a:t>Starting The Diagram</a:t>
            </a:r>
          </a:p>
        </p:txBody>
      </p:sp>
      <p:sp>
        <p:nvSpPr>
          <p:cNvPr id="29700" name="Rectangle 4"/>
          <p:cNvSpPr>
            <a:spLocks noGrp="1" noChangeArrowheads="1"/>
          </p:cNvSpPr>
          <p:nvPr>
            <p:ph idx="1"/>
          </p:nvPr>
        </p:nvSpPr>
        <p:spPr>
          <a:xfrm>
            <a:off x="457200" y="1460500"/>
            <a:ext cx="8229600" cy="5016500"/>
          </a:xfrm>
        </p:spPr>
        <p:txBody>
          <a:bodyPr/>
          <a:lstStyle/>
          <a:p>
            <a:pPr algn="just" eaLnBrk="1" hangingPunct="1"/>
            <a:r>
              <a:rPr lang="en-US" sz="2200" dirty="0"/>
              <a:t>If this is an interactive scenario, we always have an actor driving it</a:t>
            </a:r>
            <a:endParaRPr lang="en-GB" sz="2200" dirty="0"/>
          </a:p>
        </p:txBody>
      </p:sp>
      <p:sp>
        <p:nvSpPr>
          <p:cNvPr id="4" name="Slide Number Placeholder 3"/>
          <p:cNvSpPr>
            <a:spLocks noGrp="1"/>
          </p:cNvSpPr>
          <p:nvPr>
            <p:ph type="sldNum" sz="quarter" idx="12"/>
          </p:nvPr>
        </p:nvSpPr>
        <p:spPr/>
        <p:txBody>
          <a:bodyPr/>
          <a:lstStyle/>
          <a:p>
            <a:pPr>
              <a:defRPr/>
            </a:pPr>
            <a:fld id="{C07FC5DA-4482-4AD7-A23A-324B93506508}" type="slidenum">
              <a:rPr lang="en-US" smtClean="0"/>
              <a:pPr>
                <a:defRPr/>
              </a:pPr>
              <a:t>16</a:t>
            </a:fld>
            <a:endParaRPr lang="en-US"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19200" y="1712913"/>
            <a:ext cx="4500563" cy="2301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723" name="Rectangle 3"/>
          <p:cNvSpPr>
            <a:spLocks noGrp="1" noChangeArrowheads="1"/>
          </p:cNvSpPr>
          <p:nvPr>
            <p:ph type="title"/>
          </p:nvPr>
        </p:nvSpPr>
        <p:spPr>
          <a:xfrm>
            <a:off x="457200" y="457200"/>
            <a:ext cx="8229600" cy="990600"/>
          </a:xfrm>
        </p:spPr>
        <p:txBody>
          <a:bodyPr/>
          <a:lstStyle/>
          <a:p>
            <a:pPr eaLnBrk="1" hangingPunct="1"/>
            <a:r>
              <a:rPr lang="en-GB" dirty="0"/>
              <a:t>Add Objects</a:t>
            </a:r>
          </a:p>
        </p:txBody>
      </p:sp>
      <p:sp>
        <p:nvSpPr>
          <p:cNvPr id="30724" name="Rectangle 4"/>
          <p:cNvSpPr>
            <a:spLocks noGrp="1" noChangeArrowheads="1"/>
          </p:cNvSpPr>
          <p:nvPr>
            <p:ph idx="1"/>
          </p:nvPr>
        </p:nvSpPr>
        <p:spPr>
          <a:xfrm>
            <a:off x="457200" y="1282700"/>
            <a:ext cx="8229600" cy="5194300"/>
          </a:xfrm>
        </p:spPr>
        <p:txBody>
          <a:bodyPr/>
          <a:lstStyle/>
          <a:p>
            <a:pPr algn="ctr" eaLnBrk="1" hangingPunct="1">
              <a:buFontTx/>
              <a:buNone/>
            </a:pPr>
            <a:r>
              <a:rPr lang="en-US" sz="2200" dirty="0"/>
              <a:t>The first interaction is with the icon bar, which we can treat as an </a:t>
            </a:r>
          </a:p>
          <a:p>
            <a:pPr algn="ctr" eaLnBrk="1" hangingPunct="1">
              <a:buFontTx/>
              <a:buNone/>
            </a:pPr>
            <a:r>
              <a:rPr lang="en-US" sz="2200" dirty="0"/>
              <a:t>object</a:t>
            </a:r>
            <a:endParaRPr lang="en-GB" sz="2200" dirty="0"/>
          </a:p>
        </p:txBody>
      </p:sp>
      <p:sp>
        <p:nvSpPr>
          <p:cNvPr id="4" name="Slide Number Placeholder 3"/>
          <p:cNvSpPr>
            <a:spLocks noGrp="1"/>
          </p:cNvSpPr>
          <p:nvPr>
            <p:ph type="sldNum" sz="quarter" idx="12"/>
          </p:nvPr>
        </p:nvSpPr>
        <p:spPr/>
        <p:txBody>
          <a:bodyPr/>
          <a:lstStyle/>
          <a:p>
            <a:pPr>
              <a:defRPr/>
            </a:pPr>
            <a:fld id="{C07FC5DA-4482-4AD7-A23A-324B93506508}" type="slidenum">
              <a:rPr lang="en-US" smtClean="0"/>
              <a:pPr>
                <a:defRPr/>
              </a:pPr>
              <a:t>17</a:t>
            </a:fld>
            <a:endParaRPr lang="en-US"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174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00200" y="1752600"/>
            <a:ext cx="3205163" cy="2867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1747" name="Rectangle 3"/>
          <p:cNvSpPr>
            <a:spLocks noGrp="1" noChangeArrowheads="1"/>
          </p:cNvSpPr>
          <p:nvPr>
            <p:ph type="title"/>
          </p:nvPr>
        </p:nvSpPr>
        <p:spPr>
          <a:xfrm>
            <a:off x="457200" y="444500"/>
            <a:ext cx="8229600" cy="990600"/>
          </a:xfrm>
        </p:spPr>
        <p:txBody>
          <a:bodyPr/>
          <a:lstStyle/>
          <a:p>
            <a:pPr eaLnBrk="1" hangingPunct="1"/>
            <a:r>
              <a:rPr lang="en-GB" dirty="0"/>
              <a:t>Add Message</a:t>
            </a:r>
          </a:p>
        </p:txBody>
      </p:sp>
      <p:sp>
        <p:nvSpPr>
          <p:cNvPr id="31748" name="Rectangle 4"/>
          <p:cNvSpPr>
            <a:spLocks noGrp="1" noChangeArrowheads="1"/>
          </p:cNvSpPr>
          <p:nvPr>
            <p:ph idx="1"/>
          </p:nvPr>
        </p:nvSpPr>
        <p:spPr>
          <a:xfrm>
            <a:off x="457200" y="1320800"/>
            <a:ext cx="8229600" cy="5156200"/>
          </a:xfrm>
        </p:spPr>
        <p:txBody>
          <a:bodyPr/>
          <a:lstStyle/>
          <a:p>
            <a:pPr algn="ctr" eaLnBrk="1" hangingPunct="1">
              <a:buFontTx/>
              <a:buNone/>
            </a:pPr>
            <a:r>
              <a:rPr lang="en-US" dirty="0"/>
              <a:t>The user talks to the icon bar</a:t>
            </a:r>
            <a:endParaRPr lang="en-GB" dirty="0"/>
          </a:p>
        </p:txBody>
      </p:sp>
      <p:sp>
        <p:nvSpPr>
          <p:cNvPr id="4" name="Slide Number Placeholder 3"/>
          <p:cNvSpPr>
            <a:spLocks noGrp="1"/>
          </p:cNvSpPr>
          <p:nvPr>
            <p:ph type="sldNum" sz="quarter" idx="12"/>
          </p:nvPr>
        </p:nvSpPr>
        <p:spPr/>
        <p:txBody>
          <a:bodyPr/>
          <a:lstStyle/>
          <a:p>
            <a:pPr>
              <a:defRPr/>
            </a:pPr>
            <a:fld id="{C07FC5DA-4482-4AD7-A23A-324B93506508}" type="slidenum">
              <a:rPr lang="en-US" smtClean="0"/>
              <a:pPr>
                <a:defRPr/>
              </a:pPr>
              <a:t>18</a:t>
            </a:fld>
            <a:endParaRPr lang="en-US"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4"/>
          <p:cNvSpPr>
            <a:spLocks noGrp="1" noChangeArrowheads="1"/>
          </p:cNvSpPr>
          <p:nvPr>
            <p:ph type="title"/>
          </p:nvPr>
        </p:nvSpPr>
        <p:spPr>
          <a:xfrm>
            <a:off x="457200" y="419100"/>
            <a:ext cx="8229600" cy="990600"/>
          </a:xfrm>
        </p:spPr>
        <p:txBody>
          <a:bodyPr/>
          <a:lstStyle/>
          <a:p>
            <a:pPr eaLnBrk="1" hangingPunct="1"/>
            <a:r>
              <a:rPr lang="en-US" dirty="0"/>
              <a:t>Label The Communication</a:t>
            </a:r>
            <a:endParaRPr lang="en-GB" dirty="0"/>
          </a:p>
        </p:txBody>
      </p:sp>
      <p:sp>
        <p:nvSpPr>
          <p:cNvPr id="49154" name="Text Box 2"/>
          <p:cNvSpPr>
            <a:spLocks noGrp="1" noChangeArrowheads="1"/>
          </p:cNvSpPr>
          <p:nvPr>
            <p:ph idx="1"/>
          </p:nvPr>
        </p:nvSpPr>
        <p:spPr>
          <a:xfrm>
            <a:off x="381000" y="990600"/>
            <a:ext cx="8382000" cy="5105400"/>
          </a:xfrm>
        </p:spPr>
        <p:txBody>
          <a:bodyPr>
            <a:normAutofit/>
          </a:bodyPr>
          <a:lstStyle/>
          <a:p>
            <a:pPr marL="274320" indent="-3175" algn="just" eaLnBrk="1" fontAlgn="auto" hangingPunct="1">
              <a:spcBef>
                <a:spcPct val="0"/>
              </a:spcBef>
              <a:spcAft>
                <a:spcPts val="0"/>
              </a:spcAft>
              <a:buSzTx/>
              <a:buFontTx/>
              <a:buNone/>
              <a:defRPr/>
            </a:pPr>
            <a:endParaRPr lang="en-US" dirty="0"/>
          </a:p>
          <a:p>
            <a:pPr marL="274320" indent="-3175" algn="just" eaLnBrk="1" fontAlgn="auto" hangingPunct="1">
              <a:spcBef>
                <a:spcPct val="0"/>
              </a:spcBef>
              <a:spcAft>
                <a:spcPts val="0"/>
              </a:spcAft>
              <a:buSzTx/>
              <a:buFontTx/>
              <a:buNone/>
              <a:defRPr/>
            </a:pPr>
            <a:endParaRPr lang="en-US" dirty="0"/>
          </a:p>
          <a:p>
            <a:pPr marL="274320" indent="-3175" algn="just" eaLnBrk="1" fontAlgn="auto" hangingPunct="1">
              <a:spcBef>
                <a:spcPct val="0"/>
              </a:spcBef>
              <a:spcAft>
                <a:spcPts val="0"/>
              </a:spcAft>
              <a:buSzTx/>
              <a:buFontTx/>
              <a:buNone/>
              <a:defRPr/>
            </a:pPr>
            <a:endParaRPr lang="en-US" dirty="0"/>
          </a:p>
          <a:p>
            <a:pPr marL="274320" indent="-3175" algn="just" eaLnBrk="1" fontAlgn="auto" hangingPunct="1">
              <a:spcBef>
                <a:spcPct val="0"/>
              </a:spcBef>
              <a:spcAft>
                <a:spcPts val="0"/>
              </a:spcAft>
              <a:buSzTx/>
              <a:buFontTx/>
              <a:buNone/>
              <a:defRPr/>
            </a:pPr>
            <a:endParaRPr lang="en-US" dirty="0"/>
          </a:p>
          <a:p>
            <a:pPr marL="274320" indent="-3175" algn="just" eaLnBrk="1" fontAlgn="auto" hangingPunct="1">
              <a:spcBef>
                <a:spcPct val="0"/>
              </a:spcBef>
              <a:spcAft>
                <a:spcPts val="0"/>
              </a:spcAft>
              <a:buSzTx/>
              <a:buFontTx/>
              <a:buNone/>
              <a:defRPr/>
            </a:pPr>
            <a:endParaRPr lang="en-US" dirty="0"/>
          </a:p>
          <a:p>
            <a:pPr marL="274320" indent="-3175" algn="just" eaLnBrk="1" fontAlgn="auto" hangingPunct="1">
              <a:spcBef>
                <a:spcPct val="0"/>
              </a:spcBef>
              <a:spcAft>
                <a:spcPts val="0"/>
              </a:spcAft>
              <a:buSzTx/>
              <a:buFontTx/>
              <a:buNone/>
              <a:defRPr/>
            </a:pPr>
            <a:endParaRPr lang="en-US" dirty="0"/>
          </a:p>
          <a:p>
            <a:pPr marL="274320" indent="-3175" algn="just" eaLnBrk="1" fontAlgn="auto" hangingPunct="1">
              <a:spcBef>
                <a:spcPct val="0"/>
              </a:spcBef>
              <a:spcAft>
                <a:spcPts val="0"/>
              </a:spcAft>
              <a:buSzTx/>
              <a:buFontTx/>
              <a:buNone/>
              <a:defRPr/>
            </a:pPr>
            <a:endParaRPr lang="en-US" dirty="0"/>
          </a:p>
          <a:p>
            <a:pPr marL="274320" indent="-3175" algn="just" eaLnBrk="1" fontAlgn="auto" hangingPunct="1">
              <a:spcBef>
                <a:spcPct val="0"/>
              </a:spcBef>
              <a:spcAft>
                <a:spcPts val="0"/>
              </a:spcAft>
              <a:buSzTx/>
              <a:buFontTx/>
              <a:buNone/>
              <a:defRPr/>
            </a:pPr>
            <a:endParaRPr lang="en-US" dirty="0"/>
          </a:p>
          <a:p>
            <a:pPr marL="274320" indent="-3175" algn="just" eaLnBrk="1" fontAlgn="auto" hangingPunct="1">
              <a:spcBef>
                <a:spcPct val="0"/>
              </a:spcBef>
              <a:spcAft>
                <a:spcPts val="0"/>
              </a:spcAft>
              <a:buSzTx/>
              <a:buFontTx/>
              <a:buNone/>
              <a:defRPr/>
            </a:pPr>
            <a:endParaRPr lang="en-US" dirty="0"/>
          </a:p>
          <a:p>
            <a:pPr marL="274320" indent="-3175" algn="just" eaLnBrk="1" fontAlgn="auto" hangingPunct="1">
              <a:spcBef>
                <a:spcPct val="0"/>
              </a:spcBef>
              <a:spcAft>
                <a:spcPts val="0"/>
              </a:spcAft>
              <a:buSzTx/>
              <a:buFontTx/>
              <a:buNone/>
              <a:defRPr/>
            </a:pPr>
            <a:endParaRPr lang="en-US" dirty="0"/>
          </a:p>
          <a:p>
            <a:pPr marL="274320" indent="-3175" algn="just" eaLnBrk="1" fontAlgn="auto" hangingPunct="1">
              <a:spcBef>
                <a:spcPct val="0"/>
              </a:spcBef>
              <a:spcAft>
                <a:spcPts val="0"/>
              </a:spcAft>
              <a:buSzTx/>
              <a:buFontTx/>
              <a:buNone/>
              <a:defRPr/>
            </a:pPr>
            <a:endParaRPr lang="en-US" dirty="0"/>
          </a:p>
          <a:p>
            <a:pPr marL="274320" indent="-3175" algn="just" eaLnBrk="1" fontAlgn="auto" hangingPunct="1">
              <a:spcBef>
                <a:spcPct val="0"/>
              </a:spcBef>
              <a:spcAft>
                <a:spcPts val="0"/>
              </a:spcAft>
              <a:buSzTx/>
              <a:buFontTx/>
              <a:buNone/>
              <a:defRPr/>
            </a:pPr>
            <a:r>
              <a:rPr lang="en-US" sz="2200" dirty="0"/>
              <a:t>Remember that actors can only communicate with interface objects such as screens, menus and icon bars.</a:t>
            </a:r>
          </a:p>
        </p:txBody>
      </p:sp>
      <p:pic>
        <p:nvPicPr>
          <p:cNvPr id="32772"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19400" y="1600200"/>
            <a:ext cx="2824163" cy="2730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Slide Number Placeholder 3"/>
          <p:cNvSpPr>
            <a:spLocks noGrp="1"/>
          </p:cNvSpPr>
          <p:nvPr>
            <p:ph type="sldNum" sz="quarter" idx="12"/>
          </p:nvPr>
        </p:nvSpPr>
        <p:spPr/>
        <p:txBody>
          <a:bodyPr/>
          <a:lstStyle/>
          <a:p>
            <a:pPr>
              <a:defRPr/>
            </a:pPr>
            <a:fld id="{C07FC5DA-4482-4AD7-A23A-324B93506508}" type="slidenum">
              <a:rPr lang="en-US" smtClean="0"/>
              <a:pPr>
                <a:defRPr/>
              </a:pPr>
              <a:t>19</a:t>
            </a:fld>
            <a:endParaRPr lang="en-US"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5"/>
          <p:cNvSpPr>
            <a:spLocks noGrp="1" noChangeArrowheads="1"/>
          </p:cNvSpPr>
          <p:nvPr>
            <p:ph type="title"/>
          </p:nvPr>
        </p:nvSpPr>
        <p:spPr>
          <a:xfrm>
            <a:off x="457200" y="381000"/>
            <a:ext cx="8229600" cy="990600"/>
          </a:xfrm>
        </p:spPr>
        <p:txBody>
          <a:bodyPr/>
          <a:lstStyle/>
          <a:p>
            <a:pPr eaLnBrk="1" hangingPunct="1"/>
            <a:r>
              <a:rPr lang="en-US" dirty="0"/>
              <a:t>The icon bar has some work to do. </a:t>
            </a:r>
            <a:endParaRPr lang="en-GB" dirty="0"/>
          </a:p>
        </p:txBody>
      </p:sp>
      <p:sp>
        <p:nvSpPr>
          <p:cNvPr id="33795" name="Rectangle 2"/>
          <p:cNvSpPr>
            <a:spLocks noGrp="1" noChangeArrowheads="1"/>
          </p:cNvSpPr>
          <p:nvPr>
            <p:ph idx="1"/>
          </p:nvPr>
        </p:nvSpPr>
        <p:spPr>
          <a:xfrm>
            <a:off x="381000" y="1206500"/>
            <a:ext cx="8382000" cy="5461000"/>
          </a:xfrm>
        </p:spPr>
        <p:txBody>
          <a:bodyPr/>
          <a:lstStyle/>
          <a:p>
            <a:pPr algn="ctr" eaLnBrk="1" hangingPunct="1">
              <a:buFontTx/>
              <a:buNone/>
            </a:pPr>
            <a:r>
              <a:rPr lang="en-US" dirty="0"/>
              <a:t>It creates an email page.</a:t>
            </a:r>
          </a:p>
          <a:p>
            <a:pPr eaLnBrk="1" hangingPunct="1"/>
            <a:endParaRPr lang="en-US" dirty="0"/>
          </a:p>
          <a:p>
            <a:pPr eaLnBrk="1" hangingPunct="1"/>
            <a:endParaRPr lang="en-US" dirty="0"/>
          </a:p>
          <a:p>
            <a:pPr eaLnBrk="1" hangingPunct="1"/>
            <a:endParaRPr lang="en-US" dirty="0"/>
          </a:p>
          <a:p>
            <a:pPr eaLnBrk="1" hangingPunct="1"/>
            <a:endParaRPr lang="en-US" dirty="0"/>
          </a:p>
          <a:p>
            <a:pPr eaLnBrk="1" hangingPunct="1"/>
            <a:endParaRPr lang="en-US" dirty="0"/>
          </a:p>
          <a:p>
            <a:pPr eaLnBrk="1" hangingPunct="1"/>
            <a:endParaRPr lang="en-US" dirty="0"/>
          </a:p>
          <a:p>
            <a:pPr eaLnBrk="1" hangingPunct="1"/>
            <a:endParaRPr lang="en-US" dirty="0"/>
          </a:p>
          <a:p>
            <a:pPr eaLnBrk="1" hangingPunct="1"/>
            <a:endParaRPr lang="en-US" dirty="0"/>
          </a:p>
          <a:p>
            <a:pPr eaLnBrk="1" hangingPunct="1"/>
            <a:endParaRPr lang="en-US" dirty="0"/>
          </a:p>
          <a:p>
            <a:pPr algn="ctr" eaLnBrk="1" hangingPunct="1">
              <a:buFontTx/>
              <a:buNone/>
            </a:pPr>
            <a:r>
              <a:rPr lang="en-US" dirty="0"/>
              <a:t>Now the user can see the email page and use it.</a:t>
            </a:r>
            <a:endParaRPr lang="en-GB" dirty="0"/>
          </a:p>
        </p:txBody>
      </p:sp>
      <p:sp>
        <p:nvSpPr>
          <p:cNvPr id="33796" name="Text Box 3"/>
          <p:cNvSpPr txBox="1">
            <a:spLocks noChangeArrowheads="1"/>
          </p:cNvSpPr>
          <p:nvPr/>
        </p:nvSpPr>
        <p:spPr bwMode="auto">
          <a:xfrm>
            <a:off x="441325" y="346075"/>
            <a:ext cx="184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b="1">
                <a:solidFill>
                  <a:schemeClr val="tx1"/>
                </a:solidFill>
                <a:latin typeface="Arial" charset="0"/>
              </a:defRPr>
            </a:lvl1pPr>
            <a:lvl2pPr marL="742950" indent="-285750">
              <a:defRPr b="1">
                <a:solidFill>
                  <a:schemeClr val="tx1"/>
                </a:solidFill>
                <a:latin typeface="Arial" charset="0"/>
              </a:defRPr>
            </a:lvl2pPr>
            <a:lvl3pPr marL="1143000" indent="-228600">
              <a:defRPr b="1">
                <a:solidFill>
                  <a:schemeClr val="tx1"/>
                </a:solidFill>
                <a:latin typeface="Arial" charset="0"/>
              </a:defRPr>
            </a:lvl3pPr>
            <a:lvl4pPr marL="1600200" indent="-228600">
              <a:defRPr b="1">
                <a:solidFill>
                  <a:schemeClr val="tx1"/>
                </a:solidFill>
                <a:latin typeface="Arial" charset="0"/>
              </a:defRPr>
            </a:lvl4pPr>
            <a:lvl5pPr marL="2057400" indent="-228600">
              <a:defRPr b="1">
                <a:solidFill>
                  <a:schemeClr val="tx1"/>
                </a:solidFill>
                <a:latin typeface="Arial" charset="0"/>
              </a:defRPr>
            </a:lvl5pPr>
            <a:lvl6pPr marL="2514600" indent="-228600" eaLnBrk="0" fontAlgn="base" hangingPunct="0">
              <a:spcBef>
                <a:spcPct val="0"/>
              </a:spcBef>
              <a:spcAft>
                <a:spcPct val="0"/>
              </a:spcAft>
              <a:defRPr b="1">
                <a:solidFill>
                  <a:schemeClr val="tx1"/>
                </a:solidFill>
                <a:latin typeface="Arial" charset="0"/>
              </a:defRPr>
            </a:lvl6pPr>
            <a:lvl7pPr marL="2971800" indent="-228600" eaLnBrk="0" fontAlgn="base" hangingPunct="0">
              <a:spcBef>
                <a:spcPct val="0"/>
              </a:spcBef>
              <a:spcAft>
                <a:spcPct val="0"/>
              </a:spcAft>
              <a:defRPr b="1">
                <a:solidFill>
                  <a:schemeClr val="tx1"/>
                </a:solidFill>
                <a:latin typeface="Arial" charset="0"/>
              </a:defRPr>
            </a:lvl7pPr>
            <a:lvl8pPr marL="3429000" indent="-228600" eaLnBrk="0" fontAlgn="base" hangingPunct="0">
              <a:spcBef>
                <a:spcPct val="0"/>
              </a:spcBef>
              <a:spcAft>
                <a:spcPct val="0"/>
              </a:spcAft>
              <a:defRPr b="1">
                <a:solidFill>
                  <a:schemeClr val="tx1"/>
                </a:solidFill>
                <a:latin typeface="Arial" charset="0"/>
              </a:defRPr>
            </a:lvl8pPr>
            <a:lvl9pPr marL="3886200" indent="-228600" eaLnBrk="0" fontAlgn="base" hangingPunct="0">
              <a:spcBef>
                <a:spcPct val="0"/>
              </a:spcBef>
              <a:spcAft>
                <a:spcPct val="0"/>
              </a:spcAft>
              <a:defRPr b="1">
                <a:solidFill>
                  <a:schemeClr val="tx1"/>
                </a:solidFill>
                <a:latin typeface="Arial" charset="0"/>
              </a:defRPr>
            </a:lvl9pPr>
          </a:lstStyle>
          <a:p>
            <a:endParaRPr lang="en-GB" sz="2400" b="0">
              <a:latin typeface="Times New Roman" pitchFamily="18" charset="0"/>
            </a:endParaRPr>
          </a:p>
        </p:txBody>
      </p:sp>
      <p:pic>
        <p:nvPicPr>
          <p:cNvPr id="33797"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00200" y="1600200"/>
            <a:ext cx="4711700" cy="3368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Slide Number Placeholder 3"/>
          <p:cNvSpPr>
            <a:spLocks noGrp="1"/>
          </p:cNvSpPr>
          <p:nvPr>
            <p:ph type="sldNum" sz="quarter" idx="12"/>
          </p:nvPr>
        </p:nvSpPr>
        <p:spPr/>
        <p:txBody>
          <a:bodyPr/>
          <a:lstStyle/>
          <a:p>
            <a:pPr>
              <a:defRPr/>
            </a:pPr>
            <a:fld id="{C07FC5DA-4482-4AD7-A23A-324B93506508}" type="slidenum">
              <a:rPr lang="en-US" smtClean="0"/>
              <a:pPr>
                <a:defRPr/>
              </a:pPr>
              <a:t>20</a:t>
            </a:fld>
            <a:endParaRPr lang="en-US"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410" name="Text Box 2"/>
          <p:cNvSpPr txBox="1">
            <a:spLocks noChangeArrowheads="1"/>
          </p:cNvSpPr>
          <p:nvPr/>
        </p:nvSpPr>
        <p:spPr bwMode="auto">
          <a:xfrm>
            <a:off x="457201" y="392113"/>
            <a:ext cx="8089899" cy="954107"/>
          </a:xfrm>
          <a:prstGeom prst="rect">
            <a:avLst/>
          </a:prstGeom>
          <a:noFill/>
          <a:ln>
            <a:noFill/>
          </a:ln>
          <a:effectLst/>
        </p:spPr>
        <p:txBody>
          <a:bodyPr wrap="square">
            <a:spAutoFit/>
          </a:bodyPr>
          <a:lstStyle/>
          <a:p>
            <a:pPr>
              <a:defRPr/>
            </a:pPr>
            <a:r>
              <a:rPr lang="en-US" sz="2800" b="0" dirty="0">
                <a:solidFill>
                  <a:schemeClr val="tx2"/>
                </a:solidFill>
              </a:rPr>
              <a:t>The next three steps are filling in the details on the email page</a:t>
            </a:r>
          </a:p>
        </p:txBody>
      </p:sp>
      <p:pic>
        <p:nvPicPr>
          <p:cNvPr id="34819"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52600" y="1371600"/>
            <a:ext cx="4953000" cy="4926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Slide Number Placeholder 3"/>
          <p:cNvSpPr>
            <a:spLocks noGrp="1"/>
          </p:cNvSpPr>
          <p:nvPr>
            <p:ph type="sldNum" sz="quarter" idx="12"/>
          </p:nvPr>
        </p:nvSpPr>
        <p:spPr/>
        <p:txBody>
          <a:bodyPr/>
          <a:lstStyle/>
          <a:p>
            <a:pPr>
              <a:defRPr/>
            </a:pPr>
            <a:fld id="{E7630577-EB5C-484F-87A5-E58091D6A0AD}" type="slidenum">
              <a:rPr lang="en-US" smtClean="0"/>
              <a:pPr>
                <a:defRPr/>
              </a:pPr>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584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81200" y="1219200"/>
            <a:ext cx="4286250" cy="4743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5843" name="Text Box 3"/>
          <p:cNvSpPr txBox="1">
            <a:spLocks noChangeArrowheads="1"/>
          </p:cNvSpPr>
          <p:nvPr/>
        </p:nvSpPr>
        <p:spPr bwMode="auto">
          <a:xfrm>
            <a:off x="517525" y="498475"/>
            <a:ext cx="184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b="1">
                <a:solidFill>
                  <a:schemeClr val="tx1"/>
                </a:solidFill>
                <a:latin typeface="Arial" charset="0"/>
              </a:defRPr>
            </a:lvl1pPr>
            <a:lvl2pPr marL="742950" indent="-285750">
              <a:defRPr b="1">
                <a:solidFill>
                  <a:schemeClr val="tx1"/>
                </a:solidFill>
                <a:latin typeface="Arial" charset="0"/>
              </a:defRPr>
            </a:lvl2pPr>
            <a:lvl3pPr marL="1143000" indent="-228600">
              <a:defRPr b="1">
                <a:solidFill>
                  <a:schemeClr val="tx1"/>
                </a:solidFill>
                <a:latin typeface="Arial" charset="0"/>
              </a:defRPr>
            </a:lvl3pPr>
            <a:lvl4pPr marL="1600200" indent="-228600">
              <a:defRPr b="1">
                <a:solidFill>
                  <a:schemeClr val="tx1"/>
                </a:solidFill>
                <a:latin typeface="Arial" charset="0"/>
              </a:defRPr>
            </a:lvl4pPr>
            <a:lvl5pPr marL="2057400" indent="-228600">
              <a:defRPr b="1">
                <a:solidFill>
                  <a:schemeClr val="tx1"/>
                </a:solidFill>
                <a:latin typeface="Arial" charset="0"/>
              </a:defRPr>
            </a:lvl5pPr>
            <a:lvl6pPr marL="2514600" indent="-228600" eaLnBrk="0" fontAlgn="base" hangingPunct="0">
              <a:spcBef>
                <a:spcPct val="0"/>
              </a:spcBef>
              <a:spcAft>
                <a:spcPct val="0"/>
              </a:spcAft>
              <a:defRPr b="1">
                <a:solidFill>
                  <a:schemeClr val="tx1"/>
                </a:solidFill>
                <a:latin typeface="Arial" charset="0"/>
              </a:defRPr>
            </a:lvl6pPr>
            <a:lvl7pPr marL="2971800" indent="-228600" eaLnBrk="0" fontAlgn="base" hangingPunct="0">
              <a:spcBef>
                <a:spcPct val="0"/>
              </a:spcBef>
              <a:spcAft>
                <a:spcPct val="0"/>
              </a:spcAft>
              <a:defRPr b="1">
                <a:solidFill>
                  <a:schemeClr val="tx1"/>
                </a:solidFill>
                <a:latin typeface="Arial" charset="0"/>
              </a:defRPr>
            </a:lvl7pPr>
            <a:lvl8pPr marL="3429000" indent="-228600" eaLnBrk="0" fontAlgn="base" hangingPunct="0">
              <a:spcBef>
                <a:spcPct val="0"/>
              </a:spcBef>
              <a:spcAft>
                <a:spcPct val="0"/>
              </a:spcAft>
              <a:defRPr b="1">
                <a:solidFill>
                  <a:schemeClr val="tx1"/>
                </a:solidFill>
                <a:latin typeface="Arial" charset="0"/>
              </a:defRPr>
            </a:lvl8pPr>
            <a:lvl9pPr marL="3886200" indent="-228600" eaLnBrk="0" fontAlgn="base" hangingPunct="0">
              <a:spcBef>
                <a:spcPct val="0"/>
              </a:spcBef>
              <a:spcAft>
                <a:spcPct val="0"/>
              </a:spcAft>
              <a:defRPr b="1">
                <a:solidFill>
                  <a:schemeClr val="tx1"/>
                </a:solidFill>
                <a:latin typeface="Arial" charset="0"/>
              </a:defRPr>
            </a:lvl9pPr>
          </a:lstStyle>
          <a:p>
            <a:endParaRPr lang="en-GB" sz="2400" b="0">
              <a:latin typeface="Times New Roman" pitchFamily="18" charset="0"/>
            </a:endParaRPr>
          </a:p>
        </p:txBody>
      </p:sp>
      <p:sp>
        <p:nvSpPr>
          <p:cNvPr id="35844" name="Rectangle 4"/>
          <p:cNvSpPr>
            <a:spLocks noGrp="1" noChangeArrowheads="1"/>
          </p:cNvSpPr>
          <p:nvPr>
            <p:ph type="title"/>
          </p:nvPr>
        </p:nvSpPr>
        <p:spPr>
          <a:xfrm>
            <a:off x="457200" y="431800"/>
            <a:ext cx="8229600" cy="990600"/>
          </a:xfrm>
        </p:spPr>
        <p:txBody>
          <a:bodyPr/>
          <a:lstStyle/>
          <a:p>
            <a:pPr eaLnBrk="1" hangingPunct="1"/>
            <a:r>
              <a:rPr lang="en-US" dirty="0"/>
              <a:t>The User then clicks Send</a:t>
            </a:r>
            <a:endParaRPr lang="en-GB" dirty="0"/>
          </a:p>
        </p:txBody>
      </p:sp>
      <p:sp>
        <p:nvSpPr>
          <p:cNvPr id="4" name="Slide Number Placeholder 3"/>
          <p:cNvSpPr>
            <a:spLocks noGrp="1"/>
          </p:cNvSpPr>
          <p:nvPr>
            <p:ph type="sldNum" sz="quarter" idx="12"/>
          </p:nvPr>
        </p:nvSpPr>
        <p:spPr/>
        <p:txBody>
          <a:bodyPr/>
          <a:lstStyle/>
          <a:p>
            <a:pPr>
              <a:defRPr/>
            </a:pPr>
            <a:fld id="{5984B1E9-F293-43F0-AC6B-13CB47FC238E}" type="slidenum">
              <a:rPr lang="en-US" smtClean="0"/>
              <a:pPr>
                <a:defRPr/>
              </a:pPr>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686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95400" y="1041400"/>
            <a:ext cx="5918200" cy="4743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6867" name="Text Box 3"/>
          <p:cNvSpPr txBox="1">
            <a:spLocks noChangeArrowheads="1"/>
          </p:cNvSpPr>
          <p:nvPr/>
        </p:nvSpPr>
        <p:spPr bwMode="auto">
          <a:xfrm>
            <a:off x="288925" y="346075"/>
            <a:ext cx="184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b="1">
                <a:solidFill>
                  <a:schemeClr val="tx1"/>
                </a:solidFill>
                <a:latin typeface="Arial" charset="0"/>
              </a:defRPr>
            </a:lvl1pPr>
            <a:lvl2pPr marL="742950" indent="-285750">
              <a:defRPr b="1">
                <a:solidFill>
                  <a:schemeClr val="tx1"/>
                </a:solidFill>
                <a:latin typeface="Arial" charset="0"/>
              </a:defRPr>
            </a:lvl2pPr>
            <a:lvl3pPr marL="1143000" indent="-228600">
              <a:defRPr b="1">
                <a:solidFill>
                  <a:schemeClr val="tx1"/>
                </a:solidFill>
                <a:latin typeface="Arial" charset="0"/>
              </a:defRPr>
            </a:lvl3pPr>
            <a:lvl4pPr marL="1600200" indent="-228600">
              <a:defRPr b="1">
                <a:solidFill>
                  <a:schemeClr val="tx1"/>
                </a:solidFill>
                <a:latin typeface="Arial" charset="0"/>
              </a:defRPr>
            </a:lvl4pPr>
            <a:lvl5pPr marL="2057400" indent="-228600">
              <a:defRPr b="1">
                <a:solidFill>
                  <a:schemeClr val="tx1"/>
                </a:solidFill>
                <a:latin typeface="Arial" charset="0"/>
              </a:defRPr>
            </a:lvl5pPr>
            <a:lvl6pPr marL="2514600" indent="-228600" eaLnBrk="0" fontAlgn="base" hangingPunct="0">
              <a:spcBef>
                <a:spcPct val="0"/>
              </a:spcBef>
              <a:spcAft>
                <a:spcPct val="0"/>
              </a:spcAft>
              <a:defRPr b="1">
                <a:solidFill>
                  <a:schemeClr val="tx1"/>
                </a:solidFill>
                <a:latin typeface="Arial" charset="0"/>
              </a:defRPr>
            </a:lvl6pPr>
            <a:lvl7pPr marL="2971800" indent="-228600" eaLnBrk="0" fontAlgn="base" hangingPunct="0">
              <a:spcBef>
                <a:spcPct val="0"/>
              </a:spcBef>
              <a:spcAft>
                <a:spcPct val="0"/>
              </a:spcAft>
              <a:defRPr b="1">
                <a:solidFill>
                  <a:schemeClr val="tx1"/>
                </a:solidFill>
                <a:latin typeface="Arial" charset="0"/>
              </a:defRPr>
            </a:lvl7pPr>
            <a:lvl8pPr marL="3429000" indent="-228600" eaLnBrk="0" fontAlgn="base" hangingPunct="0">
              <a:spcBef>
                <a:spcPct val="0"/>
              </a:spcBef>
              <a:spcAft>
                <a:spcPct val="0"/>
              </a:spcAft>
              <a:defRPr b="1">
                <a:solidFill>
                  <a:schemeClr val="tx1"/>
                </a:solidFill>
                <a:latin typeface="Arial" charset="0"/>
              </a:defRPr>
            </a:lvl8pPr>
            <a:lvl9pPr marL="3886200" indent="-228600" eaLnBrk="0" fontAlgn="base" hangingPunct="0">
              <a:spcBef>
                <a:spcPct val="0"/>
              </a:spcBef>
              <a:spcAft>
                <a:spcPct val="0"/>
              </a:spcAft>
              <a:defRPr b="1">
                <a:solidFill>
                  <a:schemeClr val="tx1"/>
                </a:solidFill>
                <a:latin typeface="Arial" charset="0"/>
              </a:defRPr>
            </a:lvl9pPr>
          </a:lstStyle>
          <a:p>
            <a:endParaRPr lang="en-GB" sz="2400" b="0">
              <a:latin typeface="Times New Roman" pitchFamily="18" charset="0"/>
            </a:endParaRPr>
          </a:p>
        </p:txBody>
      </p:sp>
      <p:sp>
        <p:nvSpPr>
          <p:cNvPr id="36868" name="Text Box 4"/>
          <p:cNvSpPr txBox="1">
            <a:spLocks noChangeArrowheads="1"/>
          </p:cNvSpPr>
          <p:nvPr/>
        </p:nvSpPr>
        <p:spPr bwMode="auto">
          <a:xfrm>
            <a:off x="762000" y="5727700"/>
            <a:ext cx="7712075" cy="769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a:solidFill>
                  <a:schemeClr val="tx1"/>
                </a:solidFill>
                <a:latin typeface="Arial" charset="0"/>
              </a:defRPr>
            </a:lvl1pPr>
            <a:lvl2pPr marL="742950" indent="-285750">
              <a:defRPr b="1">
                <a:solidFill>
                  <a:schemeClr val="tx1"/>
                </a:solidFill>
                <a:latin typeface="Arial" charset="0"/>
              </a:defRPr>
            </a:lvl2pPr>
            <a:lvl3pPr marL="1143000" indent="-228600">
              <a:defRPr b="1">
                <a:solidFill>
                  <a:schemeClr val="tx1"/>
                </a:solidFill>
                <a:latin typeface="Arial" charset="0"/>
              </a:defRPr>
            </a:lvl3pPr>
            <a:lvl4pPr marL="1600200" indent="-228600">
              <a:defRPr b="1">
                <a:solidFill>
                  <a:schemeClr val="tx1"/>
                </a:solidFill>
                <a:latin typeface="Arial" charset="0"/>
              </a:defRPr>
            </a:lvl4pPr>
            <a:lvl5pPr marL="2057400" indent="-228600">
              <a:defRPr b="1">
                <a:solidFill>
                  <a:schemeClr val="tx1"/>
                </a:solidFill>
                <a:latin typeface="Arial" charset="0"/>
              </a:defRPr>
            </a:lvl5pPr>
            <a:lvl6pPr marL="2514600" indent="-228600" eaLnBrk="0" fontAlgn="base" hangingPunct="0">
              <a:spcBef>
                <a:spcPct val="0"/>
              </a:spcBef>
              <a:spcAft>
                <a:spcPct val="0"/>
              </a:spcAft>
              <a:defRPr b="1">
                <a:solidFill>
                  <a:schemeClr val="tx1"/>
                </a:solidFill>
                <a:latin typeface="Arial" charset="0"/>
              </a:defRPr>
            </a:lvl6pPr>
            <a:lvl7pPr marL="2971800" indent="-228600" eaLnBrk="0" fontAlgn="base" hangingPunct="0">
              <a:spcBef>
                <a:spcPct val="0"/>
              </a:spcBef>
              <a:spcAft>
                <a:spcPct val="0"/>
              </a:spcAft>
              <a:defRPr b="1">
                <a:solidFill>
                  <a:schemeClr val="tx1"/>
                </a:solidFill>
                <a:latin typeface="Arial" charset="0"/>
              </a:defRPr>
            </a:lvl7pPr>
            <a:lvl8pPr marL="3429000" indent="-228600" eaLnBrk="0" fontAlgn="base" hangingPunct="0">
              <a:spcBef>
                <a:spcPct val="0"/>
              </a:spcBef>
              <a:spcAft>
                <a:spcPct val="0"/>
              </a:spcAft>
              <a:defRPr b="1">
                <a:solidFill>
                  <a:schemeClr val="tx1"/>
                </a:solidFill>
                <a:latin typeface="Arial" charset="0"/>
              </a:defRPr>
            </a:lvl8pPr>
            <a:lvl9pPr marL="3886200" indent="-228600" eaLnBrk="0" fontAlgn="base" hangingPunct="0">
              <a:spcBef>
                <a:spcPct val="0"/>
              </a:spcBef>
              <a:spcAft>
                <a:spcPct val="0"/>
              </a:spcAft>
              <a:defRPr b="1">
                <a:solidFill>
                  <a:schemeClr val="tx1"/>
                </a:solidFill>
                <a:latin typeface="Arial" charset="0"/>
              </a:defRPr>
            </a:lvl9pPr>
          </a:lstStyle>
          <a:p>
            <a:pPr algn="just"/>
            <a:r>
              <a:rPr lang="en-US" sz="2200" b="0" dirty="0">
                <a:latin typeface="+mj-lt"/>
              </a:rPr>
              <a:t>We can choose to get the email page to look up the email address from an address book object</a:t>
            </a:r>
          </a:p>
        </p:txBody>
      </p:sp>
      <p:sp>
        <p:nvSpPr>
          <p:cNvPr id="36869" name="Rectangle 5"/>
          <p:cNvSpPr>
            <a:spLocks noGrp="1" noChangeArrowheads="1"/>
          </p:cNvSpPr>
          <p:nvPr>
            <p:ph type="title"/>
          </p:nvPr>
        </p:nvSpPr>
        <p:spPr>
          <a:xfrm>
            <a:off x="457200" y="355600"/>
            <a:ext cx="8229600" cy="990600"/>
          </a:xfrm>
        </p:spPr>
        <p:txBody>
          <a:bodyPr/>
          <a:lstStyle/>
          <a:p>
            <a:pPr eaLnBrk="1" hangingPunct="1"/>
            <a:r>
              <a:rPr lang="en-US" dirty="0"/>
              <a:t>Now consider how to do the sending</a:t>
            </a:r>
            <a:endParaRPr lang="en-GB" dirty="0"/>
          </a:p>
        </p:txBody>
      </p:sp>
      <p:sp>
        <p:nvSpPr>
          <p:cNvPr id="4" name="Slide Number Placeholder 3"/>
          <p:cNvSpPr>
            <a:spLocks noGrp="1"/>
          </p:cNvSpPr>
          <p:nvPr>
            <p:ph type="sldNum" sz="quarter" idx="12"/>
          </p:nvPr>
        </p:nvSpPr>
        <p:spPr/>
        <p:txBody>
          <a:bodyPr/>
          <a:lstStyle/>
          <a:p>
            <a:pPr>
              <a:defRPr/>
            </a:pPr>
            <a:fld id="{5984B1E9-F293-43F0-AC6B-13CB47FC238E}" type="slidenum">
              <a:rPr lang="en-US" smtClean="0"/>
              <a:pPr>
                <a:defRPr/>
              </a:pPr>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789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95400" y="838200"/>
            <a:ext cx="5918200" cy="4743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7891" name="Text Box 3"/>
          <p:cNvSpPr txBox="1">
            <a:spLocks noChangeArrowheads="1"/>
          </p:cNvSpPr>
          <p:nvPr/>
        </p:nvSpPr>
        <p:spPr bwMode="auto">
          <a:xfrm>
            <a:off x="762000" y="5334000"/>
            <a:ext cx="7712075"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a:solidFill>
                  <a:schemeClr val="tx1"/>
                </a:solidFill>
                <a:latin typeface="Arial" charset="0"/>
              </a:defRPr>
            </a:lvl1pPr>
            <a:lvl2pPr marL="742950" indent="-285750">
              <a:defRPr b="1">
                <a:solidFill>
                  <a:schemeClr val="tx1"/>
                </a:solidFill>
                <a:latin typeface="Arial" charset="0"/>
              </a:defRPr>
            </a:lvl2pPr>
            <a:lvl3pPr marL="1143000" indent="-228600">
              <a:defRPr b="1">
                <a:solidFill>
                  <a:schemeClr val="tx1"/>
                </a:solidFill>
                <a:latin typeface="Arial" charset="0"/>
              </a:defRPr>
            </a:lvl3pPr>
            <a:lvl4pPr marL="1600200" indent="-228600">
              <a:defRPr b="1">
                <a:solidFill>
                  <a:schemeClr val="tx1"/>
                </a:solidFill>
                <a:latin typeface="Arial" charset="0"/>
              </a:defRPr>
            </a:lvl4pPr>
            <a:lvl5pPr marL="2057400" indent="-228600">
              <a:defRPr b="1">
                <a:solidFill>
                  <a:schemeClr val="tx1"/>
                </a:solidFill>
                <a:latin typeface="Arial" charset="0"/>
              </a:defRPr>
            </a:lvl5pPr>
            <a:lvl6pPr marL="2514600" indent="-228600" eaLnBrk="0" fontAlgn="base" hangingPunct="0">
              <a:spcBef>
                <a:spcPct val="0"/>
              </a:spcBef>
              <a:spcAft>
                <a:spcPct val="0"/>
              </a:spcAft>
              <a:defRPr b="1">
                <a:solidFill>
                  <a:schemeClr val="tx1"/>
                </a:solidFill>
                <a:latin typeface="Arial" charset="0"/>
              </a:defRPr>
            </a:lvl6pPr>
            <a:lvl7pPr marL="2971800" indent="-228600" eaLnBrk="0" fontAlgn="base" hangingPunct="0">
              <a:spcBef>
                <a:spcPct val="0"/>
              </a:spcBef>
              <a:spcAft>
                <a:spcPct val="0"/>
              </a:spcAft>
              <a:defRPr b="1">
                <a:solidFill>
                  <a:schemeClr val="tx1"/>
                </a:solidFill>
                <a:latin typeface="Arial" charset="0"/>
              </a:defRPr>
            </a:lvl7pPr>
            <a:lvl8pPr marL="3429000" indent="-228600" eaLnBrk="0" fontAlgn="base" hangingPunct="0">
              <a:spcBef>
                <a:spcPct val="0"/>
              </a:spcBef>
              <a:spcAft>
                <a:spcPct val="0"/>
              </a:spcAft>
              <a:defRPr b="1">
                <a:solidFill>
                  <a:schemeClr val="tx1"/>
                </a:solidFill>
                <a:latin typeface="Arial" charset="0"/>
              </a:defRPr>
            </a:lvl8pPr>
            <a:lvl9pPr marL="3886200" indent="-228600" eaLnBrk="0" fontAlgn="base" hangingPunct="0">
              <a:spcBef>
                <a:spcPct val="0"/>
              </a:spcBef>
              <a:spcAft>
                <a:spcPct val="0"/>
              </a:spcAft>
              <a:defRPr b="1">
                <a:solidFill>
                  <a:schemeClr val="tx1"/>
                </a:solidFill>
                <a:latin typeface="Arial" charset="0"/>
              </a:defRPr>
            </a:lvl9pPr>
          </a:lstStyle>
          <a:p>
            <a:pPr algn="just"/>
            <a:r>
              <a:rPr lang="en-US" sz="2400" b="0" dirty="0">
                <a:latin typeface="+mj-lt"/>
              </a:rPr>
              <a:t>So we don’t need to put a return arrow with the email address going back to the email page</a:t>
            </a:r>
          </a:p>
        </p:txBody>
      </p:sp>
      <p:sp>
        <p:nvSpPr>
          <p:cNvPr id="37892" name="Rectangle 4"/>
          <p:cNvSpPr>
            <a:spLocks noGrp="1" noChangeArrowheads="1"/>
          </p:cNvSpPr>
          <p:nvPr>
            <p:ph type="title"/>
          </p:nvPr>
        </p:nvSpPr>
        <p:spPr>
          <a:xfrm>
            <a:off x="427037" y="381000"/>
            <a:ext cx="8382000" cy="685800"/>
          </a:xfrm>
        </p:spPr>
        <p:txBody>
          <a:bodyPr>
            <a:normAutofit fontScale="90000"/>
          </a:bodyPr>
          <a:lstStyle/>
          <a:p>
            <a:pPr eaLnBrk="1" hangingPunct="1"/>
            <a:r>
              <a:rPr lang="en-US" dirty="0"/>
              <a:t>The arrow allows information to return</a:t>
            </a:r>
            <a:endParaRPr lang="en-GB" dirty="0"/>
          </a:p>
        </p:txBody>
      </p:sp>
      <p:sp>
        <p:nvSpPr>
          <p:cNvPr id="4" name="Slide Number Placeholder 3"/>
          <p:cNvSpPr>
            <a:spLocks noGrp="1"/>
          </p:cNvSpPr>
          <p:nvPr>
            <p:ph type="sldNum" sz="quarter" idx="12"/>
          </p:nvPr>
        </p:nvSpPr>
        <p:spPr/>
        <p:txBody>
          <a:bodyPr/>
          <a:lstStyle/>
          <a:p>
            <a:pPr>
              <a:defRPr/>
            </a:pPr>
            <a:fld id="{5984B1E9-F293-43F0-AC6B-13CB47FC238E}" type="slidenum">
              <a:rPr lang="en-US" smtClean="0"/>
              <a:pPr>
                <a:defRPr/>
              </a:pPr>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891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90600" y="1168400"/>
            <a:ext cx="6891338" cy="5054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8915" name="Text Box 3"/>
          <p:cNvSpPr txBox="1">
            <a:spLocks noChangeArrowheads="1"/>
          </p:cNvSpPr>
          <p:nvPr/>
        </p:nvSpPr>
        <p:spPr bwMode="auto">
          <a:xfrm>
            <a:off x="212725" y="371475"/>
            <a:ext cx="8169275"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a:solidFill>
                  <a:schemeClr val="tx1"/>
                </a:solidFill>
                <a:latin typeface="Arial" charset="0"/>
              </a:defRPr>
            </a:lvl1pPr>
            <a:lvl2pPr marL="742950" indent="-285750">
              <a:defRPr b="1">
                <a:solidFill>
                  <a:schemeClr val="tx1"/>
                </a:solidFill>
                <a:latin typeface="Arial" charset="0"/>
              </a:defRPr>
            </a:lvl2pPr>
            <a:lvl3pPr marL="1143000" indent="-228600">
              <a:defRPr b="1">
                <a:solidFill>
                  <a:schemeClr val="tx1"/>
                </a:solidFill>
                <a:latin typeface="Arial" charset="0"/>
              </a:defRPr>
            </a:lvl3pPr>
            <a:lvl4pPr marL="1600200" indent="-228600">
              <a:defRPr b="1">
                <a:solidFill>
                  <a:schemeClr val="tx1"/>
                </a:solidFill>
                <a:latin typeface="Arial" charset="0"/>
              </a:defRPr>
            </a:lvl4pPr>
            <a:lvl5pPr marL="2057400" indent="-228600">
              <a:defRPr b="1">
                <a:solidFill>
                  <a:schemeClr val="tx1"/>
                </a:solidFill>
                <a:latin typeface="Arial" charset="0"/>
              </a:defRPr>
            </a:lvl5pPr>
            <a:lvl6pPr marL="2514600" indent="-228600" eaLnBrk="0" fontAlgn="base" hangingPunct="0">
              <a:spcBef>
                <a:spcPct val="0"/>
              </a:spcBef>
              <a:spcAft>
                <a:spcPct val="0"/>
              </a:spcAft>
              <a:defRPr b="1">
                <a:solidFill>
                  <a:schemeClr val="tx1"/>
                </a:solidFill>
                <a:latin typeface="Arial" charset="0"/>
              </a:defRPr>
            </a:lvl6pPr>
            <a:lvl7pPr marL="2971800" indent="-228600" eaLnBrk="0" fontAlgn="base" hangingPunct="0">
              <a:spcBef>
                <a:spcPct val="0"/>
              </a:spcBef>
              <a:spcAft>
                <a:spcPct val="0"/>
              </a:spcAft>
              <a:defRPr b="1">
                <a:solidFill>
                  <a:schemeClr val="tx1"/>
                </a:solidFill>
                <a:latin typeface="Arial" charset="0"/>
              </a:defRPr>
            </a:lvl7pPr>
            <a:lvl8pPr marL="3429000" indent="-228600" eaLnBrk="0" fontAlgn="base" hangingPunct="0">
              <a:spcBef>
                <a:spcPct val="0"/>
              </a:spcBef>
              <a:spcAft>
                <a:spcPct val="0"/>
              </a:spcAft>
              <a:defRPr b="1">
                <a:solidFill>
                  <a:schemeClr val="tx1"/>
                </a:solidFill>
                <a:latin typeface="Arial" charset="0"/>
              </a:defRPr>
            </a:lvl8pPr>
            <a:lvl9pPr marL="3886200" indent="-228600" eaLnBrk="0" fontAlgn="base" hangingPunct="0">
              <a:spcBef>
                <a:spcPct val="0"/>
              </a:spcBef>
              <a:spcAft>
                <a:spcPct val="0"/>
              </a:spcAft>
              <a:defRPr b="1">
                <a:solidFill>
                  <a:schemeClr val="tx1"/>
                </a:solidFill>
                <a:latin typeface="Arial" charset="0"/>
              </a:defRPr>
            </a:lvl9pPr>
          </a:lstStyle>
          <a:p>
            <a:pPr algn="just"/>
            <a:r>
              <a:rPr lang="en-US" sz="2400" b="0" dirty="0">
                <a:latin typeface="+mj-lt"/>
              </a:rPr>
              <a:t>We can choose to get the email page to submit the email to the email server</a:t>
            </a:r>
          </a:p>
        </p:txBody>
      </p:sp>
      <p:sp>
        <p:nvSpPr>
          <p:cNvPr id="4" name="Slide Number Placeholder 3"/>
          <p:cNvSpPr>
            <a:spLocks noGrp="1"/>
          </p:cNvSpPr>
          <p:nvPr>
            <p:ph type="sldNum" sz="quarter" idx="12"/>
          </p:nvPr>
        </p:nvSpPr>
        <p:spPr/>
        <p:txBody>
          <a:bodyPr/>
          <a:lstStyle/>
          <a:p>
            <a:pPr>
              <a:defRPr/>
            </a:pPr>
            <a:fld id="{E7630577-EB5C-484F-87A5-E58091D6A0AD}" type="slidenum">
              <a:rPr lang="en-US" smtClean="0"/>
              <a:pPr>
                <a:defRPr/>
              </a:pPr>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993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5800" y="990600"/>
            <a:ext cx="7116763" cy="5319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9939" name="Text Box 3"/>
          <p:cNvSpPr txBox="1">
            <a:spLocks noChangeArrowheads="1"/>
          </p:cNvSpPr>
          <p:nvPr/>
        </p:nvSpPr>
        <p:spPr bwMode="auto">
          <a:xfrm>
            <a:off x="292100" y="495300"/>
            <a:ext cx="8658235"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b="1">
                <a:solidFill>
                  <a:schemeClr val="tx1"/>
                </a:solidFill>
                <a:latin typeface="Arial" charset="0"/>
              </a:defRPr>
            </a:lvl1pPr>
            <a:lvl2pPr marL="742950" indent="-285750">
              <a:defRPr b="1">
                <a:solidFill>
                  <a:schemeClr val="tx1"/>
                </a:solidFill>
                <a:latin typeface="Arial" charset="0"/>
              </a:defRPr>
            </a:lvl2pPr>
            <a:lvl3pPr marL="1143000" indent="-228600">
              <a:defRPr b="1">
                <a:solidFill>
                  <a:schemeClr val="tx1"/>
                </a:solidFill>
                <a:latin typeface="Arial" charset="0"/>
              </a:defRPr>
            </a:lvl3pPr>
            <a:lvl4pPr marL="1600200" indent="-228600">
              <a:defRPr b="1">
                <a:solidFill>
                  <a:schemeClr val="tx1"/>
                </a:solidFill>
                <a:latin typeface="Arial" charset="0"/>
              </a:defRPr>
            </a:lvl4pPr>
            <a:lvl5pPr marL="2057400" indent="-228600">
              <a:defRPr b="1">
                <a:solidFill>
                  <a:schemeClr val="tx1"/>
                </a:solidFill>
                <a:latin typeface="Arial" charset="0"/>
              </a:defRPr>
            </a:lvl5pPr>
            <a:lvl6pPr marL="2514600" indent="-228600" eaLnBrk="0" fontAlgn="base" hangingPunct="0">
              <a:spcBef>
                <a:spcPct val="0"/>
              </a:spcBef>
              <a:spcAft>
                <a:spcPct val="0"/>
              </a:spcAft>
              <a:defRPr b="1">
                <a:solidFill>
                  <a:schemeClr val="tx1"/>
                </a:solidFill>
                <a:latin typeface="Arial" charset="0"/>
              </a:defRPr>
            </a:lvl6pPr>
            <a:lvl7pPr marL="2971800" indent="-228600" eaLnBrk="0" fontAlgn="base" hangingPunct="0">
              <a:spcBef>
                <a:spcPct val="0"/>
              </a:spcBef>
              <a:spcAft>
                <a:spcPct val="0"/>
              </a:spcAft>
              <a:defRPr b="1">
                <a:solidFill>
                  <a:schemeClr val="tx1"/>
                </a:solidFill>
                <a:latin typeface="Arial" charset="0"/>
              </a:defRPr>
            </a:lvl7pPr>
            <a:lvl8pPr marL="3429000" indent="-228600" eaLnBrk="0" fontAlgn="base" hangingPunct="0">
              <a:spcBef>
                <a:spcPct val="0"/>
              </a:spcBef>
              <a:spcAft>
                <a:spcPct val="0"/>
              </a:spcAft>
              <a:defRPr b="1">
                <a:solidFill>
                  <a:schemeClr val="tx1"/>
                </a:solidFill>
                <a:latin typeface="Arial" charset="0"/>
              </a:defRPr>
            </a:lvl8pPr>
            <a:lvl9pPr marL="3886200" indent="-228600" eaLnBrk="0" fontAlgn="base" hangingPunct="0">
              <a:spcBef>
                <a:spcPct val="0"/>
              </a:spcBef>
              <a:spcAft>
                <a:spcPct val="0"/>
              </a:spcAft>
              <a:defRPr b="1">
                <a:solidFill>
                  <a:schemeClr val="tx1"/>
                </a:solidFill>
                <a:latin typeface="Arial" charset="0"/>
              </a:defRPr>
            </a:lvl9pPr>
          </a:lstStyle>
          <a:p>
            <a:pPr algn="just"/>
            <a:r>
              <a:rPr lang="en-US" sz="2400" b="0" dirty="0">
                <a:latin typeface="+mj-lt"/>
              </a:rPr>
              <a:t>And if we think carefully, the email page always closes after the send.</a:t>
            </a:r>
          </a:p>
        </p:txBody>
      </p:sp>
      <p:sp>
        <p:nvSpPr>
          <p:cNvPr id="4" name="Slide Number Placeholder 3"/>
          <p:cNvSpPr>
            <a:spLocks noGrp="1"/>
          </p:cNvSpPr>
          <p:nvPr>
            <p:ph type="sldNum" sz="quarter" idx="12"/>
          </p:nvPr>
        </p:nvSpPr>
        <p:spPr/>
        <p:txBody>
          <a:bodyPr/>
          <a:lstStyle/>
          <a:p>
            <a:pPr>
              <a:defRPr/>
            </a:pPr>
            <a:fld id="{E7630577-EB5C-484F-87A5-E58091D6A0AD}" type="slidenum">
              <a:rPr lang="en-US" smtClean="0"/>
              <a:pPr>
                <a:defRPr/>
              </a:pPr>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6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38263" y="1214438"/>
            <a:ext cx="6464300" cy="4832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0963" name="Text Box 3"/>
          <p:cNvSpPr txBox="1">
            <a:spLocks noChangeArrowheads="1"/>
          </p:cNvSpPr>
          <p:nvPr/>
        </p:nvSpPr>
        <p:spPr bwMode="auto">
          <a:xfrm>
            <a:off x="593725" y="346075"/>
            <a:ext cx="7788275"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a:solidFill>
                  <a:schemeClr val="tx1"/>
                </a:solidFill>
                <a:latin typeface="Arial" charset="0"/>
              </a:defRPr>
            </a:lvl1pPr>
            <a:lvl2pPr marL="742950" indent="-285750">
              <a:defRPr b="1">
                <a:solidFill>
                  <a:schemeClr val="tx1"/>
                </a:solidFill>
                <a:latin typeface="Arial" charset="0"/>
              </a:defRPr>
            </a:lvl2pPr>
            <a:lvl3pPr marL="1143000" indent="-228600">
              <a:defRPr b="1">
                <a:solidFill>
                  <a:schemeClr val="tx1"/>
                </a:solidFill>
                <a:latin typeface="Arial" charset="0"/>
              </a:defRPr>
            </a:lvl3pPr>
            <a:lvl4pPr marL="1600200" indent="-228600">
              <a:defRPr b="1">
                <a:solidFill>
                  <a:schemeClr val="tx1"/>
                </a:solidFill>
                <a:latin typeface="Arial" charset="0"/>
              </a:defRPr>
            </a:lvl4pPr>
            <a:lvl5pPr marL="2057400" indent="-228600">
              <a:defRPr b="1">
                <a:solidFill>
                  <a:schemeClr val="tx1"/>
                </a:solidFill>
                <a:latin typeface="Arial" charset="0"/>
              </a:defRPr>
            </a:lvl5pPr>
            <a:lvl6pPr marL="2514600" indent="-228600" eaLnBrk="0" fontAlgn="base" hangingPunct="0">
              <a:spcBef>
                <a:spcPct val="0"/>
              </a:spcBef>
              <a:spcAft>
                <a:spcPct val="0"/>
              </a:spcAft>
              <a:defRPr b="1">
                <a:solidFill>
                  <a:schemeClr val="tx1"/>
                </a:solidFill>
                <a:latin typeface="Arial" charset="0"/>
              </a:defRPr>
            </a:lvl6pPr>
            <a:lvl7pPr marL="2971800" indent="-228600" eaLnBrk="0" fontAlgn="base" hangingPunct="0">
              <a:spcBef>
                <a:spcPct val="0"/>
              </a:spcBef>
              <a:spcAft>
                <a:spcPct val="0"/>
              </a:spcAft>
              <a:defRPr b="1">
                <a:solidFill>
                  <a:schemeClr val="tx1"/>
                </a:solidFill>
                <a:latin typeface="Arial" charset="0"/>
              </a:defRPr>
            </a:lvl7pPr>
            <a:lvl8pPr marL="3429000" indent="-228600" eaLnBrk="0" fontAlgn="base" hangingPunct="0">
              <a:spcBef>
                <a:spcPct val="0"/>
              </a:spcBef>
              <a:spcAft>
                <a:spcPct val="0"/>
              </a:spcAft>
              <a:defRPr b="1">
                <a:solidFill>
                  <a:schemeClr val="tx1"/>
                </a:solidFill>
                <a:latin typeface="Arial" charset="0"/>
              </a:defRPr>
            </a:lvl8pPr>
            <a:lvl9pPr marL="3886200" indent="-228600" eaLnBrk="0" fontAlgn="base" hangingPunct="0">
              <a:spcBef>
                <a:spcPct val="0"/>
              </a:spcBef>
              <a:spcAft>
                <a:spcPct val="0"/>
              </a:spcAft>
              <a:defRPr b="1">
                <a:solidFill>
                  <a:schemeClr val="tx1"/>
                </a:solidFill>
                <a:latin typeface="Arial" charset="0"/>
              </a:defRPr>
            </a:lvl9pPr>
          </a:lstStyle>
          <a:p>
            <a:pPr algn="just"/>
            <a:r>
              <a:rPr lang="en-US" sz="2400" b="0" dirty="0">
                <a:latin typeface="+mj-lt"/>
              </a:rPr>
              <a:t>Now we go through and change the messages to operations on the object</a:t>
            </a:r>
          </a:p>
        </p:txBody>
      </p:sp>
      <p:sp>
        <p:nvSpPr>
          <p:cNvPr id="40964" name="Line 4"/>
          <p:cNvSpPr>
            <a:spLocks noChangeShapeType="1"/>
          </p:cNvSpPr>
          <p:nvPr/>
        </p:nvSpPr>
        <p:spPr bwMode="auto">
          <a:xfrm>
            <a:off x="2438400" y="914400"/>
            <a:ext cx="152400" cy="12954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4" name="Slide Number Placeholder 3"/>
          <p:cNvSpPr>
            <a:spLocks noGrp="1"/>
          </p:cNvSpPr>
          <p:nvPr>
            <p:ph type="sldNum" sz="quarter" idx="12"/>
          </p:nvPr>
        </p:nvSpPr>
        <p:spPr/>
        <p:txBody>
          <a:bodyPr/>
          <a:lstStyle/>
          <a:p>
            <a:pPr>
              <a:defRPr/>
            </a:pPr>
            <a:fld id="{E7630577-EB5C-484F-87A5-E58091D6A0AD}" type="slidenum">
              <a:rPr lang="en-US" smtClean="0"/>
              <a:pPr>
                <a:defRPr/>
              </a:pPr>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198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38263" y="1011238"/>
            <a:ext cx="6464300" cy="4832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1987" name="Text Box 3"/>
          <p:cNvSpPr txBox="1">
            <a:spLocks noChangeArrowheads="1"/>
          </p:cNvSpPr>
          <p:nvPr/>
        </p:nvSpPr>
        <p:spPr bwMode="auto">
          <a:xfrm>
            <a:off x="481362" y="422275"/>
            <a:ext cx="432682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b="1">
                <a:solidFill>
                  <a:schemeClr val="tx1"/>
                </a:solidFill>
                <a:latin typeface="Arial" charset="0"/>
              </a:defRPr>
            </a:lvl1pPr>
            <a:lvl2pPr marL="742950" indent="-285750">
              <a:defRPr b="1">
                <a:solidFill>
                  <a:schemeClr val="tx1"/>
                </a:solidFill>
                <a:latin typeface="Arial" charset="0"/>
              </a:defRPr>
            </a:lvl2pPr>
            <a:lvl3pPr marL="1143000" indent="-228600">
              <a:defRPr b="1">
                <a:solidFill>
                  <a:schemeClr val="tx1"/>
                </a:solidFill>
                <a:latin typeface="Arial" charset="0"/>
              </a:defRPr>
            </a:lvl3pPr>
            <a:lvl4pPr marL="1600200" indent="-228600">
              <a:defRPr b="1">
                <a:solidFill>
                  <a:schemeClr val="tx1"/>
                </a:solidFill>
                <a:latin typeface="Arial" charset="0"/>
              </a:defRPr>
            </a:lvl4pPr>
            <a:lvl5pPr marL="2057400" indent="-228600">
              <a:defRPr b="1">
                <a:solidFill>
                  <a:schemeClr val="tx1"/>
                </a:solidFill>
                <a:latin typeface="Arial" charset="0"/>
              </a:defRPr>
            </a:lvl5pPr>
            <a:lvl6pPr marL="2514600" indent="-228600" eaLnBrk="0" fontAlgn="base" hangingPunct="0">
              <a:spcBef>
                <a:spcPct val="0"/>
              </a:spcBef>
              <a:spcAft>
                <a:spcPct val="0"/>
              </a:spcAft>
              <a:defRPr b="1">
                <a:solidFill>
                  <a:schemeClr val="tx1"/>
                </a:solidFill>
                <a:latin typeface="Arial" charset="0"/>
              </a:defRPr>
            </a:lvl6pPr>
            <a:lvl7pPr marL="2971800" indent="-228600" eaLnBrk="0" fontAlgn="base" hangingPunct="0">
              <a:spcBef>
                <a:spcPct val="0"/>
              </a:spcBef>
              <a:spcAft>
                <a:spcPct val="0"/>
              </a:spcAft>
              <a:defRPr b="1">
                <a:solidFill>
                  <a:schemeClr val="tx1"/>
                </a:solidFill>
                <a:latin typeface="Arial" charset="0"/>
              </a:defRPr>
            </a:lvl7pPr>
            <a:lvl8pPr marL="3429000" indent="-228600" eaLnBrk="0" fontAlgn="base" hangingPunct="0">
              <a:spcBef>
                <a:spcPct val="0"/>
              </a:spcBef>
              <a:spcAft>
                <a:spcPct val="0"/>
              </a:spcAft>
              <a:defRPr b="1">
                <a:solidFill>
                  <a:schemeClr val="tx1"/>
                </a:solidFill>
                <a:latin typeface="Arial" charset="0"/>
              </a:defRPr>
            </a:lvl8pPr>
            <a:lvl9pPr marL="3886200" indent="-228600" eaLnBrk="0" fontAlgn="base" hangingPunct="0">
              <a:spcBef>
                <a:spcPct val="0"/>
              </a:spcBef>
              <a:spcAft>
                <a:spcPct val="0"/>
              </a:spcAft>
              <a:defRPr b="1">
                <a:solidFill>
                  <a:schemeClr val="tx1"/>
                </a:solidFill>
                <a:latin typeface="Arial" charset="0"/>
              </a:defRPr>
            </a:lvl9pPr>
          </a:lstStyle>
          <a:p>
            <a:pPr algn="just"/>
            <a:r>
              <a:rPr lang="en-US" sz="2400" b="0" dirty="0">
                <a:latin typeface="+mj-lt"/>
              </a:rPr>
              <a:t>And so on, all the way through</a:t>
            </a:r>
          </a:p>
        </p:txBody>
      </p:sp>
      <p:sp>
        <p:nvSpPr>
          <p:cNvPr id="4" name="Slide Number Placeholder 3"/>
          <p:cNvSpPr>
            <a:spLocks noGrp="1"/>
          </p:cNvSpPr>
          <p:nvPr>
            <p:ph type="sldNum" sz="quarter" idx="12"/>
          </p:nvPr>
        </p:nvSpPr>
        <p:spPr/>
        <p:txBody>
          <a:bodyPr/>
          <a:lstStyle/>
          <a:p>
            <a:pPr>
              <a:defRPr/>
            </a:pPr>
            <a:fld id="{E7630577-EB5C-484F-87A5-E58091D6A0AD}" type="slidenum">
              <a:rPr lang="en-US" smtClean="0"/>
              <a:pPr>
                <a:defRPr/>
              </a:pPr>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301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0" y="2036763"/>
            <a:ext cx="5410200" cy="3184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3011" name="Text Box 3"/>
          <p:cNvSpPr txBox="1">
            <a:spLocks noChangeArrowheads="1"/>
          </p:cNvSpPr>
          <p:nvPr/>
        </p:nvSpPr>
        <p:spPr bwMode="auto">
          <a:xfrm>
            <a:off x="304800" y="574675"/>
            <a:ext cx="8569325"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b="1">
                <a:solidFill>
                  <a:schemeClr val="tx1"/>
                </a:solidFill>
                <a:latin typeface="Arial" charset="0"/>
              </a:defRPr>
            </a:lvl1pPr>
            <a:lvl2pPr marL="742950" indent="-285750">
              <a:defRPr b="1">
                <a:solidFill>
                  <a:schemeClr val="tx1"/>
                </a:solidFill>
                <a:latin typeface="Arial" charset="0"/>
              </a:defRPr>
            </a:lvl2pPr>
            <a:lvl3pPr marL="1143000" indent="-228600">
              <a:defRPr b="1">
                <a:solidFill>
                  <a:schemeClr val="tx1"/>
                </a:solidFill>
                <a:latin typeface="Arial" charset="0"/>
              </a:defRPr>
            </a:lvl3pPr>
            <a:lvl4pPr marL="1600200" indent="-228600">
              <a:defRPr b="1">
                <a:solidFill>
                  <a:schemeClr val="tx1"/>
                </a:solidFill>
                <a:latin typeface="Arial" charset="0"/>
              </a:defRPr>
            </a:lvl4pPr>
            <a:lvl5pPr marL="2057400" indent="-228600">
              <a:defRPr b="1">
                <a:solidFill>
                  <a:schemeClr val="tx1"/>
                </a:solidFill>
                <a:latin typeface="Arial" charset="0"/>
              </a:defRPr>
            </a:lvl5pPr>
            <a:lvl6pPr marL="2514600" indent="-228600" eaLnBrk="0" fontAlgn="base" hangingPunct="0">
              <a:spcBef>
                <a:spcPct val="0"/>
              </a:spcBef>
              <a:spcAft>
                <a:spcPct val="0"/>
              </a:spcAft>
              <a:defRPr b="1">
                <a:solidFill>
                  <a:schemeClr val="tx1"/>
                </a:solidFill>
                <a:latin typeface="Arial" charset="0"/>
              </a:defRPr>
            </a:lvl6pPr>
            <a:lvl7pPr marL="2971800" indent="-228600" eaLnBrk="0" fontAlgn="base" hangingPunct="0">
              <a:spcBef>
                <a:spcPct val="0"/>
              </a:spcBef>
              <a:spcAft>
                <a:spcPct val="0"/>
              </a:spcAft>
              <a:defRPr b="1">
                <a:solidFill>
                  <a:schemeClr val="tx1"/>
                </a:solidFill>
                <a:latin typeface="Arial" charset="0"/>
              </a:defRPr>
            </a:lvl7pPr>
            <a:lvl8pPr marL="3429000" indent="-228600" eaLnBrk="0" fontAlgn="base" hangingPunct="0">
              <a:spcBef>
                <a:spcPct val="0"/>
              </a:spcBef>
              <a:spcAft>
                <a:spcPct val="0"/>
              </a:spcAft>
              <a:defRPr b="1">
                <a:solidFill>
                  <a:schemeClr val="tx1"/>
                </a:solidFill>
                <a:latin typeface="Arial" charset="0"/>
              </a:defRPr>
            </a:lvl8pPr>
            <a:lvl9pPr marL="3886200" indent="-228600" eaLnBrk="0" fontAlgn="base" hangingPunct="0">
              <a:spcBef>
                <a:spcPct val="0"/>
              </a:spcBef>
              <a:spcAft>
                <a:spcPct val="0"/>
              </a:spcAft>
              <a:defRPr b="1">
                <a:solidFill>
                  <a:schemeClr val="tx1"/>
                </a:solidFill>
                <a:latin typeface="Arial" charset="0"/>
              </a:defRPr>
            </a:lvl9pPr>
          </a:lstStyle>
          <a:p>
            <a:pPr algn="just"/>
            <a:r>
              <a:rPr lang="en-US" sz="2400" b="0" dirty="0">
                <a:latin typeface="+mj-lt"/>
              </a:rPr>
              <a:t>And now we have found our objects, and the operations on them</a:t>
            </a:r>
          </a:p>
        </p:txBody>
      </p:sp>
      <p:sp>
        <p:nvSpPr>
          <p:cNvPr id="43012" name="Text Box 4"/>
          <p:cNvSpPr txBox="1">
            <a:spLocks noChangeArrowheads="1"/>
          </p:cNvSpPr>
          <p:nvPr/>
        </p:nvSpPr>
        <p:spPr bwMode="auto">
          <a:xfrm>
            <a:off x="660133" y="5680075"/>
            <a:ext cx="543931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b="1">
                <a:solidFill>
                  <a:schemeClr val="tx1"/>
                </a:solidFill>
                <a:latin typeface="Arial" charset="0"/>
              </a:defRPr>
            </a:lvl1pPr>
            <a:lvl2pPr marL="742950" indent="-285750">
              <a:defRPr b="1">
                <a:solidFill>
                  <a:schemeClr val="tx1"/>
                </a:solidFill>
                <a:latin typeface="Arial" charset="0"/>
              </a:defRPr>
            </a:lvl2pPr>
            <a:lvl3pPr marL="1143000" indent="-228600">
              <a:defRPr b="1">
                <a:solidFill>
                  <a:schemeClr val="tx1"/>
                </a:solidFill>
                <a:latin typeface="Arial" charset="0"/>
              </a:defRPr>
            </a:lvl3pPr>
            <a:lvl4pPr marL="1600200" indent="-228600">
              <a:defRPr b="1">
                <a:solidFill>
                  <a:schemeClr val="tx1"/>
                </a:solidFill>
                <a:latin typeface="Arial" charset="0"/>
              </a:defRPr>
            </a:lvl4pPr>
            <a:lvl5pPr marL="2057400" indent="-228600">
              <a:defRPr b="1">
                <a:solidFill>
                  <a:schemeClr val="tx1"/>
                </a:solidFill>
                <a:latin typeface="Arial" charset="0"/>
              </a:defRPr>
            </a:lvl5pPr>
            <a:lvl6pPr marL="2514600" indent="-228600" eaLnBrk="0" fontAlgn="base" hangingPunct="0">
              <a:spcBef>
                <a:spcPct val="0"/>
              </a:spcBef>
              <a:spcAft>
                <a:spcPct val="0"/>
              </a:spcAft>
              <a:defRPr b="1">
                <a:solidFill>
                  <a:schemeClr val="tx1"/>
                </a:solidFill>
                <a:latin typeface="Arial" charset="0"/>
              </a:defRPr>
            </a:lvl6pPr>
            <a:lvl7pPr marL="2971800" indent="-228600" eaLnBrk="0" fontAlgn="base" hangingPunct="0">
              <a:spcBef>
                <a:spcPct val="0"/>
              </a:spcBef>
              <a:spcAft>
                <a:spcPct val="0"/>
              </a:spcAft>
              <a:defRPr b="1">
                <a:solidFill>
                  <a:schemeClr val="tx1"/>
                </a:solidFill>
                <a:latin typeface="Arial" charset="0"/>
              </a:defRPr>
            </a:lvl7pPr>
            <a:lvl8pPr marL="3429000" indent="-228600" eaLnBrk="0" fontAlgn="base" hangingPunct="0">
              <a:spcBef>
                <a:spcPct val="0"/>
              </a:spcBef>
              <a:spcAft>
                <a:spcPct val="0"/>
              </a:spcAft>
              <a:defRPr b="1">
                <a:solidFill>
                  <a:schemeClr val="tx1"/>
                </a:solidFill>
                <a:latin typeface="Arial" charset="0"/>
              </a:defRPr>
            </a:lvl8pPr>
            <a:lvl9pPr marL="3886200" indent="-228600" eaLnBrk="0" fontAlgn="base" hangingPunct="0">
              <a:spcBef>
                <a:spcPct val="0"/>
              </a:spcBef>
              <a:spcAft>
                <a:spcPct val="0"/>
              </a:spcAft>
              <a:defRPr b="1">
                <a:solidFill>
                  <a:schemeClr val="tx1"/>
                </a:solidFill>
                <a:latin typeface="Arial" charset="0"/>
              </a:defRPr>
            </a:lvl9pPr>
          </a:lstStyle>
          <a:p>
            <a:pPr algn="just"/>
            <a:r>
              <a:rPr lang="en-US" sz="2400" b="0" dirty="0">
                <a:latin typeface="+mj-lt"/>
              </a:rPr>
              <a:t>So we drag them onto a class diagram</a:t>
            </a:r>
          </a:p>
        </p:txBody>
      </p:sp>
      <p:sp>
        <p:nvSpPr>
          <p:cNvPr id="4" name="Slide Number Placeholder 3"/>
          <p:cNvSpPr>
            <a:spLocks noGrp="1"/>
          </p:cNvSpPr>
          <p:nvPr>
            <p:ph type="sldNum" sz="quarter" idx="12"/>
          </p:nvPr>
        </p:nvSpPr>
        <p:spPr/>
        <p:txBody>
          <a:bodyPr/>
          <a:lstStyle/>
          <a:p>
            <a:pPr>
              <a:defRPr/>
            </a:pPr>
            <a:fld id="{E7630577-EB5C-484F-87A5-E58091D6A0AD}" type="slidenum">
              <a:rPr lang="en-US" smtClean="0"/>
              <a:pPr>
                <a:defRPr/>
              </a:pPr>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Title 1"/>
          <p:cNvSpPr>
            <a:spLocks noGrp="1"/>
          </p:cNvSpPr>
          <p:nvPr>
            <p:ph type="title"/>
          </p:nvPr>
        </p:nvSpPr>
        <p:spPr/>
        <p:txBody>
          <a:bodyPr/>
          <a:lstStyle/>
          <a:p>
            <a:r>
              <a:rPr lang="en-US" dirty="0"/>
              <a:t>Exercise</a:t>
            </a:r>
          </a:p>
        </p:txBody>
      </p:sp>
      <p:sp>
        <p:nvSpPr>
          <p:cNvPr id="44035" name="Content Placeholder 2"/>
          <p:cNvSpPr>
            <a:spLocks noGrp="1"/>
          </p:cNvSpPr>
          <p:nvPr>
            <p:ph idx="1"/>
          </p:nvPr>
        </p:nvSpPr>
        <p:spPr/>
        <p:txBody>
          <a:bodyPr/>
          <a:lstStyle/>
          <a:p>
            <a:pPr algn="just">
              <a:buFont typeface="Wingdings 3" pitchFamily="18" charset="2"/>
              <a:buNone/>
            </a:pPr>
            <a:r>
              <a:rPr lang="en-US" sz="2200" dirty="0"/>
              <a:t>Consider the following scenario and draw sequence diagram for online book shop.</a:t>
            </a:r>
          </a:p>
          <a:p>
            <a:pPr>
              <a:buFont typeface="Wingdings 3" pitchFamily="18" charset="2"/>
              <a:buNone/>
            </a:pPr>
            <a:endParaRPr lang="en-US" sz="2200" dirty="0"/>
          </a:p>
          <a:p>
            <a:pPr>
              <a:buFont typeface="Wingdings 3" pitchFamily="18" charset="2"/>
              <a:buNone/>
            </a:pPr>
            <a:r>
              <a:rPr lang="en-US" sz="2200" b="1" dirty="0"/>
              <a:t>	“</a:t>
            </a:r>
            <a:r>
              <a:rPr lang="en-US" sz="2200" dirty="0"/>
              <a:t>Online customer can search book catalog, view description of a selected book, add book to shopping cart, do checkout”.									</a:t>
            </a:r>
            <a:r>
              <a:rPr lang="en-US" dirty="0"/>
              <a:t>  </a:t>
            </a:r>
          </a:p>
          <a:p>
            <a:pPr>
              <a:buFont typeface="Wingdings 3" pitchFamily="18" charset="2"/>
              <a:buNone/>
            </a:pPr>
            <a:endParaRPr lang="en-US" dirty="0"/>
          </a:p>
        </p:txBody>
      </p:sp>
      <p:sp>
        <p:nvSpPr>
          <p:cNvPr id="4" name="Slide Number Placeholder 3"/>
          <p:cNvSpPr>
            <a:spLocks noGrp="1"/>
          </p:cNvSpPr>
          <p:nvPr>
            <p:ph type="sldNum" sz="quarter" idx="12"/>
          </p:nvPr>
        </p:nvSpPr>
        <p:spPr/>
        <p:txBody>
          <a:bodyPr/>
          <a:lstStyle/>
          <a:p>
            <a:pPr>
              <a:defRPr/>
            </a:pPr>
            <a:fld id="{C07FC5DA-4482-4AD7-A23A-324B93506508}" type="slidenum">
              <a:rPr lang="en-US" smtClean="0"/>
              <a:pPr>
                <a:defRPr/>
              </a:pPr>
              <a:t>30</a:t>
            </a:fld>
            <a:endParaRPr lang="en-US"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6A1FA9-3953-4A1E-92AD-DCA247AD8841}"/>
              </a:ext>
            </a:extLst>
          </p:cNvPr>
          <p:cNvSpPr>
            <a:spLocks noGrp="1"/>
          </p:cNvSpPr>
          <p:nvPr>
            <p:ph type="title"/>
          </p:nvPr>
        </p:nvSpPr>
        <p:spPr/>
        <p:txBody>
          <a:bodyPr/>
          <a:lstStyle/>
          <a:p>
            <a:r>
              <a:rPr lang="en-US"/>
              <a:t>Solution</a:t>
            </a:r>
          </a:p>
        </p:txBody>
      </p:sp>
      <p:sp>
        <p:nvSpPr>
          <p:cNvPr id="5" name="Slide Number Placeholder 4">
            <a:extLst>
              <a:ext uri="{FF2B5EF4-FFF2-40B4-BE49-F238E27FC236}">
                <a16:creationId xmlns:a16="http://schemas.microsoft.com/office/drawing/2014/main" id="{E6606C06-9E2E-48A4-81E6-E4E0AC8C61D2}"/>
              </a:ext>
            </a:extLst>
          </p:cNvPr>
          <p:cNvSpPr>
            <a:spLocks noGrp="1"/>
          </p:cNvSpPr>
          <p:nvPr>
            <p:ph type="sldNum" sz="quarter" idx="12"/>
          </p:nvPr>
        </p:nvSpPr>
        <p:spPr/>
        <p:txBody>
          <a:bodyPr/>
          <a:lstStyle/>
          <a:p>
            <a:pPr>
              <a:defRPr/>
            </a:pPr>
            <a:fld id="{5984B1E9-F293-43F0-AC6B-13CB47FC238E}" type="slidenum">
              <a:rPr lang="en-US" smtClean="0"/>
              <a:pPr>
                <a:defRPr/>
              </a:pPr>
              <a:t>31</a:t>
            </a:fld>
            <a:endParaRPr lang="en-US"/>
          </a:p>
        </p:txBody>
      </p:sp>
      <p:pic>
        <p:nvPicPr>
          <p:cNvPr id="4" name="Picture 3">
            <a:extLst>
              <a:ext uri="{FF2B5EF4-FFF2-40B4-BE49-F238E27FC236}">
                <a16:creationId xmlns:a16="http://schemas.microsoft.com/office/drawing/2014/main" id="{B7533452-587E-8CE5-168E-8FA5AE6DB905}"/>
              </a:ext>
            </a:extLst>
          </p:cNvPr>
          <p:cNvPicPr>
            <a:picLocks noChangeAspect="1"/>
          </p:cNvPicPr>
          <p:nvPr/>
        </p:nvPicPr>
        <p:blipFill>
          <a:blip r:embed="rId2"/>
          <a:stretch>
            <a:fillRect/>
          </a:stretch>
        </p:blipFill>
        <p:spPr>
          <a:xfrm>
            <a:off x="533400" y="1524000"/>
            <a:ext cx="7620000" cy="5080000"/>
          </a:xfrm>
          <a:prstGeom prst="rect">
            <a:avLst/>
          </a:prstGeom>
        </p:spPr>
      </p:pic>
    </p:spTree>
    <p:extLst>
      <p:ext uri="{BB962C8B-B14F-4D97-AF65-F5344CB8AC3E}">
        <p14:creationId xmlns:p14="http://schemas.microsoft.com/office/powerpoint/2010/main" val="170882893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1"/>
          <p:cNvSpPr>
            <a:spLocks noGrp="1"/>
          </p:cNvSpPr>
          <p:nvPr>
            <p:ph type="title"/>
          </p:nvPr>
        </p:nvSpPr>
        <p:spPr>
          <a:xfrm>
            <a:off x="395536" y="422176"/>
            <a:ext cx="8229600" cy="990600"/>
          </a:xfrm>
        </p:spPr>
        <p:txBody>
          <a:bodyPr/>
          <a:lstStyle/>
          <a:p>
            <a:r>
              <a:rPr lang="en-GB" altLang="en-US" dirty="0"/>
              <a:t>Entity/Relationship Modelling</a:t>
            </a:r>
            <a:endParaRPr lang="en-US" altLang="en-US" dirty="0"/>
          </a:p>
        </p:txBody>
      </p:sp>
      <p:sp>
        <p:nvSpPr>
          <p:cNvPr id="17411" name="Content Placeholder 2"/>
          <p:cNvSpPr>
            <a:spLocks noGrp="1"/>
          </p:cNvSpPr>
          <p:nvPr>
            <p:ph sz="quarter" idx="1"/>
          </p:nvPr>
        </p:nvSpPr>
        <p:spPr>
          <a:xfrm>
            <a:off x="457200" y="1219200"/>
            <a:ext cx="8229600" cy="4937125"/>
          </a:xfrm>
        </p:spPr>
        <p:txBody>
          <a:bodyPr/>
          <a:lstStyle/>
          <a:p>
            <a:pPr algn="just">
              <a:defRPr/>
            </a:pPr>
            <a:endParaRPr lang="en-US" altLang="en-US" sz="2400" dirty="0"/>
          </a:p>
          <a:p>
            <a:pPr algn="just">
              <a:defRPr/>
            </a:pPr>
            <a:r>
              <a:rPr lang="en-US" altLang="en-US" sz="2400" dirty="0"/>
              <a:t>ERD is a data modeling technique used in software engineering to produce a conceptual data model of an information system. </a:t>
            </a:r>
          </a:p>
          <a:p>
            <a:pPr marL="0" indent="0" algn="just">
              <a:buFont typeface="Wingdings 3" panose="05040102010807070707" pitchFamily="18" charset="2"/>
              <a:buNone/>
              <a:defRPr/>
            </a:pPr>
            <a:endParaRPr lang="en-US" altLang="en-US" sz="2400" dirty="0"/>
          </a:p>
          <a:p>
            <a:pPr algn="just">
              <a:defRPr/>
            </a:pPr>
            <a:r>
              <a:rPr lang="en-US" altLang="en-US" sz="2400" dirty="0"/>
              <a:t>Illustrate the logical structure of database.</a:t>
            </a:r>
          </a:p>
          <a:p>
            <a:pPr algn="just">
              <a:defRPr/>
            </a:pPr>
            <a:endParaRPr lang="en-US" altLang="en-US" sz="2400" dirty="0"/>
          </a:p>
          <a:p>
            <a:pPr algn="just">
              <a:defRPr/>
            </a:pPr>
            <a:r>
              <a:rPr lang="en-GB" altLang="en-US" sz="2400" dirty="0"/>
              <a:t>It describe how these data are related to each other. </a:t>
            </a:r>
          </a:p>
          <a:p>
            <a:pPr marL="0" indent="0" algn="just">
              <a:buFont typeface="Wingdings 3" panose="05040102010807070707" pitchFamily="18" charset="2"/>
              <a:buNone/>
              <a:defRPr/>
            </a:pPr>
            <a:endParaRPr lang="en-GB" altLang="en-US" sz="2400" dirty="0"/>
          </a:p>
          <a:p>
            <a:pPr algn="just">
              <a:defRPr/>
            </a:pPr>
            <a:r>
              <a:rPr lang="en-GB" altLang="en-US" sz="2400" dirty="0"/>
              <a:t>For example, the entities writer, novel, and consumer may be described using ER diagrams this way: </a:t>
            </a:r>
            <a:endParaRPr lang="en-US" altLang="en-US" sz="2400" dirty="0"/>
          </a:p>
          <a:p>
            <a:pPr marL="0" indent="0" algn="just">
              <a:buFont typeface="Wingdings 3" panose="05040102010807070707" pitchFamily="18" charset="2"/>
              <a:buNone/>
              <a:defRPr/>
            </a:pPr>
            <a:endParaRPr lang="en-US" altLang="en-US" dirty="0"/>
          </a:p>
        </p:txBody>
      </p:sp>
      <p:sp>
        <p:nvSpPr>
          <p:cNvPr id="3" name="Slide Number Placeholder 2"/>
          <p:cNvSpPr>
            <a:spLocks noGrp="1"/>
          </p:cNvSpPr>
          <p:nvPr>
            <p:ph type="sldNum" sz="quarter" idx="12"/>
          </p:nvPr>
        </p:nvSpPr>
        <p:spPr/>
        <p:txBody>
          <a:bodyPr/>
          <a:lstStyle/>
          <a:p>
            <a:pPr>
              <a:defRPr/>
            </a:pPr>
            <a:fld id="{F101297D-9EF7-469E-B2A9-10FD8F57EF6F}" type="slidenum">
              <a:rPr lang="en-US" smtClean="0"/>
              <a:pPr>
                <a:defRPr/>
              </a:pPr>
              <a:t>32</a:t>
            </a:fld>
            <a:endParaRPr lang="en-US" dirty="0"/>
          </a:p>
        </p:txBody>
      </p:sp>
    </p:spTree>
    <p:extLst>
      <p:ext uri="{BB962C8B-B14F-4D97-AF65-F5344CB8AC3E}">
        <p14:creationId xmlns:p14="http://schemas.microsoft.com/office/powerpoint/2010/main" val="68031217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435" name="Picture 2" descr="https://creately.com/blog/wp-content/uploads/2012/03/ER-Diagram-Example.jpeg"/>
          <p:cNvPicPr>
            <a:picLocks noGrp="1" noChangeAspect="1" noChangeArrowheads="1"/>
          </p:cNvPicPr>
          <p:nvPr>
            <p:ph sz="quarter" idx="1"/>
          </p:nvPr>
        </p:nvPicPr>
        <p:blipFill>
          <a:blip r:embed="rId2">
            <a:extLst>
              <a:ext uri="{28A0092B-C50C-407E-A947-70E740481C1C}">
                <a14:useLocalDpi xmlns:a14="http://schemas.microsoft.com/office/drawing/2010/main" val="0"/>
              </a:ext>
            </a:extLst>
          </a:blip>
          <a:srcRect/>
          <a:stretch>
            <a:fillRect/>
          </a:stretch>
        </p:blipFill>
        <p:spPr>
          <a:xfrm>
            <a:off x="2555875" y="2039938"/>
            <a:ext cx="3959225" cy="3149600"/>
          </a:xfrm>
          <a:noFill/>
        </p:spPr>
      </p:pic>
      <p:sp>
        <p:nvSpPr>
          <p:cNvPr id="3" name="Slide Number Placeholder 2"/>
          <p:cNvSpPr>
            <a:spLocks noGrp="1"/>
          </p:cNvSpPr>
          <p:nvPr>
            <p:ph type="sldNum" sz="quarter" idx="12"/>
          </p:nvPr>
        </p:nvSpPr>
        <p:spPr/>
        <p:txBody>
          <a:bodyPr/>
          <a:lstStyle/>
          <a:p>
            <a:pPr>
              <a:defRPr/>
            </a:pPr>
            <a:fld id="{F101297D-9EF7-469E-B2A9-10FD8F57EF6F}" type="slidenum">
              <a:rPr lang="en-US" smtClean="0"/>
              <a:pPr>
                <a:defRPr/>
              </a:pPr>
              <a:t>33</a:t>
            </a:fld>
            <a:endParaRPr lang="en-US" dirty="0"/>
          </a:p>
        </p:txBody>
      </p:sp>
      <p:sp>
        <p:nvSpPr>
          <p:cNvPr id="7" name="Title 1"/>
          <p:cNvSpPr>
            <a:spLocks noGrp="1"/>
          </p:cNvSpPr>
          <p:nvPr>
            <p:ph type="title"/>
          </p:nvPr>
        </p:nvSpPr>
        <p:spPr>
          <a:xfrm>
            <a:off x="395536" y="422176"/>
            <a:ext cx="8229600" cy="990600"/>
          </a:xfrm>
        </p:spPr>
        <p:txBody>
          <a:bodyPr/>
          <a:lstStyle/>
          <a:p>
            <a:r>
              <a:rPr lang="en-GB" altLang="en-US" dirty="0"/>
              <a:t>Entity/Relationship Modelling</a:t>
            </a:r>
            <a:endParaRPr lang="en-US" altLang="en-US" dirty="0"/>
          </a:p>
        </p:txBody>
      </p:sp>
    </p:spTree>
    <p:extLst>
      <p:ext uri="{BB962C8B-B14F-4D97-AF65-F5344CB8AC3E}">
        <p14:creationId xmlns:p14="http://schemas.microsoft.com/office/powerpoint/2010/main" val="422819679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p:txBody>
          <a:bodyPr/>
          <a:lstStyle/>
          <a:p>
            <a:pPr eaLnBrk="1" hangingPunct="1"/>
            <a:r>
              <a:rPr lang="en-GB"/>
              <a:t>Entity/Relationship Modelling</a:t>
            </a:r>
          </a:p>
        </p:txBody>
      </p:sp>
      <p:sp>
        <p:nvSpPr>
          <p:cNvPr id="15363" name="Rectangle 3"/>
          <p:cNvSpPr>
            <a:spLocks noGrp="1" noChangeArrowheads="1"/>
          </p:cNvSpPr>
          <p:nvPr>
            <p:ph sz="half" idx="1"/>
          </p:nvPr>
        </p:nvSpPr>
        <p:spPr/>
        <p:txBody>
          <a:bodyPr/>
          <a:lstStyle/>
          <a:p>
            <a:pPr algn="just" eaLnBrk="1" hangingPunct="1"/>
            <a:endParaRPr lang="en-GB" sz="2400" dirty="0"/>
          </a:p>
          <a:p>
            <a:pPr algn="just" eaLnBrk="1" hangingPunct="1"/>
            <a:r>
              <a:rPr lang="en-GB" sz="2400" dirty="0"/>
              <a:t>E/R Modelling is used for conceptual design</a:t>
            </a:r>
          </a:p>
          <a:p>
            <a:pPr lvl="1" algn="just" eaLnBrk="1" hangingPunct="1"/>
            <a:r>
              <a:rPr lang="en-GB" sz="2000" dirty="0"/>
              <a:t>Entities - objects or items of interest</a:t>
            </a:r>
          </a:p>
          <a:p>
            <a:pPr lvl="1" algn="just" eaLnBrk="1" hangingPunct="1"/>
            <a:r>
              <a:rPr lang="en-GB" sz="2000" dirty="0"/>
              <a:t>Attributes - Properties of an entity</a:t>
            </a:r>
          </a:p>
          <a:p>
            <a:pPr lvl="1" algn="just" eaLnBrk="1" hangingPunct="1"/>
            <a:r>
              <a:rPr lang="en-GB" sz="2000" dirty="0"/>
              <a:t>Relationships - links between entities</a:t>
            </a:r>
          </a:p>
        </p:txBody>
      </p:sp>
      <p:sp>
        <p:nvSpPr>
          <p:cNvPr id="15364" name="Rectangle 4"/>
          <p:cNvSpPr>
            <a:spLocks noGrp="1" noChangeArrowheads="1"/>
          </p:cNvSpPr>
          <p:nvPr>
            <p:ph sz="half" idx="2"/>
          </p:nvPr>
        </p:nvSpPr>
        <p:spPr>
          <a:xfrm>
            <a:off x="4648200" y="1981200"/>
            <a:ext cx="3962400" cy="4191000"/>
          </a:xfrm>
        </p:spPr>
        <p:txBody>
          <a:bodyPr/>
          <a:lstStyle/>
          <a:p>
            <a:pPr algn="just" eaLnBrk="1" hangingPunct="1">
              <a:lnSpc>
                <a:spcPct val="90000"/>
              </a:lnSpc>
            </a:pPr>
            <a:r>
              <a:rPr lang="en-GB" dirty="0"/>
              <a:t>Example</a:t>
            </a:r>
          </a:p>
          <a:p>
            <a:pPr lvl="1" algn="just" eaLnBrk="1" hangingPunct="1">
              <a:lnSpc>
                <a:spcPct val="90000"/>
              </a:lnSpc>
            </a:pPr>
            <a:r>
              <a:rPr lang="en-GB" sz="2000" dirty="0"/>
              <a:t>In a University database we might have entities for Students, Modules and Lecturers. Students might have attributes such as their ID, Name, and Course, and could have relationships with Modules (enrolment) and Lecturers.</a:t>
            </a:r>
          </a:p>
        </p:txBody>
      </p:sp>
      <p:sp>
        <p:nvSpPr>
          <p:cNvPr id="4" name="Slide Number Placeholder 3"/>
          <p:cNvSpPr>
            <a:spLocks noGrp="1"/>
          </p:cNvSpPr>
          <p:nvPr>
            <p:ph type="sldNum" sz="quarter" idx="12"/>
          </p:nvPr>
        </p:nvSpPr>
        <p:spPr/>
        <p:txBody>
          <a:bodyPr/>
          <a:lstStyle/>
          <a:p>
            <a:pPr>
              <a:defRPr/>
            </a:pPr>
            <a:fld id="{DD78C07B-49A2-4C49-BC08-EB24CFD51614}" type="slidenum">
              <a:rPr lang="en-US" smtClean="0"/>
              <a:pPr>
                <a:defRPr/>
              </a:pPr>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p:txBody>
          <a:bodyPr/>
          <a:lstStyle/>
          <a:p>
            <a:pPr eaLnBrk="1" hangingPunct="1"/>
            <a:r>
              <a:rPr lang="en-GB" dirty="0"/>
              <a:t>Entity/Relationship Diagrams</a:t>
            </a:r>
          </a:p>
        </p:txBody>
      </p:sp>
      <p:sp>
        <p:nvSpPr>
          <p:cNvPr id="16387" name="Rectangle 3"/>
          <p:cNvSpPr>
            <a:spLocks noGrp="1" noChangeArrowheads="1"/>
          </p:cNvSpPr>
          <p:nvPr>
            <p:ph sz="half" idx="1"/>
          </p:nvPr>
        </p:nvSpPr>
        <p:spPr/>
        <p:txBody>
          <a:bodyPr/>
          <a:lstStyle/>
          <a:p>
            <a:pPr algn="just" eaLnBrk="1" hangingPunct="1">
              <a:buFont typeface="Wingdings 3" pitchFamily="18" charset="2"/>
              <a:buNone/>
            </a:pPr>
            <a:r>
              <a:rPr lang="en-GB" sz="2400" dirty="0"/>
              <a:t>	E/R Models are often represented as E/R diagrams </a:t>
            </a:r>
          </a:p>
        </p:txBody>
      </p:sp>
      <p:sp>
        <p:nvSpPr>
          <p:cNvPr id="16388" name="AutoShape 4"/>
          <p:cNvSpPr>
            <a:spLocks noChangeArrowheads="1"/>
          </p:cNvSpPr>
          <p:nvPr/>
        </p:nvSpPr>
        <p:spPr bwMode="auto">
          <a:xfrm>
            <a:off x="6858000" y="3276600"/>
            <a:ext cx="1219200" cy="609600"/>
          </a:xfrm>
          <a:prstGeom prst="roundRect">
            <a:avLst>
              <a:gd name="adj" fmla="val 16667"/>
            </a:avLst>
          </a:pr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algn="ctr"/>
            <a:r>
              <a:rPr lang="en-GB" sz="2000">
                <a:solidFill>
                  <a:schemeClr val="tx1"/>
                </a:solidFill>
                <a:latin typeface="Arial" charset="0"/>
              </a:rPr>
              <a:t>Student</a:t>
            </a:r>
          </a:p>
        </p:txBody>
      </p:sp>
      <p:sp>
        <p:nvSpPr>
          <p:cNvPr id="16389" name="AutoShape 5"/>
          <p:cNvSpPr>
            <a:spLocks noChangeArrowheads="1"/>
          </p:cNvSpPr>
          <p:nvPr/>
        </p:nvSpPr>
        <p:spPr bwMode="auto">
          <a:xfrm>
            <a:off x="4876800" y="1905000"/>
            <a:ext cx="1219200" cy="609600"/>
          </a:xfrm>
          <a:prstGeom prst="roundRect">
            <a:avLst>
              <a:gd name="adj" fmla="val 16667"/>
            </a:avLst>
          </a:pr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algn="ctr"/>
            <a:r>
              <a:rPr lang="en-GB" sz="2000">
                <a:solidFill>
                  <a:schemeClr val="tx1"/>
                </a:solidFill>
                <a:latin typeface="Arial" charset="0"/>
              </a:rPr>
              <a:t>Lecturer</a:t>
            </a:r>
          </a:p>
        </p:txBody>
      </p:sp>
      <p:sp>
        <p:nvSpPr>
          <p:cNvPr id="16390" name="AutoShape 6"/>
          <p:cNvSpPr>
            <a:spLocks noChangeArrowheads="1"/>
          </p:cNvSpPr>
          <p:nvPr/>
        </p:nvSpPr>
        <p:spPr bwMode="auto">
          <a:xfrm>
            <a:off x="4876800" y="4648200"/>
            <a:ext cx="1219200" cy="609600"/>
          </a:xfrm>
          <a:prstGeom prst="roundRect">
            <a:avLst>
              <a:gd name="adj" fmla="val 16667"/>
            </a:avLst>
          </a:pr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algn="ctr"/>
            <a:r>
              <a:rPr lang="en-GB" sz="2000">
                <a:solidFill>
                  <a:schemeClr val="tx1"/>
                </a:solidFill>
                <a:latin typeface="Arial" charset="0"/>
              </a:rPr>
              <a:t>Course</a:t>
            </a:r>
          </a:p>
        </p:txBody>
      </p:sp>
      <p:sp>
        <p:nvSpPr>
          <p:cNvPr id="16391" name="AutoShape 7"/>
          <p:cNvSpPr>
            <a:spLocks noChangeArrowheads="1"/>
          </p:cNvSpPr>
          <p:nvPr/>
        </p:nvSpPr>
        <p:spPr bwMode="auto">
          <a:xfrm>
            <a:off x="4876800" y="3200400"/>
            <a:ext cx="1219200" cy="762000"/>
          </a:xfrm>
          <a:prstGeom prst="diamond">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r>
              <a:rPr lang="en-GB" sz="2000">
                <a:solidFill>
                  <a:schemeClr val="tx1"/>
                </a:solidFill>
                <a:latin typeface="Arial" charset="0"/>
              </a:rPr>
              <a:t>teaches</a:t>
            </a:r>
          </a:p>
        </p:txBody>
      </p:sp>
      <p:sp>
        <p:nvSpPr>
          <p:cNvPr id="16392" name="AutoShape 8"/>
          <p:cNvSpPr>
            <a:spLocks noChangeArrowheads="1"/>
          </p:cNvSpPr>
          <p:nvPr/>
        </p:nvSpPr>
        <p:spPr bwMode="auto">
          <a:xfrm>
            <a:off x="6858000" y="4572000"/>
            <a:ext cx="1219200" cy="762000"/>
          </a:xfrm>
          <a:prstGeom prst="diamond">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r>
              <a:rPr lang="en-GB" sz="2000">
                <a:solidFill>
                  <a:schemeClr val="tx1"/>
                </a:solidFill>
                <a:latin typeface="Arial" charset="0"/>
              </a:rPr>
              <a:t>Register</a:t>
            </a:r>
          </a:p>
        </p:txBody>
      </p:sp>
      <p:cxnSp>
        <p:nvCxnSpPr>
          <p:cNvPr id="16393" name="AutoShape 9"/>
          <p:cNvCxnSpPr>
            <a:cxnSpLocks noChangeShapeType="1"/>
            <a:stCxn id="16389" idx="2"/>
            <a:endCxn id="16391" idx="0"/>
          </p:cNvCxnSpPr>
          <p:nvPr/>
        </p:nvCxnSpPr>
        <p:spPr bwMode="auto">
          <a:xfrm>
            <a:off x="5486400" y="2524125"/>
            <a:ext cx="0" cy="666750"/>
          </a:xfrm>
          <a:prstGeom prst="straightConnector1">
            <a:avLst/>
          </a:prstGeom>
          <a:noFill/>
          <a:ln w="19050">
            <a:solidFill>
              <a:schemeClr val="tx1"/>
            </a:solidFill>
            <a:round/>
            <a:headEnd/>
            <a:tailEnd/>
          </a:ln>
          <a:extLst>
            <a:ext uri="{909E8E84-426E-40DD-AFC4-6F175D3DCCD1}">
              <a14:hiddenFill xmlns:a14="http://schemas.microsoft.com/office/drawing/2010/main">
                <a:noFill/>
              </a14:hiddenFill>
            </a:ext>
          </a:extLst>
        </p:spPr>
      </p:cxnSp>
      <p:cxnSp>
        <p:nvCxnSpPr>
          <p:cNvPr id="16394" name="AutoShape 10"/>
          <p:cNvCxnSpPr>
            <a:cxnSpLocks noChangeShapeType="1"/>
            <a:stCxn id="16391" idx="3"/>
            <a:endCxn id="16388" idx="1"/>
          </p:cNvCxnSpPr>
          <p:nvPr/>
        </p:nvCxnSpPr>
        <p:spPr bwMode="auto">
          <a:xfrm>
            <a:off x="6105525" y="3581400"/>
            <a:ext cx="742950" cy="0"/>
          </a:xfrm>
          <a:prstGeom prst="straightConnector1">
            <a:avLst/>
          </a:prstGeom>
          <a:noFill/>
          <a:ln w="19050">
            <a:solidFill>
              <a:schemeClr val="tx1"/>
            </a:solidFill>
            <a:round/>
            <a:headEnd/>
            <a:tailEnd/>
          </a:ln>
          <a:extLst>
            <a:ext uri="{909E8E84-426E-40DD-AFC4-6F175D3DCCD1}">
              <a14:hiddenFill xmlns:a14="http://schemas.microsoft.com/office/drawing/2010/main">
                <a:noFill/>
              </a14:hiddenFill>
            </a:ext>
          </a:extLst>
        </p:spPr>
      </p:cxnSp>
      <p:cxnSp>
        <p:nvCxnSpPr>
          <p:cNvPr id="16395" name="AutoShape 11"/>
          <p:cNvCxnSpPr>
            <a:cxnSpLocks noChangeShapeType="1"/>
            <a:stCxn id="16388" idx="2"/>
            <a:endCxn id="16392" idx="0"/>
          </p:cNvCxnSpPr>
          <p:nvPr/>
        </p:nvCxnSpPr>
        <p:spPr bwMode="auto">
          <a:xfrm>
            <a:off x="7467600" y="3895725"/>
            <a:ext cx="0" cy="666750"/>
          </a:xfrm>
          <a:prstGeom prst="straightConnector1">
            <a:avLst/>
          </a:prstGeom>
          <a:noFill/>
          <a:ln w="19050">
            <a:solidFill>
              <a:schemeClr val="tx1"/>
            </a:solidFill>
            <a:round/>
            <a:headEnd/>
            <a:tailEnd/>
          </a:ln>
          <a:extLst>
            <a:ext uri="{909E8E84-426E-40DD-AFC4-6F175D3DCCD1}">
              <a14:hiddenFill xmlns:a14="http://schemas.microsoft.com/office/drawing/2010/main">
                <a:noFill/>
              </a14:hiddenFill>
            </a:ext>
          </a:extLst>
        </p:spPr>
      </p:cxnSp>
      <p:cxnSp>
        <p:nvCxnSpPr>
          <p:cNvPr id="16396" name="AutoShape 12"/>
          <p:cNvCxnSpPr>
            <a:cxnSpLocks noChangeShapeType="1"/>
            <a:stCxn id="16390" idx="3"/>
            <a:endCxn id="16392" idx="1"/>
          </p:cNvCxnSpPr>
          <p:nvPr/>
        </p:nvCxnSpPr>
        <p:spPr bwMode="auto">
          <a:xfrm>
            <a:off x="6105525" y="4953000"/>
            <a:ext cx="742950" cy="0"/>
          </a:xfrm>
          <a:prstGeom prst="straightConnector1">
            <a:avLst/>
          </a:prstGeom>
          <a:noFill/>
          <a:ln w="19050">
            <a:solidFill>
              <a:schemeClr val="tx1"/>
            </a:solidFill>
            <a:round/>
            <a:headEnd/>
            <a:tailEnd/>
          </a:ln>
          <a:extLst>
            <a:ext uri="{909E8E84-426E-40DD-AFC4-6F175D3DCCD1}">
              <a14:hiddenFill xmlns:a14="http://schemas.microsoft.com/office/drawing/2010/main">
                <a:noFill/>
              </a14:hiddenFill>
            </a:ext>
          </a:extLst>
        </p:spPr>
      </p:cxnSp>
      <p:sp>
        <p:nvSpPr>
          <p:cNvPr id="16397" name="Arc 13"/>
          <p:cNvSpPr>
            <a:spLocks/>
          </p:cNvSpPr>
          <p:nvPr/>
        </p:nvSpPr>
        <p:spPr bwMode="auto">
          <a:xfrm>
            <a:off x="6096000" y="4800600"/>
            <a:ext cx="152400" cy="300038"/>
          </a:xfrm>
          <a:custGeom>
            <a:avLst/>
            <a:gdLst>
              <a:gd name="T0" fmla="*/ 0 w 21600"/>
              <a:gd name="T1" fmla="*/ 0 h 43200"/>
              <a:gd name="T2" fmla="*/ 1341 w 21600"/>
              <a:gd name="T3" fmla="*/ 2083861 h 43200"/>
              <a:gd name="T4" fmla="*/ 0 w 21600"/>
              <a:gd name="T5" fmla="*/ 1041931 h 43200"/>
              <a:gd name="T6" fmla="*/ 0 60000 65536"/>
              <a:gd name="T7" fmla="*/ 0 60000 65536"/>
              <a:gd name="T8" fmla="*/ 0 60000 65536"/>
              <a:gd name="T9" fmla="*/ 0 w 21600"/>
              <a:gd name="T10" fmla="*/ 0 h 43200"/>
              <a:gd name="T11" fmla="*/ 21600 w 21600"/>
              <a:gd name="T12" fmla="*/ 43200 h 43200"/>
            </a:gdLst>
            <a:ahLst/>
            <a:cxnLst>
              <a:cxn ang="T6">
                <a:pos x="T0" y="T1"/>
              </a:cxn>
              <a:cxn ang="T7">
                <a:pos x="T2" y="T3"/>
              </a:cxn>
              <a:cxn ang="T8">
                <a:pos x="T4" y="T5"/>
              </a:cxn>
            </a:cxnLst>
            <a:rect l="T9" t="T10" r="T11" b="T12"/>
            <a:pathLst>
              <a:path w="21600" h="43200" fill="none" extrusionOk="0">
                <a:moveTo>
                  <a:pt x="-1" y="0"/>
                </a:moveTo>
                <a:cubicBezTo>
                  <a:pt x="11929" y="0"/>
                  <a:pt x="21600" y="9670"/>
                  <a:pt x="21600" y="21600"/>
                </a:cubicBezTo>
                <a:cubicBezTo>
                  <a:pt x="21600" y="33518"/>
                  <a:pt x="11945" y="43185"/>
                  <a:pt x="26" y="43199"/>
                </a:cubicBezTo>
              </a:path>
              <a:path w="21600" h="43200" stroke="0" extrusionOk="0">
                <a:moveTo>
                  <a:pt x="-1" y="0"/>
                </a:moveTo>
                <a:cubicBezTo>
                  <a:pt x="11929" y="0"/>
                  <a:pt x="21600" y="9670"/>
                  <a:pt x="21600" y="21600"/>
                </a:cubicBezTo>
                <a:cubicBezTo>
                  <a:pt x="21600" y="33518"/>
                  <a:pt x="11945" y="43185"/>
                  <a:pt x="26" y="43199"/>
                </a:cubicBezTo>
                <a:lnTo>
                  <a:pt x="0" y="21600"/>
                </a:lnTo>
                <a:close/>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6398" name="Arc 14"/>
          <p:cNvSpPr>
            <a:spLocks/>
          </p:cNvSpPr>
          <p:nvPr/>
        </p:nvSpPr>
        <p:spPr bwMode="auto">
          <a:xfrm flipH="1">
            <a:off x="6705600" y="3429000"/>
            <a:ext cx="152400" cy="300038"/>
          </a:xfrm>
          <a:custGeom>
            <a:avLst/>
            <a:gdLst>
              <a:gd name="T0" fmla="*/ 0 w 21600"/>
              <a:gd name="T1" fmla="*/ 0 h 43200"/>
              <a:gd name="T2" fmla="*/ 1341 w 21600"/>
              <a:gd name="T3" fmla="*/ 2083861 h 43200"/>
              <a:gd name="T4" fmla="*/ 0 w 21600"/>
              <a:gd name="T5" fmla="*/ 1041931 h 43200"/>
              <a:gd name="T6" fmla="*/ 0 60000 65536"/>
              <a:gd name="T7" fmla="*/ 0 60000 65536"/>
              <a:gd name="T8" fmla="*/ 0 60000 65536"/>
              <a:gd name="T9" fmla="*/ 0 w 21600"/>
              <a:gd name="T10" fmla="*/ 0 h 43200"/>
              <a:gd name="T11" fmla="*/ 21600 w 21600"/>
              <a:gd name="T12" fmla="*/ 43200 h 43200"/>
            </a:gdLst>
            <a:ahLst/>
            <a:cxnLst>
              <a:cxn ang="T6">
                <a:pos x="T0" y="T1"/>
              </a:cxn>
              <a:cxn ang="T7">
                <a:pos x="T2" y="T3"/>
              </a:cxn>
              <a:cxn ang="T8">
                <a:pos x="T4" y="T5"/>
              </a:cxn>
            </a:cxnLst>
            <a:rect l="T9" t="T10" r="T11" b="T12"/>
            <a:pathLst>
              <a:path w="21600" h="43200" fill="none" extrusionOk="0">
                <a:moveTo>
                  <a:pt x="-1" y="0"/>
                </a:moveTo>
                <a:cubicBezTo>
                  <a:pt x="11929" y="0"/>
                  <a:pt x="21600" y="9670"/>
                  <a:pt x="21600" y="21600"/>
                </a:cubicBezTo>
                <a:cubicBezTo>
                  <a:pt x="21600" y="33518"/>
                  <a:pt x="11945" y="43185"/>
                  <a:pt x="26" y="43199"/>
                </a:cubicBezTo>
              </a:path>
              <a:path w="21600" h="43200" stroke="0" extrusionOk="0">
                <a:moveTo>
                  <a:pt x="-1" y="0"/>
                </a:moveTo>
                <a:cubicBezTo>
                  <a:pt x="11929" y="0"/>
                  <a:pt x="21600" y="9670"/>
                  <a:pt x="21600" y="21600"/>
                </a:cubicBezTo>
                <a:cubicBezTo>
                  <a:pt x="21600" y="33518"/>
                  <a:pt x="11945" y="43185"/>
                  <a:pt x="26" y="43199"/>
                </a:cubicBezTo>
                <a:lnTo>
                  <a:pt x="0" y="21600"/>
                </a:lnTo>
                <a:close/>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6399" name="Arc 15"/>
          <p:cNvSpPr>
            <a:spLocks/>
          </p:cNvSpPr>
          <p:nvPr/>
        </p:nvSpPr>
        <p:spPr bwMode="auto">
          <a:xfrm rot="5400000">
            <a:off x="7389019" y="3812381"/>
            <a:ext cx="152400" cy="300038"/>
          </a:xfrm>
          <a:custGeom>
            <a:avLst/>
            <a:gdLst>
              <a:gd name="T0" fmla="*/ 0 w 21600"/>
              <a:gd name="T1" fmla="*/ 0 h 43200"/>
              <a:gd name="T2" fmla="*/ 1341 w 21600"/>
              <a:gd name="T3" fmla="*/ 2083861 h 43200"/>
              <a:gd name="T4" fmla="*/ 0 w 21600"/>
              <a:gd name="T5" fmla="*/ 1041931 h 43200"/>
              <a:gd name="T6" fmla="*/ 0 60000 65536"/>
              <a:gd name="T7" fmla="*/ 0 60000 65536"/>
              <a:gd name="T8" fmla="*/ 0 60000 65536"/>
              <a:gd name="T9" fmla="*/ 0 w 21600"/>
              <a:gd name="T10" fmla="*/ 0 h 43200"/>
              <a:gd name="T11" fmla="*/ 21600 w 21600"/>
              <a:gd name="T12" fmla="*/ 43200 h 43200"/>
            </a:gdLst>
            <a:ahLst/>
            <a:cxnLst>
              <a:cxn ang="T6">
                <a:pos x="T0" y="T1"/>
              </a:cxn>
              <a:cxn ang="T7">
                <a:pos x="T2" y="T3"/>
              </a:cxn>
              <a:cxn ang="T8">
                <a:pos x="T4" y="T5"/>
              </a:cxn>
            </a:cxnLst>
            <a:rect l="T9" t="T10" r="T11" b="T12"/>
            <a:pathLst>
              <a:path w="21600" h="43200" fill="none" extrusionOk="0">
                <a:moveTo>
                  <a:pt x="-1" y="0"/>
                </a:moveTo>
                <a:cubicBezTo>
                  <a:pt x="11929" y="0"/>
                  <a:pt x="21600" y="9670"/>
                  <a:pt x="21600" y="21600"/>
                </a:cubicBezTo>
                <a:cubicBezTo>
                  <a:pt x="21600" y="33518"/>
                  <a:pt x="11945" y="43185"/>
                  <a:pt x="26" y="43199"/>
                </a:cubicBezTo>
              </a:path>
              <a:path w="21600" h="43200" stroke="0" extrusionOk="0">
                <a:moveTo>
                  <a:pt x="-1" y="0"/>
                </a:moveTo>
                <a:cubicBezTo>
                  <a:pt x="11929" y="0"/>
                  <a:pt x="21600" y="9670"/>
                  <a:pt x="21600" y="21600"/>
                </a:cubicBezTo>
                <a:cubicBezTo>
                  <a:pt x="21600" y="33518"/>
                  <a:pt x="11945" y="43185"/>
                  <a:pt x="26" y="43199"/>
                </a:cubicBezTo>
                <a:lnTo>
                  <a:pt x="0" y="21600"/>
                </a:lnTo>
                <a:close/>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6400" name="Oval 16"/>
          <p:cNvSpPr>
            <a:spLocks noChangeArrowheads="1"/>
          </p:cNvSpPr>
          <p:nvPr/>
        </p:nvSpPr>
        <p:spPr bwMode="auto">
          <a:xfrm>
            <a:off x="7010400" y="1981200"/>
            <a:ext cx="914400" cy="381000"/>
          </a:xfrm>
          <a:prstGeom prst="ellipse">
            <a:avLst/>
          </a:pr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algn="ctr"/>
            <a:r>
              <a:rPr lang="en-GB" sz="1600">
                <a:solidFill>
                  <a:schemeClr val="tx1"/>
                </a:solidFill>
                <a:latin typeface="Arial" charset="0"/>
              </a:rPr>
              <a:t>ID</a:t>
            </a:r>
          </a:p>
        </p:txBody>
      </p:sp>
      <p:sp>
        <p:nvSpPr>
          <p:cNvPr id="16401" name="Oval 17"/>
          <p:cNvSpPr>
            <a:spLocks noChangeArrowheads="1"/>
          </p:cNvSpPr>
          <p:nvPr/>
        </p:nvSpPr>
        <p:spPr bwMode="auto">
          <a:xfrm>
            <a:off x="7543800" y="2514600"/>
            <a:ext cx="914400" cy="381000"/>
          </a:xfrm>
          <a:prstGeom prst="ellipse">
            <a:avLst/>
          </a:pr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algn="ctr"/>
            <a:r>
              <a:rPr lang="en-GB" sz="1600">
                <a:solidFill>
                  <a:schemeClr val="tx1"/>
                </a:solidFill>
                <a:latin typeface="Arial" charset="0"/>
              </a:rPr>
              <a:t>Ph#</a:t>
            </a:r>
          </a:p>
        </p:txBody>
      </p:sp>
      <p:sp>
        <p:nvSpPr>
          <p:cNvPr id="16402" name="Oval 18"/>
          <p:cNvSpPr>
            <a:spLocks noChangeArrowheads="1"/>
          </p:cNvSpPr>
          <p:nvPr/>
        </p:nvSpPr>
        <p:spPr bwMode="auto">
          <a:xfrm>
            <a:off x="6477000" y="2514600"/>
            <a:ext cx="914400" cy="381000"/>
          </a:xfrm>
          <a:prstGeom prst="ellipse">
            <a:avLst/>
          </a:pr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algn="ctr"/>
            <a:r>
              <a:rPr lang="en-GB" sz="1600">
                <a:solidFill>
                  <a:schemeClr val="tx1"/>
                </a:solidFill>
                <a:latin typeface="Arial" charset="0"/>
              </a:rPr>
              <a:t>Name</a:t>
            </a:r>
          </a:p>
        </p:txBody>
      </p:sp>
      <p:cxnSp>
        <p:nvCxnSpPr>
          <p:cNvPr id="16403" name="AutoShape 19"/>
          <p:cNvCxnSpPr>
            <a:cxnSpLocks noChangeShapeType="1"/>
            <a:stCxn id="16388" idx="0"/>
            <a:endCxn id="16401" idx="4"/>
          </p:cNvCxnSpPr>
          <p:nvPr/>
        </p:nvCxnSpPr>
        <p:spPr bwMode="auto">
          <a:xfrm flipV="1">
            <a:off x="7467600" y="2905125"/>
            <a:ext cx="533400" cy="361950"/>
          </a:xfrm>
          <a:prstGeom prst="straightConnector1">
            <a:avLst/>
          </a:prstGeom>
          <a:noFill/>
          <a:ln w="19050">
            <a:solidFill>
              <a:schemeClr val="tx1"/>
            </a:solidFill>
            <a:round/>
            <a:headEnd/>
            <a:tailEnd/>
          </a:ln>
          <a:extLst>
            <a:ext uri="{909E8E84-426E-40DD-AFC4-6F175D3DCCD1}">
              <a14:hiddenFill xmlns:a14="http://schemas.microsoft.com/office/drawing/2010/main">
                <a:noFill/>
              </a14:hiddenFill>
            </a:ext>
          </a:extLst>
        </p:spPr>
      </p:cxnSp>
      <p:cxnSp>
        <p:nvCxnSpPr>
          <p:cNvPr id="16404" name="AutoShape 20"/>
          <p:cNvCxnSpPr>
            <a:cxnSpLocks noChangeShapeType="1"/>
            <a:stCxn id="16388" idx="0"/>
            <a:endCxn id="16400" idx="4"/>
          </p:cNvCxnSpPr>
          <p:nvPr/>
        </p:nvCxnSpPr>
        <p:spPr bwMode="auto">
          <a:xfrm flipV="1">
            <a:off x="7467600" y="2371725"/>
            <a:ext cx="0" cy="895350"/>
          </a:xfrm>
          <a:prstGeom prst="straightConnector1">
            <a:avLst/>
          </a:prstGeom>
          <a:noFill/>
          <a:ln w="19050">
            <a:solidFill>
              <a:schemeClr val="tx1"/>
            </a:solidFill>
            <a:round/>
            <a:headEnd/>
            <a:tailEnd/>
          </a:ln>
          <a:extLst>
            <a:ext uri="{909E8E84-426E-40DD-AFC4-6F175D3DCCD1}">
              <a14:hiddenFill xmlns:a14="http://schemas.microsoft.com/office/drawing/2010/main">
                <a:noFill/>
              </a14:hiddenFill>
            </a:ext>
          </a:extLst>
        </p:spPr>
      </p:cxnSp>
      <p:cxnSp>
        <p:nvCxnSpPr>
          <p:cNvPr id="16405" name="AutoShape 21"/>
          <p:cNvCxnSpPr>
            <a:cxnSpLocks noChangeShapeType="1"/>
            <a:stCxn id="16388" idx="0"/>
            <a:endCxn id="16402" idx="4"/>
          </p:cNvCxnSpPr>
          <p:nvPr/>
        </p:nvCxnSpPr>
        <p:spPr bwMode="auto">
          <a:xfrm flipH="1" flipV="1">
            <a:off x="6934200" y="2905125"/>
            <a:ext cx="533400" cy="361950"/>
          </a:xfrm>
          <a:prstGeom prst="straightConnector1">
            <a:avLst/>
          </a:prstGeom>
          <a:noFill/>
          <a:ln w="19050">
            <a:solidFill>
              <a:schemeClr val="tx1"/>
            </a:solidFill>
            <a:round/>
            <a:headEnd/>
            <a:tailEnd/>
          </a:ln>
          <a:extLst>
            <a:ext uri="{909E8E84-426E-40DD-AFC4-6F175D3DCCD1}">
              <a14:hiddenFill xmlns:a14="http://schemas.microsoft.com/office/drawing/2010/main">
                <a:noFill/>
              </a14:hiddenFill>
            </a:ext>
          </a:extLst>
        </p:spPr>
      </p:cxnSp>
      <p:sp>
        <p:nvSpPr>
          <p:cNvPr id="4" name="Slide Number Placeholder 3"/>
          <p:cNvSpPr>
            <a:spLocks noGrp="1"/>
          </p:cNvSpPr>
          <p:nvPr>
            <p:ph type="sldNum" sz="quarter" idx="12"/>
          </p:nvPr>
        </p:nvSpPr>
        <p:spPr/>
        <p:txBody>
          <a:bodyPr/>
          <a:lstStyle/>
          <a:p>
            <a:pPr>
              <a:defRPr/>
            </a:pPr>
            <a:fld id="{DD78C07B-49A2-4C49-BC08-EB24CFD51614}" type="slidenum">
              <a:rPr lang="en-US" smtClean="0"/>
              <a:pPr>
                <a:defRPr/>
              </a:pPr>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p:txBody>
          <a:bodyPr/>
          <a:lstStyle/>
          <a:p>
            <a:pPr eaLnBrk="1" hangingPunct="1"/>
            <a:r>
              <a:rPr lang="en-GB"/>
              <a:t>Entities</a:t>
            </a:r>
          </a:p>
        </p:txBody>
      </p:sp>
      <p:sp>
        <p:nvSpPr>
          <p:cNvPr id="17411" name="Rectangle 3"/>
          <p:cNvSpPr>
            <a:spLocks noGrp="1" noChangeArrowheads="1"/>
          </p:cNvSpPr>
          <p:nvPr>
            <p:ph sz="half" idx="1"/>
          </p:nvPr>
        </p:nvSpPr>
        <p:spPr/>
        <p:txBody>
          <a:bodyPr/>
          <a:lstStyle/>
          <a:p>
            <a:pPr algn="just" eaLnBrk="1" hangingPunct="1"/>
            <a:r>
              <a:rPr lang="en-GB" sz="2400" dirty="0"/>
              <a:t>Entities represent objects or things of interest</a:t>
            </a:r>
          </a:p>
          <a:p>
            <a:pPr lvl="1" algn="just" eaLnBrk="1" hangingPunct="1"/>
            <a:endParaRPr lang="en-GB" sz="2000" dirty="0"/>
          </a:p>
          <a:p>
            <a:pPr lvl="1" algn="just" eaLnBrk="1" hangingPunct="1"/>
            <a:r>
              <a:rPr lang="en-GB" sz="2000" dirty="0"/>
              <a:t>Physical things like students, lecturers, employees..</a:t>
            </a:r>
          </a:p>
          <a:p>
            <a:pPr lvl="1" algn="just" eaLnBrk="1" hangingPunct="1"/>
            <a:r>
              <a:rPr lang="en-GB" sz="2000" dirty="0"/>
              <a:t>More abstract things like modules, orders, courses, projects</a:t>
            </a:r>
          </a:p>
        </p:txBody>
      </p:sp>
      <p:sp>
        <p:nvSpPr>
          <p:cNvPr id="17412" name="Rectangle 4"/>
          <p:cNvSpPr>
            <a:spLocks noGrp="1" noChangeArrowheads="1"/>
          </p:cNvSpPr>
          <p:nvPr>
            <p:ph sz="half" idx="2"/>
          </p:nvPr>
        </p:nvSpPr>
        <p:spPr/>
        <p:txBody>
          <a:bodyPr/>
          <a:lstStyle/>
          <a:p>
            <a:pPr algn="just" eaLnBrk="1" hangingPunct="1"/>
            <a:r>
              <a:rPr lang="en-GB" sz="2400" dirty="0"/>
              <a:t>Entities have</a:t>
            </a:r>
          </a:p>
          <a:p>
            <a:pPr lvl="1" algn="just" eaLnBrk="1" hangingPunct="1"/>
            <a:r>
              <a:rPr lang="en-GB" sz="2000" dirty="0"/>
              <a:t>A general type or class, such as Lecturer or Module</a:t>
            </a:r>
          </a:p>
          <a:p>
            <a:pPr lvl="1" algn="just" eaLnBrk="1" hangingPunct="1"/>
            <a:endParaRPr lang="en-GB" sz="2000" dirty="0"/>
          </a:p>
          <a:p>
            <a:pPr lvl="1" algn="just" eaLnBrk="1" hangingPunct="1"/>
            <a:r>
              <a:rPr lang="en-GB" sz="2000" dirty="0"/>
              <a:t>Instances of that particular type, such as Steve Mills, Natasha  are  instances of Lecturer</a:t>
            </a:r>
          </a:p>
          <a:p>
            <a:pPr lvl="1" algn="just" eaLnBrk="1" hangingPunct="1">
              <a:buFont typeface="Wingdings 3" pitchFamily="18" charset="2"/>
              <a:buNone/>
            </a:pPr>
            <a:endParaRPr lang="en-GB" sz="2000" dirty="0"/>
          </a:p>
          <a:p>
            <a:pPr lvl="1" algn="just" eaLnBrk="1" hangingPunct="1"/>
            <a:r>
              <a:rPr lang="en-GB" sz="2000" dirty="0"/>
              <a:t>Attributes (such as name, email address)</a:t>
            </a:r>
          </a:p>
        </p:txBody>
      </p:sp>
      <p:sp>
        <p:nvSpPr>
          <p:cNvPr id="4" name="Slide Number Placeholder 3"/>
          <p:cNvSpPr>
            <a:spLocks noGrp="1"/>
          </p:cNvSpPr>
          <p:nvPr>
            <p:ph type="sldNum" sz="quarter" idx="12"/>
          </p:nvPr>
        </p:nvSpPr>
        <p:spPr/>
        <p:txBody>
          <a:bodyPr/>
          <a:lstStyle/>
          <a:p>
            <a:pPr>
              <a:defRPr/>
            </a:pPr>
            <a:fld id="{DD78C07B-49A2-4C49-BC08-EB24CFD51614}" type="slidenum">
              <a:rPr lang="en-US" smtClean="0"/>
              <a:pPr>
                <a:defRPr/>
              </a:pPr>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p:txBody>
          <a:bodyPr/>
          <a:lstStyle/>
          <a:p>
            <a:pPr eaLnBrk="1" hangingPunct="1"/>
            <a:r>
              <a:rPr lang="en-GB"/>
              <a:t>Entities</a:t>
            </a:r>
          </a:p>
        </p:txBody>
      </p:sp>
      <p:sp>
        <p:nvSpPr>
          <p:cNvPr id="18435" name="Rectangle 3"/>
          <p:cNvSpPr>
            <a:spLocks noGrp="1" noChangeArrowheads="1"/>
          </p:cNvSpPr>
          <p:nvPr>
            <p:ph sz="half" idx="1"/>
          </p:nvPr>
        </p:nvSpPr>
        <p:spPr/>
        <p:txBody>
          <a:bodyPr/>
          <a:lstStyle/>
          <a:p>
            <a:pPr eaLnBrk="1" hangingPunct="1"/>
            <a:endParaRPr lang="en-GB" sz="2400" dirty="0"/>
          </a:p>
          <a:p>
            <a:pPr algn="just" eaLnBrk="1" hangingPunct="1"/>
            <a:r>
              <a:rPr lang="en-GB" sz="2400" dirty="0"/>
              <a:t>In an E/R Diagram, an entity is usually drawn as a box with rounded corners or Rectangle</a:t>
            </a:r>
          </a:p>
          <a:p>
            <a:pPr algn="just" eaLnBrk="1" hangingPunct="1">
              <a:buFont typeface="Wingdings 3" pitchFamily="18" charset="2"/>
              <a:buNone/>
            </a:pPr>
            <a:endParaRPr lang="en-GB" sz="2400" dirty="0"/>
          </a:p>
          <a:p>
            <a:pPr algn="just" eaLnBrk="1" hangingPunct="1"/>
            <a:r>
              <a:rPr lang="en-GB" sz="2400" dirty="0"/>
              <a:t>The box is labelled with the name of that entity</a:t>
            </a:r>
          </a:p>
        </p:txBody>
      </p:sp>
      <p:sp>
        <p:nvSpPr>
          <p:cNvPr id="18436" name="AutoShape 4"/>
          <p:cNvSpPr>
            <a:spLocks noChangeArrowheads="1"/>
          </p:cNvSpPr>
          <p:nvPr/>
        </p:nvSpPr>
        <p:spPr bwMode="auto">
          <a:xfrm>
            <a:off x="6858000" y="3276600"/>
            <a:ext cx="1219200" cy="609600"/>
          </a:xfrm>
          <a:prstGeom prst="roundRect">
            <a:avLst>
              <a:gd name="adj" fmla="val 16667"/>
            </a:avLst>
          </a:pr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algn="ctr"/>
            <a:r>
              <a:rPr lang="en-GB" sz="2000">
                <a:solidFill>
                  <a:schemeClr val="tx1"/>
                </a:solidFill>
                <a:latin typeface="Arial" charset="0"/>
              </a:rPr>
              <a:t>Student</a:t>
            </a:r>
          </a:p>
        </p:txBody>
      </p:sp>
      <p:sp>
        <p:nvSpPr>
          <p:cNvPr id="18437" name="AutoShape 5"/>
          <p:cNvSpPr>
            <a:spLocks noChangeArrowheads="1"/>
          </p:cNvSpPr>
          <p:nvPr/>
        </p:nvSpPr>
        <p:spPr bwMode="auto">
          <a:xfrm>
            <a:off x="4876800" y="1905000"/>
            <a:ext cx="1219200" cy="609600"/>
          </a:xfrm>
          <a:prstGeom prst="roundRect">
            <a:avLst>
              <a:gd name="adj" fmla="val 16667"/>
            </a:avLst>
          </a:pr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algn="ctr"/>
            <a:r>
              <a:rPr lang="en-GB" sz="2000">
                <a:solidFill>
                  <a:schemeClr val="tx1"/>
                </a:solidFill>
                <a:latin typeface="Arial" charset="0"/>
              </a:rPr>
              <a:t>Lecturer</a:t>
            </a:r>
          </a:p>
        </p:txBody>
      </p:sp>
      <p:sp>
        <p:nvSpPr>
          <p:cNvPr id="18438" name="AutoShape 6"/>
          <p:cNvSpPr>
            <a:spLocks noChangeArrowheads="1"/>
          </p:cNvSpPr>
          <p:nvPr/>
        </p:nvSpPr>
        <p:spPr bwMode="auto">
          <a:xfrm>
            <a:off x="4876800" y="4648200"/>
            <a:ext cx="1219200" cy="609600"/>
          </a:xfrm>
          <a:prstGeom prst="roundRect">
            <a:avLst>
              <a:gd name="adj" fmla="val 16667"/>
            </a:avLst>
          </a:pr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algn="ctr"/>
            <a:r>
              <a:rPr lang="en-GB" sz="2000">
                <a:solidFill>
                  <a:schemeClr val="tx1"/>
                </a:solidFill>
                <a:latin typeface="Arial" charset="0"/>
              </a:rPr>
              <a:t>course</a:t>
            </a:r>
          </a:p>
        </p:txBody>
      </p:sp>
      <p:sp>
        <p:nvSpPr>
          <p:cNvPr id="18439" name="AutoShape 7"/>
          <p:cNvSpPr>
            <a:spLocks noChangeArrowheads="1"/>
          </p:cNvSpPr>
          <p:nvPr/>
        </p:nvSpPr>
        <p:spPr bwMode="auto">
          <a:xfrm>
            <a:off x="4876800" y="3200400"/>
            <a:ext cx="1219200" cy="762000"/>
          </a:xfrm>
          <a:prstGeom prst="diamond">
            <a:avLst/>
          </a:prstGeom>
          <a:noFill/>
          <a:ln w="6350">
            <a:solidFill>
              <a:schemeClr val="folHlink"/>
            </a:solidFill>
            <a:prstDash val="dash"/>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r>
              <a:rPr lang="en-GB" sz="2000">
                <a:solidFill>
                  <a:schemeClr val="folHlink"/>
                </a:solidFill>
                <a:latin typeface="Arial" charset="0"/>
              </a:rPr>
              <a:t>teaches</a:t>
            </a:r>
          </a:p>
        </p:txBody>
      </p:sp>
      <p:sp>
        <p:nvSpPr>
          <p:cNvPr id="18440" name="AutoShape 8"/>
          <p:cNvSpPr>
            <a:spLocks noChangeArrowheads="1"/>
          </p:cNvSpPr>
          <p:nvPr/>
        </p:nvSpPr>
        <p:spPr bwMode="auto">
          <a:xfrm>
            <a:off x="6858000" y="4572000"/>
            <a:ext cx="1219200" cy="762000"/>
          </a:xfrm>
          <a:prstGeom prst="diamond">
            <a:avLst/>
          </a:prstGeom>
          <a:noFill/>
          <a:ln w="6350">
            <a:solidFill>
              <a:schemeClr val="folHlink"/>
            </a:solidFill>
            <a:prstDash val="dash"/>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r>
              <a:rPr lang="en-GB" sz="2000">
                <a:solidFill>
                  <a:schemeClr val="folHlink"/>
                </a:solidFill>
                <a:latin typeface="Arial" charset="0"/>
              </a:rPr>
              <a:t>Register</a:t>
            </a:r>
          </a:p>
        </p:txBody>
      </p:sp>
      <p:cxnSp>
        <p:nvCxnSpPr>
          <p:cNvPr id="18441" name="AutoShape 9"/>
          <p:cNvCxnSpPr>
            <a:cxnSpLocks noChangeShapeType="1"/>
            <a:stCxn id="18437" idx="2"/>
            <a:endCxn id="18439" idx="0"/>
          </p:cNvCxnSpPr>
          <p:nvPr/>
        </p:nvCxnSpPr>
        <p:spPr bwMode="auto">
          <a:xfrm>
            <a:off x="5486400" y="2524125"/>
            <a:ext cx="0" cy="676275"/>
          </a:xfrm>
          <a:prstGeom prst="straightConnector1">
            <a:avLst/>
          </a:prstGeom>
          <a:noFill/>
          <a:ln w="6350">
            <a:solidFill>
              <a:schemeClr val="folHlink"/>
            </a:solidFill>
            <a:prstDash val="dash"/>
            <a:round/>
            <a:headEnd/>
            <a:tailEnd/>
          </a:ln>
          <a:extLst>
            <a:ext uri="{909E8E84-426E-40DD-AFC4-6F175D3DCCD1}">
              <a14:hiddenFill xmlns:a14="http://schemas.microsoft.com/office/drawing/2010/main">
                <a:noFill/>
              </a14:hiddenFill>
            </a:ext>
          </a:extLst>
        </p:spPr>
      </p:cxnSp>
      <p:cxnSp>
        <p:nvCxnSpPr>
          <p:cNvPr id="18442" name="AutoShape 10"/>
          <p:cNvCxnSpPr>
            <a:cxnSpLocks noChangeShapeType="1"/>
            <a:stCxn id="18439" idx="3"/>
            <a:endCxn id="18436" idx="1"/>
          </p:cNvCxnSpPr>
          <p:nvPr/>
        </p:nvCxnSpPr>
        <p:spPr bwMode="auto">
          <a:xfrm>
            <a:off x="6096000" y="3581400"/>
            <a:ext cx="752475" cy="0"/>
          </a:xfrm>
          <a:prstGeom prst="straightConnector1">
            <a:avLst/>
          </a:prstGeom>
          <a:noFill/>
          <a:ln w="6350">
            <a:solidFill>
              <a:schemeClr val="folHlink"/>
            </a:solidFill>
            <a:prstDash val="dash"/>
            <a:round/>
            <a:headEnd/>
            <a:tailEnd/>
          </a:ln>
          <a:extLst>
            <a:ext uri="{909E8E84-426E-40DD-AFC4-6F175D3DCCD1}">
              <a14:hiddenFill xmlns:a14="http://schemas.microsoft.com/office/drawing/2010/main">
                <a:noFill/>
              </a14:hiddenFill>
            </a:ext>
          </a:extLst>
        </p:spPr>
      </p:cxnSp>
      <p:cxnSp>
        <p:nvCxnSpPr>
          <p:cNvPr id="18443" name="AutoShape 11"/>
          <p:cNvCxnSpPr>
            <a:cxnSpLocks noChangeShapeType="1"/>
            <a:stCxn id="18436" idx="2"/>
            <a:endCxn id="18440" idx="0"/>
          </p:cNvCxnSpPr>
          <p:nvPr/>
        </p:nvCxnSpPr>
        <p:spPr bwMode="auto">
          <a:xfrm>
            <a:off x="7467600" y="3895725"/>
            <a:ext cx="0" cy="676275"/>
          </a:xfrm>
          <a:prstGeom prst="straightConnector1">
            <a:avLst/>
          </a:prstGeom>
          <a:noFill/>
          <a:ln w="6350">
            <a:solidFill>
              <a:schemeClr val="folHlink"/>
            </a:solidFill>
            <a:prstDash val="dash"/>
            <a:round/>
            <a:headEnd/>
            <a:tailEnd/>
          </a:ln>
          <a:extLst>
            <a:ext uri="{909E8E84-426E-40DD-AFC4-6F175D3DCCD1}">
              <a14:hiddenFill xmlns:a14="http://schemas.microsoft.com/office/drawing/2010/main">
                <a:noFill/>
              </a14:hiddenFill>
            </a:ext>
          </a:extLst>
        </p:spPr>
      </p:cxnSp>
      <p:cxnSp>
        <p:nvCxnSpPr>
          <p:cNvPr id="18444" name="AutoShape 12"/>
          <p:cNvCxnSpPr>
            <a:cxnSpLocks noChangeShapeType="1"/>
            <a:stCxn id="18438" idx="3"/>
            <a:endCxn id="18440" idx="1"/>
          </p:cNvCxnSpPr>
          <p:nvPr/>
        </p:nvCxnSpPr>
        <p:spPr bwMode="auto">
          <a:xfrm>
            <a:off x="6105525" y="4953000"/>
            <a:ext cx="752475" cy="0"/>
          </a:xfrm>
          <a:prstGeom prst="straightConnector1">
            <a:avLst/>
          </a:prstGeom>
          <a:noFill/>
          <a:ln w="6350">
            <a:solidFill>
              <a:schemeClr val="folHlink"/>
            </a:solidFill>
            <a:prstDash val="dash"/>
            <a:round/>
            <a:headEnd/>
            <a:tailEnd/>
          </a:ln>
          <a:extLst>
            <a:ext uri="{909E8E84-426E-40DD-AFC4-6F175D3DCCD1}">
              <a14:hiddenFill xmlns:a14="http://schemas.microsoft.com/office/drawing/2010/main">
                <a:noFill/>
              </a14:hiddenFill>
            </a:ext>
          </a:extLst>
        </p:spPr>
      </p:cxnSp>
      <p:sp>
        <p:nvSpPr>
          <p:cNvPr id="18445" name="Arc 13"/>
          <p:cNvSpPr>
            <a:spLocks/>
          </p:cNvSpPr>
          <p:nvPr/>
        </p:nvSpPr>
        <p:spPr bwMode="auto">
          <a:xfrm>
            <a:off x="6096000" y="4800600"/>
            <a:ext cx="152400" cy="300038"/>
          </a:xfrm>
          <a:custGeom>
            <a:avLst/>
            <a:gdLst>
              <a:gd name="T0" fmla="*/ 0 w 21600"/>
              <a:gd name="T1" fmla="*/ 0 h 43200"/>
              <a:gd name="T2" fmla="*/ 1341 w 21600"/>
              <a:gd name="T3" fmla="*/ 2083861 h 43200"/>
              <a:gd name="T4" fmla="*/ 0 w 21600"/>
              <a:gd name="T5" fmla="*/ 1041931 h 43200"/>
              <a:gd name="T6" fmla="*/ 0 60000 65536"/>
              <a:gd name="T7" fmla="*/ 0 60000 65536"/>
              <a:gd name="T8" fmla="*/ 0 60000 65536"/>
              <a:gd name="T9" fmla="*/ 0 w 21600"/>
              <a:gd name="T10" fmla="*/ 0 h 43200"/>
              <a:gd name="T11" fmla="*/ 21600 w 21600"/>
              <a:gd name="T12" fmla="*/ 43200 h 43200"/>
            </a:gdLst>
            <a:ahLst/>
            <a:cxnLst>
              <a:cxn ang="T6">
                <a:pos x="T0" y="T1"/>
              </a:cxn>
              <a:cxn ang="T7">
                <a:pos x="T2" y="T3"/>
              </a:cxn>
              <a:cxn ang="T8">
                <a:pos x="T4" y="T5"/>
              </a:cxn>
            </a:cxnLst>
            <a:rect l="T9" t="T10" r="T11" b="T12"/>
            <a:pathLst>
              <a:path w="21600" h="43200" fill="none" extrusionOk="0">
                <a:moveTo>
                  <a:pt x="-1" y="0"/>
                </a:moveTo>
                <a:cubicBezTo>
                  <a:pt x="11929" y="0"/>
                  <a:pt x="21600" y="9670"/>
                  <a:pt x="21600" y="21600"/>
                </a:cubicBezTo>
                <a:cubicBezTo>
                  <a:pt x="21600" y="33518"/>
                  <a:pt x="11945" y="43185"/>
                  <a:pt x="26" y="43199"/>
                </a:cubicBezTo>
              </a:path>
              <a:path w="21600" h="43200" stroke="0" extrusionOk="0">
                <a:moveTo>
                  <a:pt x="-1" y="0"/>
                </a:moveTo>
                <a:cubicBezTo>
                  <a:pt x="11929" y="0"/>
                  <a:pt x="21600" y="9670"/>
                  <a:pt x="21600" y="21600"/>
                </a:cubicBezTo>
                <a:cubicBezTo>
                  <a:pt x="21600" y="33518"/>
                  <a:pt x="11945" y="43185"/>
                  <a:pt x="26" y="43199"/>
                </a:cubicBezTo>
                <a:lnTo>
                  <a:pt x="0" y="21600"/>
                </a:lnTo>
                <a:close/>
              </a:path>
            </a:pathLst>
          </a:custGeom>
          <a:noFill/>
          <a:ln w="6350">
            <a:solidFill>
              <a:schemeClr val="folHlink"/>
            </a:solidFill>
            <a:prstDash val="dash"/>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8446" name="Arc 14"/>
          <p:cNvSpPr>
            <a:spLocks/>
          </p:cNvSpPr>
          <p:nvPr/>
        </p:nvSpPr>
        <p:spPr bwMode="auto">
          <a:xfrm flipH="1">
            <a:off x="6705600" y="3429000"/>
            <a:ext cx="152400" cy="300038"/>
          </a:xfrm>
          <a:custGeom>
            <a:avLst/>
            <a:gdLst>
              <a:gd name="T0" fmla="*/ 0 w 21600"/>
              <a:gd name="T1" fmla="*/ 0 h 43200"/>
              <a:gd name="T2" fmla="*/ 1341 w 21600"/>
              <a:gd name="T3" fmla="*/ 2083861 h 43200"/>
              <a:gd name="T4" fmla="*/ 0 w 21600"/>
              <a:gd name="T5" fmla="*/ 1041931 h 43200"/>
              <a:gd name="T6" fmla="*/ 0 60000 65536"/>
              <a:gd name="T7" fmla="*/ 0 60000 65536"/>
              <a:gd name="T8" fmla="*/ 0 60000 65536"/>
              <a:gd name="T9" fmla="*/ 0 w 21600"/>
              <a:gd name="T10" fmla="*/ 0 h 43200"/>
              <a:gd name="T11" fmla="*/ 21600 w 21600"/>
              <a:gd name="T12" fmla="*/ 43200 h 43200"/>
            </a:gdLst>
            <a:ahLst/>
            <a:cxnLst>
              <a:cxn ang="T6">
                <a:pos x="T0" y="T1"/>
              </a:cxn>
              <a:cxn ang="T7">
                <a:pos x="T2" y="T3"/>
              </a:cxn>
              <a:cxn ang="T8">
                <a:pos x="T4" y="T5"/>
              </a:cxn>
            </a:cxnLst>
            <a:rect l="T9" t="T10" r="T11" b="T12"/>
            <a:pathLst>
              <a:path w="21600" h="43200" fill="none" extrusionOk="0">
                <a:moveTo>
                  <a:pt x="-1" y="0"/>
                </a:moveTo>
                <a:cubicBezTo>
                  <a:pt x="11929" y="0"/>
                  <a:pt x="21600" y="9670"/>
                  <a:pt x="21600" y="21600"/>
                </a:cubicBezTo>
                <a:cubicBezTo>
                  <a:pt x="21600" y="33518"/>
                  <a:pt x="11945" y="43185"/>
                  <a:pt x="26" y="43199"/>
                </a:cubicBezTo>
              </a:path>
              <a:path w="21600" h="43200" stroke="0" extrusionOk="0">
                <a:moveTo>
                  <a:pt x="-1" y="0"/>
                </a:moveTo>
                <a:cubicBezTo>
                  <a:pt x="11929" y="0"/>
                  <a:pt x="21600" y="9670"/>
                  <a:pt x="21600" y="21600"/>
                </a:cubicBezTo>
                <a:cubicBezTo>
                  <a:pt x="21600" y="33518"/>
                  <a:pt x="11945" y="43185"/>
                  <a:pt x="26" y="43199"/>
                </a:cubicBezTo>
                <a:lnTo>
                  <a:pt x="0" y="21600"/>
                </a:lnTo>
                <a:close/>
              </a:path>
            </a:pathLst>
          </a:custGeom>
          <a:noFill/>
          <a:ln w="6350">
            <a:solidFill>
              <a:schemeClr val="folHlink"/>
            </a:solidFill>
            <a:prstDash val="dash"/>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8447" name="Arc 15"/>
          <p:cNvSpPr>
            <a:spLocks/>
          </p:cNvSpPr>
          <p:nvPr/>
        </p:nvSpPr>
        <p:spPr bwMode="auto">
          <a:xfrm rot="5400000">
            <a:off x="7389019" y="3812381"/>
            <a:ext cx="152400" cy="300038"/>
          </a:xfrm>
          <a:custGeom>
            <a:avLst/>
            <a:gdLst>
              <a:gd name="T0" fmla="*/ 0 w 21600"/>
              <a:gd name="T1" fmla="*/ 0 h 43200"/>
              <a:gd name="T2" fmla="*/ 1341 w 21600"/>
              <a:gd name="T3" fmla="*/ 2083861 h 43200"/>
              <a:gd name="T4" fmla="*/ 0 w 21600"/>
              <a:gd name="T5" fmla="*/ 1041931 h 43200"/>
              <a:gd name="T6" fmla="*/ 0 60000 65536"/>
              <a:gd name="T7" fmla="*/ 0 60000 65536"/>
              <a:gd name="T8" fmla="*/ 0 60000 65536"/>
              <a:gd name="T9" fmla="*/ 0 w 21600"/>
              <a:gd name="T10" fmla="*/ 0 h 43200"/>
              <a:gd name="T11" fmla="*/ 21600 w 21600"/>
              <a:gd name="T12" fmla="*/ 43200 h 43200"/>
            </a:gdLst>
            <a:ahLst/>
            <a:cxnLst>
              <a:cxn ang="T6">
                <a:pos x="T0" y="T1"/>
              </a:cxn>
              <a:cxn ang="T7">
                <a:pos x="T2" y="T3"/>
              </a:cxn>
              <a:cxn ang="T8">
                <a:pos x="T4" y="T5"/>
              </a:cxn>
            </a:cxnLst>
            <a:rect l="T9" t="T10" r="T11" b="T12"/>
            <a:pathLst>
              <a:path w="21600" h="43200" fill="none" extrusionOk="0">
                <a:moveTo>
                  <a:pt x="-1" y="0"/>
                </a:moveTo>
                <a:cubicBezTo>
                  <a:pt x="11929" y="0"/>
                  <a:pt x="21600" y="9670"/>
                  <a:pt x="21600" y="21600"/>
                </a:cubicBezTo>
                <a:cubicBezTo>
                  <a:pt x="21600" y="33518"/>
                  <a:pt x="11945" y="43185"/>
                  <a:pt x="26" y="43199"/>
                </a:cubicBezTo>
              </a:path>
              <a:path w="21600" h="43200" stroke="0" extrusionOk="0">
                <a:moveTo>
                  <a:pt x="-1" y="0"/>
                </a:moveTo>
                <a:cubicBezTo>
                  <a:pt x="11929" y="0"/>
                  <a:pt x="21600" y="9670"/>
                  <a:pt x="21600" y="21600"/>
                </a:cubicBezTo>
                <a:cubicBezTo>
                  <a:pt x="21600" y="33518"/>
                  <a:pt x="11945" y="43185"/>
                  <a:pt x="26" y="43199"/>
                </a:cubicBezTo>
                <a:lnTo>
                  <a:pt x="0" y="21600"/>
                </a:lnTo>
                <a:close/>
              </a:path>
            </a:pathLst>
          </a:custGeom>
          <a:noFill/>
          <a:ln w="6350">
            <a:solidFill>
              <a:schemeClr val="folHlink"/>
            </a:solidFill>
            <a:prstDash val="dash"/>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8448" name="Oval 16"/>
          <p:cNvSpPr>
            <a:spLocks noChangeArrowheads="1"/>
          </p:cNvSpPr>
          <p:nvPr/>
        </p:nvSpPr>
        <p:spPr bwMode="auto">
          <a:xfrm>
            <a:off x="7010400" y="1981200"/>
            <a:ext cx="914400" cy="381000"/>
          </a:xfrm>
          <a:prstGeom prst="ellipse">
            <a:avLst/>
          </a:prstGeom>
          <a:noFill/>
          <a:ln w="6350">
            <a:solidFill>
              <a:schemeClr val="folHlink"/>
            </a:solidFill>
            <a:prstDash val="dash"/>
            <a:round/>
            <a:headEnd/>
            <a:tailEnd/>
          </a:ln>
          <a:extLst>
            <a:ext uri="{909E8E84-426E-40DD-AFC4-6F175D3DCCD1}">
              <a14:hiddenFill xmlns:a14="http://schemas.microsoft.com/office/drawing/2010/main">
                <a:solidFill>
                  <a:srgbClr val="FFFFFF"/>
                </a:solidFill>
              </a14:hiddenFill>
            </a:ext>
          </a:extLst>
        </p:spPr>
        <p:txBody>
          <a:bodyPr wrap="none" anchor="ctr"/>
          <a:lstStyle/>
          <a:p>
            <a:pPr algn="ctr"/>
            <a:r>
              <a:rPr lang="en-GB" sz="1600">
                <a:solidFill>
                  <a:schemeClr val="folHlink"/>
                </a:solidFill>
                <a:latin typeface="Arial" charset="0"/>
              </a:rPr>
              <a:t>ID</a:t>
            </a:r>
          </a:p>
        </p:txBody>
      </p:sp>
      <p:sp>
        <p:nvSpPr>
          <p:cNvPr id="18449" name="Oval 17"/>
          <p:cNvSpPr>
            <a:spLocks noChangeArrowheads="1"/>
          </p:cNvSpPr>
          <p:nvPr/>
        </p:nvSpPr>
        <p:spPr bwMode="auto">
          <a:xfrm>
            <a:off x="7543800" y="2514600"/>
            <a:ext cx="914400" cy="381000"/>
          </a:xfrm>
          <a:prstGeom prst="ellipse">
            <a:avLst/>
          </a:prstGeom>
          <a:noFill/>
          <a:ln w="6350">
            <a:solidFill>
              <a:schemeClr val="folHlink"/>
            </a:solidFill>
            <a:prstDash val="dash"/>
            <a:round/>
            <a:headEnd/>
            <a:tailEnd/>
          </a:ln>
          <a:extLst>
            <a:ext uri="{909E8E84-426E-40DD-AFC4-6F175D3DCCD1}">
              <a14:hiddenFill xmlns:a14="http://schemas.microsoft.com/office/drawing/2010/main">
                <a:solidFill>
                  <a:srgbClr val="FFFFFF"/>
                </a:solidFill>
              </a14:hiddenFill>
            </a:ext>
          </a:extLst>
        </p:spPr>
        <p:txBody>
          <a:bodyPr wrap="none" anchor="ctr"/>
          <a:lstStyle/>
          <a:p>
            <a:pPr algn="ctr"/>
            <a:r>
              <a:rPr lang="en-GB" sz="1600">
                <a:solidFill>
                  <a:schemeClr val="folHlink"/>
                </a:solidFill>
                <a:latin typeface="Arial" charset="0"/>
              </a:rPr>
              <a:t>PH#</a:t>
            </a:r>
          </a:p>
        </p:txBody>
      </p:sp>
      <p:sp>
        <p:nvSpPr>
          <p:cNvPr id="18450" name="Oval 18"/>
          <p:cNvSpPr>
            <a:spLocks noChangeArrowheads="1"/>
          </p:cNvSpPr>
          <p:nvPr/>
        </p:nvSpPr>
        <p:spPr bwMode="auto">
          <a:xfrm>
            <a:off x="6477000" y="2514600"/>
            <a:ext cx="914400" cy="381000"/>
          </a:xfrm>
          <a:prstGeom prst="ellipse">
            <a:avLst/>
          </a:prstGeom>
          <a:noFill/>
          <a:ln w="6350">
            <a:solidFill>
              <a:schemeClr val="folHlink"/>
            </a:solidFill>
            <a:prstDash val="dash"/>
            <a:round/>
            <a:headEnd/>
            <a:tailEnd/>
          </a:ln>
          <a:extLst>
            <a:ext uri="{909E8E84-426E-40DD-AFC4-6F175D3DCCD1}">
              <a14:hiddenFill xmlns:a14="http://schemas.microsoft.com/office/drawing/2010/main">
                <a:solidFill>
                  <a:srgbClr val="FFFFFF"/>
                </a:solidFill>
              </a14:hiddenFill>
            </a:ext>
          </a:extLst>
        </p:spPr>
        <p:txBody>
          <a:bodyPr wrap="none" anchor="ctr"/>
          <a:lstStyle/>
          <a:p>
            <a:pPr algn="ctr"/>
            <a:r>
              <a:rPr lang="en-GB" sz="1600">
                <a:solidFill>
                  <a:schemeClr val="folHlink"/>
                </a:solidFill>
                <a:latin typeface="Arial" charset="0"/>
              </a:rPr>
              <a:t>Name</a:t>
            </a:r>
          </a:p>
        </p:txBody>
      </p:sp>
      <p:cxnSp>
        <p:nvCxnSpPr>
          <p:cNvPr id="18451" name="AutoShape 19"/>
          <p:cNvCxnSpPr>
            <a:cxnSpLocks noChangeShapeType="1"/>
            <a:stCxn id="18436" idx="0"/>
            <a:endCxn id="18449" idx="4"/>
          </p:cNvCxnSpPr>
          <p:nvPr/>
        </p:nvCxnSpPr>
        <p:spPr bwMode="auto">
          <a:xfrm flipV="1">
            <a:off x="7467600" y="2895600"/>
            <a:ext cx="533400" cy="371475"/>
          </a:xfrm>
          <a:prstGeom prst="straightConnector1">
            <a:avLst/>
          </a:prstGeom>
          <a:noFill/>
          <a:ln w="6350">
            <a:solidFill>
              <a:schemeClr val="folHlink"/>
            </a:solidFill>
            <a:prstDash val="dash"/>
            <a:round/>
            <a:headEnd/>
            <a:tailEnd/>
          </a:ln>
          <a:extLst>
            <a:ext uri="{909E8E84-426E-40DD-AFC4-6F175D3DCCD1}">
              <a14:hiddenFill xmlns:a14="http://schemas.microsoft.com/office/drawing/2010/main">
                <a:noFill/>
              </a14:hiddenFill>
            </a:ext>
          </a:extLst>
        </p:spPr>
      </p:cxnSp>
      <p:cxnSp>
        <p:nvCxnSpPr>
          <p:cNvPr id="18452" name="AutoShape 20"/>
          <p:cNvCxnSpPr>
            <a:cxnSpLocks noChangeShapeType="1"/>
            <a:stCxn id="18436" idx="0"/>
            <a:endCxn id="18448" idx="4"/>
          </p:cNvCxnSpPr>
          <p:nvPr/>
        </p:nvCxnSpPr>
        <p:spPr bwMode="auto">
          <a:xfrm flipV="1">
            <a:off x="7467600" y="2362200"/>
            <a:ext cx="0" cy="904875"/>
          </a:xfrm>
          <a:prstGeom prst="straightConnector1">
            <a:avLst/>
          </a:prstGeom>
          <a:noFill/>
          <a:ln w="6350">
            <a:solidFill>
              <a:schemeClr val="folHlink"/>
            </a:solidFill>
            <a:prstDash val="dash"/>
            <a:round/>
            <a:headEnd/>
            <a:tailEnd/>
          </a:ln>
          <a:extLst>
            <a:ext uri="{909E8E84-426E-40DD-AFC4-6F175D3DCCD1}">
              <a14:hiddenFill xmlns:a14="http://schemas.microsoft.com/office/drawing/2010/main">
                <a:noFill/>
              </a14:hiddenFill>
            </a:ext>
          </a:extLst>
        </p:spPr>
      </p:cxnSp>
      <p:cxnSp>
        <p:nvCxnSpPr>
          <p:cNvPr id="18453" name="AutoShape 21"/>
          <p:cNvCxnSpPr>
            <a:cxnSpLocks noChangeShapeType="1"/>
            <a:stCxn id="18436" idx="0"/>
            <a:endCxn id="18450" idx="4"/>
          </p:cNvCxnSpPr>
          <p:nvPr/>
        </p:nvCxnSpPr>
        <p:spPr bwMode="auto">
          <a:xfrm flipH="1" flipV="1">
            <a:off x="6934200" y="2895600"/>
            <a:ext cx="533400" cy="371475"/>
          </a:xfrm>
          <a:prstGeom prst="straightConnector1">
            <a:avLst/>
          </a:prstGeom>
          <a:noFill/>
          <a:ln w="6350">
            <a:solidFill>
              <a:schemeClr val="folHlink"/>
            </a:solidFill>
            <a:prstDash val="dash"/>
            <a:round/>
            <a:headEnd/>
            <a:tailEnd/>
          </a:ln>
          <a:extLst>
            <a:ext uri="{909E8E84-426E-40DD-AFC4-6F175D3DCCD1}">
              <a14:hiddenFill xmlns:a14="http://schemas.microsoft.com/office/drawing/2010/main">
                <a:noFill/>
              </a14:hiddenFill>
            </a:ext>
          </a:extLst>
        </p:spPr>
      </p:cxnSp>
      <p:sp>
        <p:nvSpPr>
          <p:cNvPr id="4" name="Slide Number Placeholder 3"/>
          <p:cNvSpPr>
            <a:spLocks noGrp="1"/>
          </p:cNvSpPr>
          <p:nvPr>
            <p:ph type="sldNum" sz="quarter" idx="12"/>
          </p:nvPr>
        </p:nvSpPr>
        <p:spPr/>
        <p:txBody>
          <a:bodyPr/>
          <a:lstStyle/>
          <a:p>
            <a:pPr>
              <a:defRPr/>
            </a:pPr>
            <a:fld id="{DD78C07B-49A2-4C49-BC08-EB24CFD51614}" type="slidenum">
              <a:rPr lang="en-US" smtClean="0"/>
              <a:pPr>
                <a:defRPr/>
              </a:pPr>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p:txBody>
          <a:bodyPr/>
          <a:lstStyle/>
          <a:p>
            <a:pPr eaLnBrk="1" hangingPunct="1"/>
            <a:r>
              <a:rPr lang="en-GB" dirty="0"/>
              <a:t>Attributes</a:t>
            </a:r>
          </a:p>
        </p:txBody>
      </p:sp>
      <p:sp>
        <p:nvSpPr>
          <p:cNvPr id="19459" name="Rectangle 3"/>
          <p:cNvSpPr>
            <a:spLocks noGrp="1" noChangeArrowheads="1"/>
          </p:cNvSpPr>
          <p:nvPr>
            <p:ph sz="half" idx="1"/>
          </p:nvPr>
        </p:nvSpPr>
        <p:spPr>
          <a:xfrm>
            <a:off x="539552" y="1628800"/>
            <a:ext cx="8136904" cy="4505300"/>
          </a:xfrm>
        </p:spPr>
        <p:txBody>
          <a:bodyPr/>
          <a:lstStyle/>
          <a:p>
            <a:pPr eaLnBrk="1" hangingPunct="1"/>
            <a:endParaRPr lang="en-GB" sz="2400" dirty="0"/>
          </a:p>
          <a:p>
            <a:pPr algn="just" eaLnBrk="1" hangingPunct="1"/>
            <a:r>
              <a:rPr lang="en-GB" sz="2400" dirty="0"/>
              <a:t>Attributes are properties, or details about an entity</a:t>
            </a:r>
          </a:p>
          <a:p>
            <a:pPr algn="just" eaLnBrk="1" hangingPunct="1"/>
            <a:endParaRPr lang="en-GB" sz="2400" dirty="0"/>
          </a:p>
          <a:p>
            <a:pPr lvl="1" algn="just" eaLnBrk="1" hangingPunct="1"/>
            <a:r>
              <a:rPr lang="en-GB" sz="2400" dirty="0"/>
              <a:t>Students have IDs, names, courses, addresses, … </a:t>
            </a:r>
          </a:p>
          <a:p>
            <a:pPr lvl="1" algn="just" eaLnBrk="1" hangingPunct="1"/>
            <a:r>
              <a:rPr lang="en-GB" sz="2400" dirty="0"/>
              <a:t>Courses have codes, titles, credit weights. .… </a:t>
            </a:r>
          </a:p>
        </p:txBody>
      </p:sp>
      <p:sp>
        <p:nvSpPr>
          <p:cNvPr id="4" name="Slide Number Placeholder 3"/>
          <p:cNvSpPr>
            <a:spLocks noGrp="1"/>
          </p:cNvSpPr>
          <p:nvPr>
            <p:ph type="sldNum" sz="quarter" idx="12"/>
          </p:nvPr>
        </p:nvSpPr>
        <p:spPr/>
        <p:txBody>
          <a:bodyPr/>
          <a:lstStyle/>
          <a:p>
            <a:pPr>
              <a:defRPr/>
            </a:pPr>
            <a:fld id="{DD78C07B-49A2-4C49-BC08-EB24CFD51614}" type="slidenum">
              <a:rPr lang="en-US" smtClean="0"/>
              <a:pPr>
                <a:defRPr/>
              </a:pPr>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p:txBody>
          <a:bodyPr/>
          <a:lstStyle/>
          <a:p>
            <a:pPr eaLnBrk="1" hangingPunct="1"/>
            <a:r>
              <a:rPr lang="en-GB" dirty="0"/>
              <a:t>Diagramming Attributes</a:t>
            </a:r>
          </a:p>
        </p:txBody>
      </p:sp>
      <p:sp>
        <p:nvSpPr>
          <p:cNvPr id="20483" name="Rectangle 3"/>
          <p:cNvSpPr>
            <a:spLocks noGrp="1" noChangeArrowheads="1"/>
          </p:cNvSpPr>
          <p:nvPr>
            <p:ph sz="half" idx="1"/>
          </p:nvPr>
        </p:nvSpPr>
        <p:spPr/>
        <p:txBody>
          <a:bodyPr/>
          <a:lstStyle/>
          <a:p>
            <a:pPr algn="just" eaLnBrk="1" hangingPunct="1"/>
            <a:r>
              <a:rPr lang="en-GB" sz="2400" dirty="0"/>
              <a:t>In an E/R Diagram attributes may be drawn as ovals</a:t>
            </a:r>
          </a:p>
          <a:p>
            <a:pPr algn="just" eaLnBrk="1" hangingPunct="1">
              <a:buFont typeface="Wingdings 3" pitchFamily="18" charset="2"/>
              <a:buNone/>
            </a:pPr>
            <a:endParaRPr lang="en-GB" sz="2400" dirty="0"/>
          </a:p>
          <a:p>
            <a:pPr algn="just" eaLnBrk="1" hangingPunct="1"/>
            <a:r>
              <a:rPr lang="en-GB" sz="2400" dirty="0"/>
              <a:t>Each attribute is linked to its entity by a line</a:t>
            </a:r>
          </a:p>
          <a:p>
            <a:pPr algn="just" eaLnBrk="1" hangingPunct="1">
              <a:buFont typeface="Wingdings 3" pitchFamily="18" charset="2"/>
              <a:buNone/>
            </a:pPr>
            <a:endParaRPr lang="en-GB" sz="2400" dirty="0"/>
          </a:p>
          <a:p>
            <a:pPr algn="just" eaLnBrk="1" hangingPunct="1"/>
            <a:r>
              <a:rPr lang="en-GB" sz="2400" dirty="0"/>
              <a:t>The name of the attribute is written in the oval</a:t>
            </a:r>
          </a:p>
        </p:txBody>
      </p:sp>
      <p:sp>
        <p:nvSpPr>
          <p:cNvPr id="20484" name="AutoShape 4"/>
          <p:cNvSpPr>
            <a:spLocks noChangeArrowheads="1"/>
          </p:cNvSpPr>
          <p:nvPr/>
        </p:nvSpPr>
        <p:spPr bwMode="auto">
          <a:xfrm>
            <a:off x="6858000" y="3276600"/>
            <a:ext cx="1219200" cy="609600"/>
          </a:xfrm>
          <a:prstGeom prst="roundRect">
            <a:avLst>
              <a:gd name="adj" fmla="val 16667"/>
            </a:avLst>
          </a:prstGeom>
          <a:noFill/>
          <a:ln w="6350">
            <a:solidFill>
              <a:schemeClr val="folHlink"/>
            </a:solidFill>
            <a:prstDash val="dash"/>
            <a:round/>
            <a:headEnd/>
            <a:tailEnd/>
          </a:ln>
          <a:extLst>
            <a:ext uri="{909E8E84-426E-40DD-AFC4-6F175D3DCCD1}">
              <a14:hiddenFill xmlns:a14="http://schemas.microsoft.com/office/drawing/2010/main">
                <a:solidFill>
                  <a:srgbClr val="FFFFFF"/>
                </a:solidFill>
              </a14:hiddenFill>
            </a:ext>
          </a:extLst>
        </p:spPr>
        <p:txBody>
          <a:bodyPr wrap="none" anchor="ctr"/>
          <a:lstStyle/>
          <a:p>
            <a:pPr algn="ctr"/>
            <a:r>
              <a:rPr lang="en-GB" sz="2000">
                <a:solidFill>
                  <a:schemeClr val="folHlink"/>
                </a:solidFill>
                <a:latin typeface="Arial" charset="0"/>
              </a:rPr>
              <a:t>Student</a:t>
            </a:r>
          </a:p>
        </p:txBody>
      </p:sp>
      <p:sp>
        <p:nvSpPr>
          <p:cNvPr id="20485" name="AutoShape 5"/>
          <p:cNvSpPr>
            <a:spLocks noChangeArrowheads="1"/>
          </p:cNvSpPr>
          <p:nvPr/>
        </p:nvSpPr>
        <p:spPr bwMode="auto">
          <a:xfrm>
            <a:off x="4876800" y="1905000"/>
            <a:ext cx="1219200" cy="609600"/>
          </a:xfrm>
          <a:prstGeom prst="roundRect">
            <a:avLst>
              <a:gd name="adj" fmla="val 16667"/>
            </a:avLst>
          </a:prstGeom>
          <a:noFill/>
          <a:ln w="6350">
            <a:solidFill>
              <a:schemeClr val="folHlink"/>
            </a:solidFill>
            <a:prstDash val="dash"/>
            <a:round/>
            <a:headEnd/>
            <a:tailEnd/>
          </a:ln>
          <a:extLst>
            <a:ext uri="{909E8E84-426E-40DD-AFC4-6F175D3DCCD1}">
              <a14:hiddenFill xmlns:a14="http://schemas.microsoft.com/office/drawing/2010/main">
                <a:solidFill>
                  <a:srgbClr val="FFFFFF"/>
                </a:solidFill>
              </a14:hiddenFill>
            </a:ext>
          </a:extLst>
        </p:spPr>
        <p:txBody>
          <a:bodyPr wrap="none" anchor="ctr"/>
          <a:lstStyle/>
          <a:p>
            <a:pPr algn="ctr"/>
            <a:r>
              <a:rPr lang="en-GB" sz="2000">
                <a:solidFill>
                  <a:schemeClr val="folHlink"/>
                </a:solidFill>
                <a:latin typeface="Arial" charset="0"/>
              </a:rPr>
              <a:t>Lecturer</a:t>
            </a:r>
          </a:p>
        </p:txBody>
      </p:sp>
      <p:sp>
        <p:nvSpPr>
          <p:cNvPr id="20486" name="AutoShape 6"/>
          <p:cNvSpPr>
            <a:spLocks noChangeArrowheads="1"/>
          </p:cNvSpPr>
          <p:nvPr/>
        </p:nvSpPr>
        <p:spPr bwMode="auto">
          <a:xfrm>
            <a:off x="4876800" y="4648200"/>
            <a:ext cx="1219200" cy="609600"/>
          </a:xfrm>
          <a:prstGeom prst="roundRect">
            <a:avLst>
              <a:gd name="adj" fmla="val 16667"/>
            </a:avLst>
          </a:prstGeom>
          <a:noFill/>
          <a:ln w="6350">
            <a:solidFill>
              <a:schemeClr val="folHlink"/>
            </a:solidFill>
            <a:prstDash val="dash"/>
            <a:round/>
            <a:headEnd/>
            <a:tailEnd/>
          </a:ln>
          <a:extLst>
            <a:ext uri="{909E8E84-426E-40DD-AFC4-6F175D3DCCD1}">
              <a14:hiddenFill xmlns:a14="http://schemas.microsoft.com/office/drawing/2010/main">
                <a:solidFill>
                  <a:srgbClr val="FFFFFF"/>
                </a:solidFill>
              </a14:hiddenFill>
            </a:ext>
          </a:extLst>
        </p:spPr>
        <p:txBody>
          <a:bodyPr wrap="none" anchor="ctr"/>
          <a:lstStyle/>
          <a:p>
            <a:pPr algn="ctr"/>
            <a:r>
              <a:rPr lang="en-GB" sz="2000">
                <a:solidFill>
                  <a:schemeClr val="folHlink"/>
                </a:solidFill>
                <a:latin typeface="Arial" charset="0"/>
              </a:rPr>
              <a:t>Course</a:t>
            </a:r>
          </a:p>
        </p:txBody>
      </p:sp>
      <p:sp>
        <p:nvSpPr>
          <p:cNvPr id="20487" name="AutoShape 7"/>
          <p:cNvSpPr>
            <a:spLocks noChangeArrowheads="1"/>
          </p:cNvSpPr>
          <p:nvPr/>
        </p:nvSpPr>
        <p:spPr bwMode="auto">
          <a:xfrm>
            <a:off x="4876800" y="3200400"/>
            <a:ext cx="1219200" cy="762000"/>
          </a:xfrm>
          <a:prstGeom prst="diamond">
            <a:avLst/>
          </a:prstGeom>
          <a:noFill/>
          <a:ln w="6350">
            <a:solidFill>
              <a:schemeClr val="folHlink"/>
            </a:solidFill>
            <a:prstDash val="dash"/>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r>
              <a:rPr lang="en-GB" sz="2000" dirty="0">
                <a:solidFill>
                  <a:schemeClr val="folHlink"/>
                </a:solidFill>
                <a:latin typeface="Arial" charset="0"/>
              </a:rPr>
              <a:t>Teaches</a:t>
            </a:r>
          </a:p>
        </p:txBody>
      </p:sp>
      <p:sp>
        <p:nvSpPr>
          <p:cNvPr id="20488" name="AutoShape 8"/>
          <p:cNvSpPr>
            <a:spLocks noChangeArrowheads="1"/>
          </p:cNvSpPr>
          <p:nvPr/>
        </p:nvSpPr>
        <p:spPr bwMode="auto">
          <a:xfrm>
            <a:off x="6858000" y="4572000"/>
            <a:ext cx="1219200" cy="762000"/>
          </a:xfrm>
          <a:prstGeom prst="diamond">
            <a:avLst/>
          </a:prstGeom>
          <a:noFill/>
          <a:ln w="6350">
            <a:solidFill>
              <a:schemeClr val="folHlink"/>
            </a:solidFill>
            <a:prstDash val="dash"/>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r>
              <a:rPr lang="en-GB" sz="2000">
                <a:solidFill>
                  <a:schemeClr val="folHlink"/>
                </a:solidFill>
                <a:latin typeface="Arial" charset="0"/>
              </a:rPr>
              <a:t>Register</a:t>
            </a:r>
          </a:p>
        </p:txBody>
      </p:sp>
      <p:cxnSp>
        <p:nvCxnSpPr>
          <p:cNvPr id="20489" name="AutoShape 9"/>
          <p:cNvCxnSpPr>
            <a:cxnSpLocks noChangeShapeType="1"/>
            <a:stCxn id="20485" idx="2"/>
            <a:endCxn id="20487" idx="0"/>
          </p:cNvCxnSpPr>
          <p:nvPr/>
        </p:nvCxnSpPr>
        <p:spPr bwMode="auto">
          <a:xfrm>
            <a:off x="5486400" y="2514600"/>
            <a:ext cx="0" cy="685800"/>
          </a:xfrm>
          <a:prstGeom prst="straightConnector1">
            <a:avLst/>
          </a:prstGeom>
          <a:noFill/>
          <a:ln w="6350">
            <a:solidFill>
              <a:schemeClr val="folHlink"/>
            </a:solidFill>
            <a:prstDash val="dash"/>
            <a:round/>
            <a:headEnd/>
            <a:tailEnd/>
          </a:ln>
          <a:extLst>
            <a:ext uri="{909E8E84-426E-40DD-AFC4-6F175D3DCCD1}">
              <a14:hiddenFill xmlns:a14="http://schemas.microsoft.com/office/drawing/2010/main">
                <a:noFill/>
              </a14:hiddenFill>
            </a:ext>
          </a:extLst>
        </p:spPr>
      </p:cxnSp>
      <p:cxnSp>
        <p:nvCxnSpPr>
          <p:cNvPr id="20490" name="AutoShape 10"/>
          <p:cNvCxnSpPr>
            <a:cxnSpLocks noChangeShapeType="1"/>
            <a:stCxn id="20487" idx="3"/>
            <a:endCxn id="20484" idx="1"/>
          </p:cNvCxnSpPr>
          <p:nvPr/>
        </p:nvCxnSpPr>
        <p:spPr bwMode="auto">
          <a:xfrm>
            <a:off x="6096000" y="3581400"/>
            <a:ext cx="762000" cy="0"/>
          </a:xfrm>
          <a:prstGeom prst="straightConnector1">
            <a:avLst/>
          </a:prstGeom>
          <a:noFill/>
          <a:ln w="6350">
            <a:solidFill>
              <a:schemeClr val="folHlink"/>
            </a:solidFill>
            <a:prstDash val="dash"/>
            <a:round/>
            <a:headEnd/>
            <a:tailEnd/>
          </a:ln>
          <a:extLst>
            <a:ext uri="{909E8E84-426E-40DD-AFC4-6F175D3DCCD1}">
              <a14:hiddenFill xmlns:a14="http://schemas.microsoft.com/office/drawing/2010/main">
                <a:noFill/>
              </a14:hiddenFill>
            </a:ext>
          </a:extLst>
        </p:spPr>
      </p:cxnSp>
      <p:cxnSp>
        <p:nvCxnSpPr>
          <p:cNvPr id="20491" name="AutoShape 11"/>
          <p:cNvCxnSpPr>
            <a:cxnSpLocks noChangeShapeType="1"/>
            <a:stCxn id="20484" idx="2"/>
            <a:endCxn id="20488" idx="0"/>
          </p:cNvCxnSpPr>
          <p:nvPr/>
        </p:nvCxnSpPr>
        <p:spPr bwMode="auto">
          <a:xfrm>
            <a:off x="7467600" y="3886200"/>
            <a:ext cx="0" cy="685800"/>
          </a:xfrm>
          <a:prstGeom prst="straightConnector1">
            <a:avLst/>
          </a:prstGeom>
          <a:noFill/>
          <a:ln w="6350">
            <a:solidFill>
              <a:schemeClr val="folHlink"/>
            </a:solidFill>
            <a:prstDash val="dash"/>
            <a:round/>
            <a:headEnd/>
            <a:tailEnd/>
          </a:ln>
          <a:extLst>
            <a:ext uri="{909E8E84-426E-40DD-AFC4-6F175D3DCCD1}">
              <a14:hiddenFill xmlns:a14="http://schemas.microsoft.com/office/drawing/2010/main">
                <a:noFill/>
              </a14:hiddenFill>
            </a:ext>
          </a:extLst>
        </p:spPr>
      </p:cxnSp>
      <p:cxnSp>
        <p:nvCxnSpPr>
          <p:cNvPr id="20492" name="AutoShape 12"/>
          <p:cNvCxnSpPr>
            <a:cxnSpLocks noChangeShapeType="1"/>
            <a:stCxn id="20486" idx="3"/>
            <a:endCxn id="20488" idx="1"/>
          </p:cNvCxnSpPr>
          <p:nvPr/>
        </p:nvCxnSpPr>
        <p:spPr bwMode="auto">
          <a:xfrm>
            <a:off x="6096000" y="4953000"/>
            <a:ext cx="762000" cy="0"/>
          </a:xfrm>
          <a:prstGeom prst="straightConnector1">
            <a:avLst/>
          </a:prstGeom>
          <a:noFill/>
          <a:ln w="6350">
            <a:solidFill>
              <a:schemeClr val="folHlink"/>
            </a:solidFill>
            <a:prstDash val="dash"/>
            <a:round/>
            <a:headEnd/>
            <a:tailEnd/>
          </a:ln>
          <a:extLst>
            <a:ext uri="{909E8E84-426E-40DD-AFC4-6F175D3DCCD1}">
              <a14:hiddenFill xmlns:a14="http://schemas.microsoft.com/office/drawing/2010/main">
                <a:noFill/>
              </a14:hiddenFill>
            </a:ext>
          </a:extLst>
        </p:spPr>
      </p:cxnSp>
      <p:sp>
        <p:nvSpPr>
          <p:cNvPr id="20493" name="Arc 13"/>
          <p:cNvSpPr>
            <a:spLocks/>
          </p:cNvSpPr>
          <p:nvPr/>
        </p:nvSpPr>
        <p:spPr bwMode="auto">
          <a:xfrm>
            <a:off x="6096000" y="4800600"/>
            <a:ext cx="152400" cy="300038"/>
          </a:xfrm>
          <a:custGeom>
            <a:avLst/>
            <a:gdLst>
              <a:gd name="T0" fmla="*/ 0 w 21600"/>
              <a:gd name="T1" fmla="*/ 0 h 43200"/>
              <a:gd name="T2" fmla="*/ 1341 w 21600"/>
              <a:gd name="T3" fmla="*/ 2083861 h 43200"/>
              <a:gd name="T4" fmla="*/ 0 w 21600"/>
              <a:gd name="T5" fmla="*/ 1041931 h 43200"/>
              <a:gd name="T6" fmla="*/ 0 60000 65536"/>
              <a:gd name="T7" fmla="*/ 0 60000 65536"/>
              <a:gd name="T8" fmla="*/ 0 60000 65536"/>
              <a:gd name="T9" fmla="*/ 0 w 21600"/>
              <a:gd name="T10" fmla="*/ 0 h 43200"/>
              <a:gd name="T11" fmla="*/ 21600 w 21600"/>
              <a:gd name="T12" fmla="*/ 43200 h 43200"/>
            </a:gdLst>
            <a:ahLst/>
            <a:cxnLst>
              <a:cxn ang="T6">
                <a:pos x="T0" y="T1"/>
              </a:cxn>
              <a:cxn ang="T7">
                <a:pos x="T2" y="T3"/>
              </a:cxn>
              <a:cxn ang="T8">
                <a:pos x="T4" y="T5"/>
              </a:cxn>
            </a:cxnLst>
            <a:rect l="T9" t="T10" r="T11" b="T12"/>
            <a:pathLst>
              <a:path w="21600" h="43200" fill="none" extrusionOk="0">
                <a:moveTo>
                  <a:pt x="-1" y="0"/>
                </a:moveTo>
                <a:cubicBezTo>
                  <a:pt x="11929" y="0"/>
                  <a:pt x="21600" y="9670"/>
                  <a:pt x="21600" y="21600"/>
                </a:cubicBezTo>
                <a:cubicBezTo>
                  <a:pt x="21600" y="33518"/>
                  <a:pt x="11945" y="43185"/>
                  <a:pt x="26" y="43199"/>
                </a:cubicBezTo>
              </a:path>
              <a:path w="21600" h="43200" stroke="0" extrusionOk="0">
                <a:moveTo>
                  <a:pt x="-1" y="0"/>
                </a:moveTo>
                <a:cubicBezTo>
                  <a:pt x="11929" y="0"/>
                  <a:pt x="21600" y="9670"/>
                  <a:pt x="21600" y="21600"/>
                </a:cubicBezTo>
                <a:cubicBezTo>
                  <a:pt x="21600" y="33518"/>
                  <a:pt x="11945" y="43185"/>
                  <a:pt x="26" y="43199"/>
                </a:cubicBezTo>
                <a:lnTo>
                  <a:pt x="0" y="21600"/>
                </a:lnTo>
                <a:close/>
              </a:path>
            </a:pathLst>
          </a:custGeom>
          <a:noFill/>
          <a:ln w="6350">
            <a:solidFill>
              <a:schemeClr val="folHlink"/>
            </a:solidFill>
            <a:prstDash val="dash"/>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20494" name="Arc 14"/>
          <p:cNvSpPr>
            <a:spLocks/>
          </p:cNvSpPr>
          <p:nvPr/>
        </p:nvSpPr>
        <p:spPr bwMode="auto">
          <a:xfrm flipH="1">
            <a:off x="6705600" y="3429000"/>
            <a:ext cx="152400" cy="300038"/>
          </a:xfrm>
          <a:custGeom>
            <a:avLst/>
            <a:gdLst>
              <a:gd name="T0" fmla="*/ 0 w 21600"/>
              <a:gd name="T1" fmla="*/ 0 h 43200"/>
              <a:gd name="T2" fmla="*/ 1341 w 21600"/>
              <a:gd name="T3" fmla="*/ 2083861 h 43200"/>
              <a:gd name="T4" fmla="*/ 0 w 21600"/>
              <a:gd name="T5" fmla="*/ 1041931 h 43200"/>
              <a:gd name="T6" fmla="*/ 0 60000 65536"/>
              <a:gd name="T7" fmla="*/ 0 60000 65536"/>
              <a:gd name="T8" fmla="*/ 0 60000 65536"/>
              <a:gd name="T9" fmla="*/ 0 w 21600"/>
              <a:gd name="T10" fmla="*/ 0 h 43200"/>
              <a:gd name="T11" fmla="*/ 21600 w 21600"/>
              <a:gd name="T12" fmla="*/ 43200 h 43200"/>
            </a:gdLst>
            <a:ahLst/>
            <a:cxnLst>
              <a:cxn ang="T6">
                <a:pos x="T0" y="T1"/>
              </a:cxn>
              <a:cxn ang="T7">
                <a:pos x="T2" y="T3"/>
              </a:cxn>
              <a:cxn ang="T8">
                <a:pos x="T4" y="T5"/>
              </a:cxn>
            </a:cxnLst>
            <a:rect l="T9" t="T10" r="T11" b="T12"/>
            <a:pathLst>
              <a:path w="21600" h="43200" fill="none" extrusionOk="0">
                <a:moveTo>
                  <a:pt x="-1" y="0"/>
                </a:moveTo>
                <a:cubicBezTo>
                  <a:pt x="11929" y="0"/>
                  <a:pt x="21600" y="9670"/>
                  <a:pt x="21600" y="21600"/>
                </a:cubicBezTo>
                <a:cubicBezTo>
                  <a:pt x="21600" y="33518"/>
                  <a:pt x="11945" y="43185"/>
                  <a:pt x="26" y="43199"/>
                </a:cubicBezTo>
              </a:path>
              <a:path w="21600" h="43200" stroke="0" extrusionOk="0">
                <a:moveTo>
                  <a:pt x="-1" y="0"/>
                </a:moveTo>
                <a:cubicBezTo>
                  <a:pt x="11929" y="0"/>
                  <a:pt x="21600" y="9670"/>
                  <a:pt x="21600" y="21600"/>
                </a:cubicBezTo>
                <a:cubicBezTo>
                  <a:pt x="21600" y="33518"/>
                  <a:pt x="11945" y="43185"/>
                  <a:pt x="26" y="43199"/>
                </a:cubicBezTo>
                <a:lnTo>
                  <a:pt x="0" y="21600"/>
                </a:lnTo>
                <a:close/>
              </a:path>
            </a:pathLst>
          </a:custGeom>
          <a:noFill/>
          <a:ln w="6350">
            <a:solidFill>
              <a:schemeClr val="folHlink"/>
            </a:solidFill>
            <a:prstDash val="dash"/>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20495" name="Arc 15"/>
          <p:cNvSpPr>
            <a:spLocks/>
          </p:cNvSpPr>
          <p:nvPr/>
        </p:nvSpPr>
        <p:spPr bwMode="auto">
          <a:xfrm rot="5400000">
            <a:off x="7389019" y="3812381"/>
            <a:ext cx="152400" cy="300038"/>
          </a:xfrm>
          <a:custGeom>
            <a:avLst/>
            <a:gdLst>
              <a:gd name="T0" fmla="*/ 0 w 21600"/>
              <a:gd name="T1" fmla="*/ 0 h 43200"/>
              <a:gd name="T2" fmla="*/ 1341 w 21600"/>
              <a:gd name="T3" fmla="*/ 2083861 h 43200"/>
              <a:gd name="T4" fmla="*/ 0 w 21600"/>
              <a:gd name="T5" fmla="*/ 1041931 h 43200"/>
              <a:gd name="T6" fmla="*/ 0 60000 65536"/>
              <a:gd name="T7" fmla="*/ 0 60000 65536"/>
              <a:gd name="T8" fmla="*/ 0 60000 65536"/>
              <a:gd name="T9" fmla="*/ 0 w 21600"/>
              <a:gd name="T10" fmla="*/ 0 h 43200"/>
              <a:gd name="T11" fmla="*/ 21600 w 21600"/>
              <a:gd name="T12" fmla="*/ 43200 h 43200"/>
            </a:gdLst>
            <a:ahLst/>
            <a:cxnLst>
              <a:cxn ang="T6">
                <a:pos x="T0" y="T1"/>
              </a:cxn>
              <a:cxn ang="T7">
                <a:pos x="T2" y="T3"/>
              </a:cxn>
              <a:cxn ang="T8">
                <a:pos x="T4" y="T5"/>
              </a:cxn>
            </a:cxnLst>
            <a:rect l="T9" t="T10" r="T11" b="T12"/>
            <a:pathLst>
              <a:path w="21600" h="43200" fill="none" extrusionOk="0">
                <a:moveTo>
                  <a:pt x="-1" y="0"/>
                </a:moveTo>
                <a:cubicBezTo>
                  <a:pt x="11929" y="0"/>
                  <a:pt x="21600" y="9670"/>
                  <a:pt x="21600" y="21600"/>
                </a:cubicBezTo>
                <a:cubicBezTo>
                  <a:pt x="21600" y="33518"/>
                  <a:pt x="11945" y="43185"/>
                  <a:pt x="26" y="43199"/>
                </a:cubicBezTo>
              </a:path>
              <a:path w="21600" h="43200" stroke="0" extrusionOk="0">
                <a:moveTo>
                  <a:pt x="-1" y="0"/>
                </a:moveTo>
                <a:cubicBezTo>
                  <a:pt x="11929" y="0"/>
                  <a:pt x="21600" y="9670"/>
                  <a:pt x="21600" y="21600"/>
                </a:cubicBezTo>
                <a:cubicBezTo>
                  <a:pt x="21600" y="33518"/>
                  <a:pt x="11945" y="43185"/>
                  <a:pt x="26" y="43199"/>
                </a:cubicBezTo>
                <a:lnTo>
                  <a:pt x="0" y="21600"/>
                </a:lnTo>
                <a:close/>
              </a:path>
            </a:pathLst>
          </a:custGeom>
          <a:noFill/>
          <a:ln w="6350">
            <a:solidFill>
              <a:schemeClr val="folHlink"/>
            </a:solidFill>
            <a:prstDash val="dash"/>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20496" name="Oval 16"/>
          <p:cNvSpPr>
            <a:spLocks noChangeArrowheads="1"/>
          </p:cNvSpPr>
          <p:nvPr/>
        </p:nvSpPr>
        <p:spPr bwMode="auto">
          <a:xfrm>
            <a:off x="7010400" y="1981200"/>
            <a:ext cx="914400" cy="381000"/>
          </a:xfrm>
          <a:prstGeom prst="ellipse">
            <a:avLst/>
          </a:pr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algn="ctr"/>
            <a:r>
              <a:rPr lang="en-GB" sz="1600">
                <a:solidFill>
                  <a:schemeClr val="tx1"/>
                </a:solidFill>
                <a:latin typeface="Arial" charset="0"/>
              </a:rPr>
              <a:t>ID</a:t>
            </a:r>
          </a:p>
        </p:txBody>
      </p:sp>
      <p:sp>
        <p:nvSpPr>
          <p:cNvPr id="20497" name="Oval 17"/>
          <p:cNvSpPr>
            <a:spLocks noChangeArrowheads="1"/>
          </p:cNvSpPr>
          <p:nvPr/>
        </p:nvSpPr>
        <p:spPr bwMode="auto">
          <a:xfrm>
            <a:off x="7543800" y="2514600"/>
            <a:ext cx="914400" cy="381000"/>
          </a:xfrm>
          <a:prstGeom prst="ellipse">
            <a:avLst/>
          </a:pr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algn="ctr"/>
            <a:r>
              <a:rPr lang="en-GB" sz="1600">
                <a:solidFill>
                  <a:schemeClr val="tx1"/>
                </a:solidFill>
                <a:latin typeface="Arial" charset="0"/>
              </a:rPr>
              <a:t>Ph#</a:t>
            </a:r>
          </a:p>
        </p:txBody>
      </p:sp>
      <p:sp>
        <p:nvSpPr>
          <p:cNvPr id="20498" name="Oval 18"/>
          <p:cNvSpPr>
            <a:spLocks noChangeArrowheads="1"/>
          </p:cNvSpPr>
          <p:nvPr/>
        </p:nvSpPr>
        <p:spPr bwMode="auto">
          <a:xfrm>
            <a:off x="6477000" y="2514600"/>
            <a:ext cx="914400" cy="381000"/>
          </a:xfrm>
          <a:prstGeom prst="ellipse">
            <a:avLst/>
          </a:pr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algn="ctr"/>
            <a:r>
              <a:rPr lang="en-GB" sz="1600">
                <a:solidFill>
                  <a:schemeClr val="tx1"/>
                </a:solidFill>
                <a:latin typeface="Arial" charset="0"/>
              </a:rPr>
              <a:t>Name</a:t>
            </a:r>
          </a:p>
        </p:txBody>
      </p:sp>
      <p:cxnSp>
        <p:nvCxnSpPr>
          <p:cNvPr id="20499" name="AutoShape 19"/>
          <p:cNvCxnSpPr>
            <a:cxnSpLocks noChangeShapeType="1"/>
            <a:stCxn id="20484" idx="0"/>
            <a:endCxn id="20497" idx="4"/>
          </p:cNvCxnSpPr>
          <p:nvPr/>
        </p:nvCxnSpPr>
        <p:spPr bwMode="auto">
          <a:xfrm flipV="1">
            <a:off x="7467600" y="2905125"/>
            <a:ext cx="533400" cy="371475"/>
          </a:xfrm>
          <a:prstGeom prst="straightConnector1">
            <a:avLst/>
          </a:prstGeom>
          <a:noFill/>
          <a:ln w="19050">
            <a:solidFill>
              <a:schemeClr val="tx1"/>
            </a:solidFill>
            <a:round/>
            <a:headEnd/>
            <a:tailEnd/>
          </a:ln>
          <a:extLst>
            <a:ext uri="{909E8E84-426E-40DD-AFC4-6F175D3DCCD1}">
              <a14:hiddenFill xmlns:a14="http://schemas.microsoft.com/office/drawing/2010/main">
                <a:noFill/>
              </a14:hiddenFill>
            </a:ext>
          </a:extLst>
        </p:spPr>
      </p:cxnSp>
      <p:cxnSp>
        <p:nvCxnSpPr>
          <p:cNvPr id="20500" name="AutoShape 20"/>
          <p:cNvCxnSpPr>
            <a:cxnSpLocks noChangeShapeType="1"/>
            <a:stCxn id="20484" idx="0"/>
            <a:endCxn id="20496" idx="4"/>
          </p:cNvCxnSpPr>
          <p:nvPr/>
        </p:nvCxnSpPr>
        <p:spPr bwMode="auto">
          <a:xfrm flipV="1">
            <a:off x="7467600" y="2371725"/>
            <a:ext cx="0" cy="904875"/>
          </a:xfrm>
          <a:prstGeom prst="straightConnector1">
            <a:avLst/>
          </a:prstGeom>
          <a:noFill/>
          <a:ln w="19050">
            <a:solidFill>
              <a:schemeClr val="tx1"/>
            </a:solidFill>
            <a:round/>
            <a:headEnd/>
            <a:tailEnd/>
          </a:ln>
          <a:extLst>
            <a:ext uri="{909E8E84-426E-40DD-AFC4-6F175D3DCCD1}">
              <a14:hiddenFill xmlns:a14="http://schemas.microsoft.com/office/drawing/2010/main">
                <a:noFill/>
              </a14:hiddenFill>
            </a:ext>
          </a:extLst>
        </p:spPr>
      </p:cxnSp>
      <p:cxnSp>
        <p:nvCxnSpPr>
          <p:cNvPr id="20501" name="AutoShape 21"/>
          <p:cNvCxnSpPr>
            <a:cxnSpLocks noChangeShapeType="1"/>
            <a:stCxn id="20484" idx="0"/>
            <a:endCxn id="20498" idx="4"/>
          </p:cNvCxnSpPr>
          <p:nvPr/>
        </p:nvCxnSpPr>
        <p:spPr bwMode="auto">
          <a:xfrm flipH="1" flipV="1">
            <a:off x="6934200" y="2905125"/>
            <a:ext cx="533400" cy="371475"/>
          </a:xfrm>
          <a:prstGeom prst="straightConnector1">
            <a:avLst/>
          </a:prstGeom>
          <a:noFill/>
          <a:ln w="19050">
            <a:solidFill>
              <a:schemeClr val="tx1"/>
            </a:solidFill>
            <a:round/>
            <a:headEnd/>
            <a:tailEnd/>
          </a:ln>
          <a:extLst>
            <a:ext uri="{909E8E84-426E-40DD-AFC4-6F175D3DCCD1}">
              <a14:hiddenFill xmlns:a14="http://schemas.microsoft.com/office/drawing/2010/main">
                <a:noFill/>
              </a14:hiddenFill>
            </a:ext>
          </a:extLst>
        </p:spPr>
      </p:cxnSp>
      <p:sp>
        <p:nvSpPr>
          <p:cNvPr id="4" name="Slide Number Placeholder 3"/>
          <p:cNvSpPr>
            <a:spLocks noGrp="1"/>
          </p:cNvSpPr>
          <p:nvPr>
            <p:ph type="sldNum" sz="quarter" idx="12"/>
          </p:nvPr>
        </p:nvSpPr>
        <p:spPr/>
        <p:txBody>
          <a:bodyPr/>
          <a:lstStyle/>
          <a:p>
            <a:pPr>
              <a:defRPr/>
            </a:pPr>
            <a:fld id="{DD78C07B-49A2-4C49-BC08-EB24CFD51614}" type="slidenum">
              <a:rPr lang="en-US" smtClean="0"/>
              <a:pPr>
                <a:defRPr/>
              </a:pPr>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itle 5"/>
          <p:cNvSpPr>
            <a:spLocks noGrp="1"/>
          </p:cNvSpPr>
          <p:nvPr>
            <p:ph type="title"/>
          </p:nvPr>
        </p:nvSpPr>
        <p:spPr>
          <a:xfrm>
            <a:off x="457200" y="350168"/>
            <a:ext cx="8229600" cy="990600"/>
          </a:xfrm>
        </p:spPr>
        <p:txBody>
          <a:bodyPr/>
          <a:lstStyle/>
          <a:p>
            <a:r>
              <a:rPr lang="en-GB" altLang="en-US" dirty="0"/>
              <a:t> Types of Attributes</a:t>
            </a:r>
            <a:endParaRPr lang="en-US" altLang="en-US" dirty="0"/>
          </a:p>
        </p:txBody>
      </p:sp>
      <p:sp>
        <p:nvSpPr>
          <p:cNvPr id="25603" name="Content Placeholder 6"/>
          <p:cNvSpPr>
            <a:spLocks noGrp="1"/>
          </p:cNvSpPr>
          <p:nvPr>
            <p:ph sz="quarter" idx="1"/>
          </p:nvPr>
        </p:nvSpPr>
        <p:spPr>
          <a:xfrm>
            <a:off x="457200" y="1219200"/>
            <a:ext cx="8229600" cy="1704975"/>
          </a:xfrm>
        </p:spPr>
        <p:txBody>
          <a:bodyPr>
            <a:normAutofit/>
          </a:bodyPr>
          <a:lstStyle/>
          <a:p>
            <a:pPr algn="just"/>
            <a:r>
              <a:rPr lang="en-GB" altLang="en-US" dirty="0"/>
              <a:t> </a:t>
            </a:r>
            <a:r>
              <a:rPr lang="en-GB" altLang="en-US" b="1" dirty="0"/>
              <a:t>Composite attributes</a:t>
            </a:r>
            <a:endParaRPr lang="en-GB" altLang="en-US" dirty="0"/>
          </a:p>
          <a:p>
            <a:pPr marL="274320" lvl="1" indent="0" algn="just">
              <a:buNone/>
            </a:pPr>
            <a:r>
              <a:rPr lang="en-GB" altLang="en-US" sz="2400" dirty="0"/>
              <a:t>Attributes can also have their own specific attributes. For example, the attribute “customer address” can have the attributes “number, street, city, and state”.</a:t>
            </a:r>
            <a:r>
              <a:rPr lang="en-GB" altLang="en-US" dirty="0"/>
              <a:t> </a:t>
            </a:r>
            <a:endParaRPr lang="en-US" altLang="en-US" b="1" dirty="0"/>
          </a:p>
        </p:txBody>
      </p:sp>
      <p:pic>
        <p:nvPicPr>
          <p:cNvPr id="25605" name="Picture 8"/>
          <p:cNvPicPr>
            <a:picLocks noChangeAspect="1" noChangeArrowheads="1"/>
          </p:cNvPicPr>
          <p:nvPr/>
        </p:nvPicPr>
        <p:blipFill>
          <a:blip r:embed="rId2">
            <a:extLst>
              <a:ext uri="{28A0092B-C50C-407E-A947-70E740481C1C}">
                <a14:useLocalDpi xmlns:a14="http://schemas.microsoft.com/office/drawing/2010/main" val="0"/>
              </a:ext>
            </a:extLst>
          </a:blip>
          <a:srcRect l="26923" t="23755" r="39745" b="40993"/>
          <a:stretch>
            <a:fillRect/>
          </a:stretch>
        </p:blipFill>
        <p:spPr bwMode="auto">
          <a:xfrm>
            <a:off x="1835150" y="3284538"/>
            <a:ext cx="5689600" cy="2665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Slide Number Placeholder 2"/>
          <p:cNvSpPr>
            <a:spLocks noGrp="1"/>
          </p:cNvSpPr>
          <p:nvPr>
            <p:ph type="sldNum" sz="quarter" idx="12"/>
          </p:nvPr>
        </p:nvSpPr>
        <p:spPr/>
        <p:txBody>
          <a:bodyPr/>
          <a:lstStyle/>
          <a:p>
            <a:pPr>
              <a:defRPr/>
            </a:pPr>
            <a:fld id="{F101297D-9EF7-469E-B2A9-10FD8F57EF6F}" type="slidenum">
              <a:rPr lang="en-US" smtClean="0"/>
              <a:pPr>
                <a:defRPr/>
              </a:pPr>
              <a:t>40</a:t>
            </a:fld>
            <a:endParaRPr lang="en-US" dirty="0"/>
          </a:p>
        </p:txBody>
      </p:sp>
    </p:spTree>
    <p:extLst>
      <p:ext uri="{BB962C8B-B14F-4D97-AF65-F5344CB8AC3E}">
        <p14:creationId xmlns:p14="http://schemas.microsoft.com/office/powerpoint/2010/main" val="291437204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Title 1"/>
          <p:cNvSpPr>
            <a:spLocks noGrp="1"/>
          </p:cNvSpPr>
          <p:nvPr>
            <p:ph type="title"/>
          </p:nvPr>
        </p:nvSpPr>
        <p:spPr>
          <a:xfrm>
            <a:off x="457200" y="332656"/>
            <a:ext cx="8229600" cy="990600"/>
          </a:xfrm>
        </p:spPr>
        <p:txBody>
          <a:bodyPr/>
          <a:lstStyle/>
          <a:p>
            <a:r>
              <a:rPr lang="en-GB" altLang="en-US" dirty="0"/>
              <a:t>Types of Attributes</a:t>
            </a:r>
            <a:endParaRPr lang="en-US" altLang="en-US" dirty="0"/>
          </a:p>
        </p:txBody>
      </p:sp>
      <p:sp>
        <p:nvSpPr>
          <p:cNvPr id="26627" name="Content Placeholder 2"/>
          <p:cNvSpPr>
            <a:spLocks noGrp="1"/>
          </p:cNvSpPr>
          <p:nvPr>
            <p:ph sz="quarter" idx="1"/>
          </p:nvPr>
        </p:nvSpPr>
        <p:spPr>
          <a:xfrm>
            <a:off x="323850" y="1162050"/>
            <a:ext cx="8229600" cy="4938713"/>
          </a:xfrm>
        </p:spPr>
        <p:txBody>
          <a:bodyPr/>
          <a:lstStyle/>
          <a:p>
            <a:pPr algn="just"/>
            <a:r>
              <a:rPr lang="en-GB" altLang="en-US" b="1" dirty="0"/>
              <a:t>Multivalued Attribute </a:t>
            </a:r>
          </a:p>
          <a:p>
            <a:pPr marL="274638" lvl="1" indent="0" algn="just">
              <a:buFont typeface="Wingdings 3" panose="05040102010807070707" pitchFamily="18" charset="2"/>
              <a:buNone/>
            </a:pPr>
            <a:r>
              <a:rPr lang="en-GB" altLang="en-US" sz="2400" dirty="0">
                <a:solidFill>
                  <a:schemeClr val="tx1"/>
                </a:solidFill>
              </a:rPr>
              <a:t>If an attribute can have more than one value it is called an multivalued attribute. </a:t>
            </a:r>
          </a:p>
          <a:p>
            <a:pPr marL="274638" lvl="1" indent="0" algn="just">
              <a:buFont typeface="Wingdings 3" panose="05040102010807070707" pitchFamily="18" charset="2"/>
              <a:buNone/>
            </a:pPr>
            <a:r>
              <a:rPr lang="en-GB" altLang="en-US" sz="2400" dirty="0">
                <a:solidFill>
                  <a:schemeClr val="tx1"/>
                </a:solidFill>
              </a:rPr>
              <a:t>For  example a teacher entity can have multiple subject values.</a:t>
            </a:r>
          </a:p>
          <a:p>
            <a:pPr marL="274638" lvl="1" indent="0" algn="just">
              <a:buFont typeface="Wingdings 3" panose="05040102010807070707" pitchFamily="18" charset="2"/>
              <a:buNone/>
            </a:pPr>
            <a:endParaRPr lang="en-US" altLang="en-US" dirty="0">
              <a:solidFill>
                <a:schemeClr val="tx1"/>
              </a:solidFill>
            </a:endParaRPr>
          </a:p>
        </p:txBody>
      </p:sp>
      <p:pic>
        <p:nvPicPr>
          <p:cNvPr id="26629" name="Picture 4"/>
          <p:cNvPicPr>
            <a:picLocks noChangeAspect="1" noChangeArrowheads="1"/>
          </p:cNvPicPr>
          <p:nvPr/>
        </p:nvPicPr>
        <p:blipFill>
          <a:blip r:embed="rId2">
            <a:extLst>
              <a:ext uri="{28A0092B-C50C-407E-A947-70E740481C1C}">
                <a14:useLocalDpi xmlns:a14="http://schemas.microsoft.com/office/drawing/2010/main" val="0"/>
              </a:ext>
            </a:extLst>
          </a:blip>
          <a:srcRect l="26756" t="36096" r="47903" b="53130"/>
          <a:stretch>
            <a:fillRect/>
          </a:stretch>
        </p:blipFill>
        <p:spPr bwMode="auto">
          <a:xfrm>
            <a:off x="4427538" y="3933825"/>
            <a:ext cx="3395662" cy="1008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6630" name="Picture 5"/>
          <p:cNvPicPr>
            <a:picLocks noChangeAspect="1" noChangeArrowheads="1"/>
          </p:cNvPicPr>
          <p:nvPr/>
        </p:nvPicPr>
        <p:blipFill>
          <a:blip r:embed="rId3">
            <a:extLst>
              <a:ext uri="{28A0092B-C50C-407E-A947-70E740481C1C}">
                <a14:useLocalDpi xmlns:a14="http://schemas.microsoft.com/office/drawing/2010/main" val="0"/>
              </a:ext>
            </a:extLst>
          </a:blip>
          <a:srcRect l="36217" t="12828" r="34937" b="55530"/>
          <a:stretch>
            <a:fillRect/>
          </a:stretch>
        </p:blipFill>
        <p:spPr bwMode="auto">
          <a:xfrm>
            <a:off x="827088" y="3273425"/>
            <a:ext cx="3384550" cy="2532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Slide Number Placeholder 2"/>
          <p:cNvSpPr>
            <a:spLocks noGrp="1"/>
          </p:cNvSpPr>
          <p:nvPr>
            <p:ph type="sldNum" sz="quarter" idx="12"/>
          </p:nvPr>
        </p:nvSpPr>
        <p:spPr/>
        <p:txBody>
          <a:bodyPr/>
          <a:lstStyle/>
          <a:p>
            <a:pPr>
              <a:defRPr/>
            </a:pPr>
            <a:fld id="{F101297D-9EF7-469E-B2A9-10FD8F57EF6F}" type="slidenum">
              <a:rPr lang="en-US" smtClean="0"/>
              <a:pPr>
                <a:defRPr/>
              </a:pPr>
              <a:t>41</a:t>
            </a:fld>
            <a:endParaRPr lang="en-US" dirty="0"/>
          </a:p>
        </p:txBody>
      </p:sp>
    </p:spTree>
    <p:extLst>
      <p:ext uri="{BB962C8B-B14F-4D97-AF65-F5344CB8AC3E}">
        <p14:creationId xmlns:p14="http://schemas.microsoft.com/office/powerpoint/2010/main" val="407308023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le 1"/>
          <p:cNvSpPr>
            <a:spLocks noGrp="1"/>
          </p:cNvSpPr>
          <p:nvPr>
            <p:ph type="title"/>
          </p:nvPr>
        </p:nvSpPr>
        <p:spPr>
          <a:xfrm>
            <a:off x="457200" y="350168"/>
            <a:ext cx="8229600" cy="846584"/>
          </a:xfrm>
        </p:spPr>
        <p:txBody>
          <a:bodyPr/>
          <a:lstStyle/>
          <a:p>
            <a:r>
              <a:rPr lang="en-GB" altLang="en-US" dirty="0"/>
              <a:t>Types of Attributes</a:t>
            </a:r>
            <a:endParaRPr lang="en-US" altLang="en-US" dirty="0"/>
          </a:p>
        </p:txBody>
      </p:sp>
      <p:sp>
        <p:nvSpPr>
          <p:cNvPr id="27651" name="Content Placeholder 2"/>
          <p:cNvSpPr>
            <a:spLocks noGrp="1"/>
          </p:cNvSpPr>
          <p:nvPr>
            <p:ph sz="quarter" idx="1"/>
          </p:nvPr>
        </p:nvSpPr>
        <p:spPr>
          <a:xfrm>
            <a:off x="323850" y="1263650"/>
            <a:ext cx="8229600" cy="4938713"/>
          </a:xfrm>
        </p:spPr>
        <p:txBody>
          <a:bodyPr/>
          <a:lstStyle/>
          <a:p>
            <a:r>
              <a:rPr lang="en-GB" altLang="en-US" b="1" dirty="0"/>
              <a:t>Derived Attribute </a:t>
            </a:r>
          </a:p>
          <a:p>
            <a:pPr marL="274638" lvl="1" indent="0" algn="just">
              <a:buFont typeface="Wingdings 3" panose="05040102010807070707" pitchFamily="18" charset="2"/>
              <a:buNone/>
            </a:pPr>
            <a:r>
              <a:rPr lang="en-GB" altLang="en-US" sz="2400" dirty="0">
                <a:solidFill>
                  <a:schemeClr val="tx1"/>
                </a:solidFill>
              </a:rPr>
              <a:t>An attribute based on another attribute. This is found rarely in ER diagrams. For example for a circle the area can be derived from the radius. </a:t>
            </a:r>
          </a:p>
          <a:p>
            <a:pPr marL="274638" lvl="1" indent="0">
              <a:buFont typeface="Wingdings 3" panose="05040102010807070707" pitchFamily="18" charset="2"/>
              <a:buNone/>
            </a:pPr>
            <a:endParaRPr lang="en-GB" altLang="en-US" dirty="0">
              <a:solidFill>
                <a:schemeClr val="tx1"/>
              </a:solidFill>
            </a:endParaRPr>
          </a:p>
          <a:p>
            <a:pPr marL="274638" lvl="1" indent="0">
              <a:buFont typeface="Wingdings 3" panose="05040102010807070707" pitchFamily="18" charset="2"/>
              <a:buNone/>
            </a:pPr>
            <a:endParaRPr lang="en-GB" altLang="en-US" dirty="0">
              <a:solidFill>
                <a:schemeClr val="tx1"/>
              </a:solidFill>
            </a:endParaRPr>
          </a:p>
          <a:p>
            <a:pPr marL="0" indent="0">
              <a:buFont typeface="Wingdings 3" panose="05040102010807070707" pitchFamily="18" charset="2"/>
              <a:buNone/>
            </a:pPr>
            <a:r>
              <a:rPr lang="en-GB" altLang="en-US" dirty="0"/>
              <a:t> </a:t>
            </a:r>
            <a:endParaRPr lang="en-US" altLang="en-US" dirty="0"/>
          </a:p>
        </p:txBody>
      </p:sp>
      <p:pic>
        <p:nvPicPr>
          <p:cNvPr id="27653" name="Picture 4"/>
          <p:cNvPicPr>
            <a:picLocks noChangeAspect="1" noChangeArrowheads="1"/>
          </p:cNvPicPr>
          <p:nvPr/>
        </p:nvPicPr>
        <p:blipFill>
          <a:blip r:embed="rId2">
            <a:extLst>
              <a:ext uri="{28A0092B-C50C-407E-A947-70E740481C1C}">
                <a14:useLocalDpi xmlns:a14="http://schemas.microsoft.com/office/drawing/2010/main" val="0"/>
              </a:ext>
            </a:extLst>
          </a:blip>
          <a:srcRect l="27792" t="60718" r="52403" b="18472"/>
          <a:stretch>
            <a:fillRect/>
          </a:stretch>
        </p:blipFill>
        <p:spPr bwMode="auto">
          <a:xfrm>
            <a:off x="3924300" y="3573463"/>
            <a:ext cx="4319588" cy="2232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654" name="Picture 5"/>
          <p:cNvPicPr>
            <a:picLocks noChangeAspect="1" noChangeArrowheads="1"/>
          </p:cNvPicPr>
          <p:nvPr/>
        </p:nvPicPr>
        <p:blipFill>
          <a:blip r:embed="rId3">
            <a:extLst>
              <a:ext uri="{28A0092B-C50C-407E-A947-70E740481C1C}">
                <a14:useLocalDpi xmlns:a14="http://schemas.microsoft.com/office/drawing/2010/main" val="0"/>
              </a:ext>
            </a:extLst>
          </a:blip>
          <a:srcRect l="36217" t="47037" r="34937" b="20467"/>
          <a:stretch>
            <a:fillRect/>
          </a:stretch>
        </p:blipFill>
        <p:spPr bwMode="auto">
          <a:xfrm>
            <a:off x="457200" y="3213100"/>
            <a:ext cx="3394075" cy="2592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Slide Number Placeholder 2"/>
          <p:cNvSpPr>
            <a:spLocks noGrp="1"/>
          </p:cNvSpPr>
          <p:nvPr>
            <p:ph type="sldNum" sz="quarter" idx="12"/>
          </p:nvPr>
        </p:nvSpPr>
        <p:spPr/>
        <p:txBody>
          <a:bodyPr/>
          <a:lstStyle/>
          <a:p>
            <a:pPr>
              <a:defRPr/>
            </a:pPr>
            <a:fld id="{F101297D-9EF7-469E-B2A9-10FD8F57EF6F}" type="slidenum">
              <a:rPr lang="en-US" smtClean="0"/>
              <a:pPr>
                <a:defRPr/>
              </a:pPr>
              <a:t>42</a:t>
            </a:fld>
            <a:endParaRPr lang="en-US" dirty="0"/>
          </a:p>
        </p:txBody>
      </p:sp>
    </p:spTree>
    <p:extLst>
      <p:ext uri="{BB962C8B-B14F-4D97-AF65-F5344CB8AC3E}">
        <p14:creationId xmlns:p14="http://schemas.microsoft.com/office/powerpoint/2010/main" val="220801455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p:txBody>
          <a:bodyPr/>
          <a:lstStyle/>
          <a:p>
            <a:pPr eaLnBrk="1" hangingPunct="1"/>
            <a:r>
              <a:rPr lang="en-GB"/>
              <a:t>Relationships</a:t>
            </a:r>
          </a:p>
        </p:txBody>
      </p:sp>
      <p:sp>
        <p:nvSpPr>
          <p:cNvPr id="21507" name="Rectangle 3"/>
          <p:cNvSpPr>
            <a:spLocks noGrp="1" noChangeArrowheads="1"/>
          </p:cNvSpPr>
          <p:nvPr>
            <p:ph sz="half" idx="1"/>
          </p:nvPr>
        </p:nvSpPr>
        <p:spPr/>
        <p:txBody>
          <a:bodyPr>
            <a:normAutofit lnSpcReduction="10000"/>
          </a:bodyPr>
          <a:lstStyle/>
          <a:p>
            <a:pPr eaLnBrk="1" hangingPunct="1"/>
            <a:endParaRPr lang="en-GB" sz="2400" dirty="0"/>
          </a:p>
          <a:p>
            <a:pPr algn="just" eaLnBrk="1" hangingPunct="1"/>
            <a:r>
              <a:rPr lang="en-GB" sz="2400" dirty="0"/>
              <a:t>Relationships are an association between two or more entities</a:t>
            </a:r>
          </a:p>
          <a:p>
            <a:pPr algn="just" eaLnBrk="1" hangingPunct="1"/>
            <a:endParaRPr lang="en-GB" sz="2400" dirty="0"/>
          </a:p>
          <a:p>
            <a:pPr lvl="1" algn="just" eaLnBrk="1" hangingPunct="1"/>
            <a:r>
              <a:rPr lang="en-GB" sz="2000" dirty="0"/>
              <a:t>Each Student takes several Courses</a:t>
            </a:r>
          </a:p>
          <a:p>
            <a:pPr lvl="1" algn="just" eaLnBrk="1" hangingPunct="1"/>
            <a:endParaRPr lang="en-GB" sz="2000" dirty="0"/>
          </a:p>
          <a:p>
            <a:pPr lvl="1" algn="just" eaLnBrk="1" hangingPunct="1"/>
            <a:r>
              <a:rPr lang="en-GB" sz="2000" dirty="0"/>
              <a:t>Each Course is taught by a Lecturer</a:t>
            </a:r>
          </a:p>
          <a:p>
            <a:pPr lvl="1" algn="just" eaLnBrk="1" hangingPunct="1"/>
            <a:endParaRPr lang="en-GB" sz="2000" dirty="0"/>
          </a:p>
          <a:p>
            <a:pPr lvl="1" algn="just" eaLnBrk="1" hangingPunct="1"/>
            <a:r>
              <a:rPr lang="en-GB" sz="2000" dirty="0"/>
              <a:t>Each Employee works for a single Department</a:t>
            </a:r>
          </a:p>
          <a:p>
            <a:pPr eaLnBrk="1" hangingPunct="1"/>
            <a:endParaRPr lang="en-GB" sz="2400" dirty="0"/>
          </a:p>
        </p:txBody>
      </p:sp>
      <p:sp>
        <p:nvSpPr>
          <p:cNvPr id="21508" name="Rectangle 4"/>
          <p:cNvSpPr>
            <a:spLocks noGrp="1" noChangeArrowheads="1"/>
          </p:cNvSpPr>
          <p:nvPr>
            <p:ph sz="half" idx="2"/>
          </p:nvPr>
        </p:nvSpPr>
        <p:spPr/>
        <p:txBody>
          <a:bodyPr>
            <a:normAutofit lnSpcReduction="10000"/>
          </a:bodyPr>
          <a:lstStyle/>
          <a:p>
            <a:pPr eaLnBrk="1" hangingPunct="1"/>
            <a:endParaRPr lang="en-GB" sz="2400" dirty="0"/>
          </a:p>
          <a:p>
            <a:pPr eaLnBrk="1" hangingPunct="1"/>
            <a:endParaRPr lang="en-GB" sz="2400" dirty="0"/>
          </a:p>
          <a:p>
            <a:pPr algn="just" eaLnBrk="1" hangingPunct="1"/>
            <a:r>
              <a:rPr lang="en-GB" sz="2400" dirty="0"/>
              <a:t>Relationships have</a:t>
            </a:r>
          </a:p>
          <a:p>
            <a:pPr lvl="1" algn="just" eaLnBrk="1" hangingPunct="1"/>
            <a:r>
              <a:rPr lang="en-GB" sz="2000" dirty="0"/>
              <a:t>A name</a:t>
            </a:r>
          </a:p>
          <a:p>
            <a:pPr lvl="1" algn="just" eaLnBrk="1" hangingPunct="1"/>
            <a:r>
              <a:rPr lang="en-GB" sz="2000" dirty="0"/>
              <a:t>A set of entities that participate in them</a:t>
            </a:r>
          </a:p>
          <a:p>
            <a:pPr lvl="1" algn="just" eaLnBrk="1" hangingPunct="1"/>
            <a:r>
              <a:rPr lang="en-GB" sz="2000" dirty="0"/>
              <a:t>A degree - the number of entities that participate (most have degree 2)</a:t>
            </a:r>
          </a:p>
          <a:p>
            <a:pPr lvl="1" algn="just" eaLnBrk="1" hangingPunct="1"/>
            <a:r>
              <a:rPr lang="en-GB" sz="2000" dirty="0"/>
              <a:t>A cardinality ratio</a:t>
            </a:r>
          </a:p>
        </p:txBody>
      </p:sp>
      <p:sp>
        <p:nvSpPr>
          <p:cNvPr id="4" name="Slide Number Placeholder 3"/>
          <p:cNvSpPr>
            <a:spLocks noGrp="1"/>
          </p:cNvSpPr>
          <p:nvPr>
            <p:ph type="sldNum" sz="quarter" idx="12"/>
          </p:nvPr>
        </p:nvSpPr>
        <p:spPr/>
        <p:txBody>
          <a:bodyPr/>
          <a:lstStyle/>
          <a:p>
            <a:pPr>
              <a:defRPr/>
            </a:pPr>
            <a:fld id="{DD78C07B-49A2-4C49-BC08-EB24CFD51614}" type="slidenum">
              <a:rPr lang="en-US" smtClean="0"/>
              <a:pPr>
                <a:defRPr/>
              </a:pPr>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p:txBody>
          <a:bodyPr/>
          <a:lstStyle/>
          <a:p>
            <a:pPr eaLnBrk="1" hangingPunct="1"/>
            <a:r>
              <a:rPr lang="en-GB"/>
              <a:t>Cardinality Ratios</a:t>
            </a:r>
          </a:p>
        </p:txBody>
      </p:sp>
      <p:sp>
        <p:nvSpPr>
          <p:cNvPr id="22531" name="Rectangle 3"/>
          <p:cNvSpPr>
            <a:spLocks noGrp="1" noChangeArrowheads="1"/>
          </p:cNvSpPr>
          <p:nvPr>
            <p:ph sz="half" idx="1"/>
          </p:nvPr>
        </p:nvSpPr>
        <p:spPr/>
        <p:txBody>
          <a:bodyPr/>
          <a:lstStyle/>
          <a:p>
            <a:pPr algn="just" eaLnBrk="1" hangingPunct="1"/>
            <a:endParaRPr lang="en-GB" sz="2400" dirty="0"/>
          </a:p>
          <a:p>
            <a:pPr algn="just" eaLnBrk="1" hangingPunct="1"/>
            <a:r>
              <a:rPr lang="en-GB" sz="2400" dirty="0"/>
              <a:t>Each entity in a relationship can participate in zero, one, or more than one instances of that relationship</a:t>
            </a:r>
          </a:p>
          <a:p>
            <a:pPr algn="just" eaLnBrk="1" hangingPunct="1">
              <a:buFont typeface="Wingdings 3" pitchFamily="18" charset="2"/>
              <a:buNone/>
            </a:pPr>
            <a:endParaRPr lang="en-GB" sz="2400" dirty="0"/>
          </a:p>
          <a:p>
            <a:pPr algn="just" eaLnBrk="1" hangingPunct="1"/>
            <a:r>
              <a:rPr lang="en-GB" sz="2400" dirty="0"/>
              <a:t>This leads to 3 types of relationship… </a:t>
            </a:r>
          </a:p>
        </p:txBody>
      </p:sp>
      <p:sp>
        <p:nvSpPr>
          <p:cNvPr id="22532" name="Rectangle 4"/>
          <p:cNvSpPr>
            <a:spLocks noGrp="1" noChangeArrowheads="1"/>
          </p:cNvSpPr>
          <p:nvPr>
            <p:ph sz="half" idx="2"/>
          </p:nvPr>
        </p:nvSpPr>
        <p:spPr/>
        <p:txBody>
          <a:bodyPr/>
          <a:lstStyle/>
          <a:p>
            <a:pPr eaLnBrk="1" hangingPunct="1">
              <a:lnSpc>
                <a:spcPct val="90000"/>
              </a:lnSpc>
            </a:pPr>
            <a:endParaRPr lang="en-GB" sz="2400" dirty="0"/>
          </a:p>
          <a:p>
            <a:pPr algn="just" eaLnBrk="1" hangingPunct="1">
              <a:lnSpc>
                <a:spcPct val="90000"/>
              </a:lnSpc>
            </a:pPr>
            <a:r>
              <a:rPr lang="en-GB" sz="2400" dirty="0"/>
              <a:t>One to one (1:1)</a:t>
            </a:r>
          </a:p>
          <a:p>
            <a:pPr lvl="1" algn="just" eaLnBrk="1" hangingPunct="1">
              <a:lnSpc>
                <a:spcPct val="90000"/>
              </a:lnSpc>
            </a:pPr>
            <a:r>
              <a:rPr lang="en-GB" sz="1800" dirty="0"/>
              <a:t>Each lecturer has a unique office</a:t>
            </a:r>
            <a:endParaRPr lang="en-GB" sz="2000" dirty="0"/>
          </a:p>
          <a:p>
            <a:pPr algn="just" eaLnBrk="1" hangingPunct="1">
              <a:lnSpc>
                <a:spcPct val="90000"/>
              </a:lnSpc>
            </a:pPr>
            <a:r>
              <a:rPr lang="en-GB" sz="2400" dirty="0"/>
              <a:t>One to many (1:M)</a:t>
            </a:r>
          </a:p>
          <a:p>
            <a:pPr lvl="1" algn="just" eaLnBrk="1" hangingPunct="1">
              <a:lnSpc>
                <a:spcPct val="90000"/>
              </a:lnSpc>
            </a:pPr>
            <a:r>
              <a:rPr lang="en-GB" sz="1800" dirty="0"/>
              <a:t>A lecturer may teaches many students, but each student has just one tutor for specific course</a:t>
            </a:r>
          </a:p>
          <a:p>
            <a:pPr algn="just" eaLnBrk="1" hangingPunct="1">
              <a:lnSpc>
                <a:spcPct val="90000"/>
              </a:lnSpc>
            </a:pPr>
            <a:r>
              <a:rPr lang="en-GB" sz="2400" dirty="0"/>
              <a:t>Many to many (M:M)</a:t>
            </a:r>
          </a:p>
          <a:p>
            <a:pPr lvl="1" algn="just" eaLnBrk="1" hangingPunct="1">
              <a:lnSpc>
                <a:spcPct val="90000"/>
              </a:lnSpc>
            </a:pPr>
            <a:r>
              <a:rPr lang="en-GB" sz="1800" dirty="0"/>
              <a:t>Each student takes several courses and each course is taken by several students</a:t>
            </a:r>
            <a:endParaRPr lang="en-GB" sz="2000" dirty="0"/>
          </a:p>
        </p:txBody>
      </p:sp>
      <p:sp>
        <p:nvSpPr>
          <p:cNvPr id="4" name="Slide Number Placeholder 3"/>
          <p:cNvSpPr>
            <a:spLocks noGrp="1"/>
          </p:cNvSpPr>
          <p:nvPr>
            <p:ph type="sldNum" sz="quarter" idx="12"/>
          </p:nvPr>
        </p:nvSpPr>
        <p:spPr/>
        <p:txBody>
          <a:bodyPr/>
          <a:lstStyle/>
          <a:p>
            <a:pPr>
              <a:defRPr/>
            </a:pPr>
            <a:fld id="{DD78C07B-49A2-4C49-BC08-EB24CFD51614}" type="slidenum">
              <a:rPr lang="en-US" smtClean="0"/>
              <a:pPr>
                <a:defRPr/>
              </a:pPr>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pPr eaLnBrk="1" hangingPunct="1"/>
            <a:r>
              <a:rPr lang="en-GB"/>
              <a:t>Diagramming Relationships</a:t>
            </a:r>
          </a:p>
        </p:txBody>
      </p:sp>
      <p:sp>
        <p:nvSpPr>
          <p:cNvPr id="23555" name="Rectangle 3"/>
          <p:cNvSpPr>
            <a:spLocks noGrp="1" noChangeArrowheads="1"/>
          </p:cNvSpPr>
          <p:nvPr>
            <p:ph sz="half" idx="1"/>
          </p:nvPr>
        </p:nvSpPr>
        <p:spPr/>
        <p:txBody>
          <a:bodyPr/>
          <a:lstStyle/>
          <a:p>
            <a:pPr eaLnBrk="1" hangingPunct="1"/>
            <a:endParaRPr lang="en-GB" sz="2400" dirty="0"/>
          </a:p>
          <a:p>
            <a:pPr algn="just" eaLnBrk="1" hangingPunct="1"/>
            <a:r>
              <a:rPr lang="en-GB" sz="2400" dirty="0"/>
              <a:t>Relationships are links between two entities</a:t>
            </a:r>
          </a:p>
          <a:p>
            <a:pPr algn="just" eaLnBrk="1" hangingPunct="1"/>
            <a:endParaRPr lang="en-GB" sz="2400" dirty="0"/>
          </a:p>
          <a:p>
            <a:pPr algn="just" eaLnBrk="1" hangingPunct="1"/>
            <a:r>
              <a:rPr lang="en-GB" sz="2400" dirty="0"/>
              <a:t>The name is given in a diamond box</a:t>
            </a:r>
          </a:p>
          <a:p>
            <a:pPr algn="just" eaLnBrk="1" hangingPunct="1"/>
            <a:endParaRPr lang="en-GB" sz="2400" dirty="0"/>
          </a:p>
          <a:p>
            <a:pPr algn="just" eaLnBrk="1" hangingPunct="1"/>
            <a:r>
              <a:rPr lang="en-GB" sz="2400" dirty="0"/>
              <a:t>The ends of the link show cardinality</a:t>
            </a:r>
          </a:p>
        </p:txBody>
      </p:sp>
      <p:sp>
        <p:nvSpPr>
          <p:cNvPr id="23556" name="AutoShape 4"/>
          <p:cNvSpPr>
            <a:spLocks noChangeArrowheads="1"/>
          </p:cNvSpPr>
          <p:nvPr/>
        </p:nvSpPr>
        <p:spPr bwMode="auto">
          <a:xfrm>
            <a:off x="6858000" y="3276600"/>
            <a:ext cx="1219200" cy="609600"/>
          </a:xfrm>
          <a:prstGeom prst="roundRect">
            <a:avLst>
              <a:gd name="adj" fmla="val 16667"/>
            </a:avLst>
          </a:prstGeom>
          <a:noFill/>
          <a:ln w="6350">
            <a:solidFill>
              <a:schemeClr val="folHlink"/>
            </a:solidFill>
            <a:prstDash val="dash"/>
            <a:round/>
            <a:headEnd/>
            <a:tailEnd/>
          </a:ln>
          <a:extLst>
            <a:ext uri="{909E8E84-426E-40DD-AFC4-6F175D3DCCD1}">
              <a14:hiddenFill xmlns:a14="http://schemas.microsoft.com/office/drawing/2010/main">
                <a:solidFill>
                  <a:srgbClr val="FFFFFF"/>
                </a:solidFill>
              </a14:hiddenFill>
            </a:ext>
          </a:extLst>
        </p:spPr>
        <p:txBody>
          <a:bodyPr wrap="none" anchor="ctr"/>
          <a:lstStyle/>
          <a:p>
            <a:pPr algn="ctr"/>
            <a:r>
              <a:rPr lang="en-GB" sz="2000">
                <a:solidFill>
                  <a:schemeClr val="folHlink"/>
                </a:solidFill>
                <a:latin typeface="Arial" charset="0"/>
              </a:rPr>
              <a:t>Student</a:t>
            </a:r>
          </a:p>
        </p:txBody>
      </p:sp>
      <p:sp>
        <p:nvSpPr>
          <p:cNvPr id="23557" name="AutoShape 5"/>
          <p:cNvSpPr>
            <a:spLocks noChangeArrowheads="1"/>
          </p:cNvSpPr>
          <p:nvPr/>
        </p:nvSpPr>
        <p:spPr bwMode="auto">
          <a:xfrm>
            <a:off x="4876800" y="1905000"/>
            <a:ext cx="1219200" cy="609600"/>
          </a:xfrm>
          <a:prstGeom prst="roundRect">
            <a:avLst>
              <a:gd name="adj" fmla="val 16667"/>
            </a:avLst>
          </a:prstGeom>
          <a:noFill/>
          <a:ln w="6350">
            <a:solidFill>
              <a:schemeClr val="folHlink"/>
            </a:solidFill>
            <a:prstDash val="dash"/>
            <a:round/>
            <a:headEnd/>
            <a:tailEnd/>
          </a:ln>
          <a:extLst>
            <a:ext uri="{909E8E84-426E-40DD-AFC4-6F175D3DCCD1}">
              <a14:hiddenFill xmlns:a14="http://schemas.microsoft.com/office/drawing/2010/main">
                <a:solidFill>
                  <a:srgbClr val="FFFFFF"/>
                </a:solidFill>
              </a14:hiddenFill>
            </a:ext>
          </a:extLst>
        </p:spPr>
        <p:txBody>
          <a:bodyPr wrap="none" anchor="ctr"/>
          <a:lstStyle/>
          <a:p>
            <a:pPr algn="ctr"/>
            <a:r>
              <a:rPr lang="en-GB" sz="2000">
                <a:solidFill>
                  <a:schemeClr val="folHlink"/>
                </a:solidFill>
                <a:latin typeface="Arial" charset="0"/>
              </a:rPr>
              <a:t>Lecturer</a:t>
            </a:r>
          </a:p>
        </p:txBody>
      </p:sp>
      <p:sp>
        <p:nvSpPr>
          <p:cNvPr id="23558" name="AutoShape 6"/>
          <p:cNvSpPr>
            <a:spLocks noChangeArrowheads="1"/>
          </p:cNvSpPr>
          <p:nvPr/>
        </p:nvSpPr>
        <p:spPr bwMode="auto">
          <a:xfrm>
            <a:off x="4876800" y="4648200"/>
            <a:ext cx="1219200" cy="609600"/>
          </a:xfrm>
          <a:prstGeom prst="roundRect">
            <a:avLst>
              <a:gd name="adj" fmla="val 16667"/>
            </a:avLst>
          </a:prstGeom>
          <a:noFill/>
          <a:ln w="6350">
            <a:solidFill>
              <a:schemeClr val="folHlink"/>
            </a:solidFill>
            <a:prstDash val="dash"/>
            <a:round/>
            <a:headEnd/>
            <a:tailEnd/>
          </a:ln>
          <a:extLst>
            <a:ext uri="{909E8E84-426E-40DD-AFC4-6F175D3DCCD1}">
              <a14:hiddenFill xmlns:a14="http://schemas.microsoft.com/office/drawing/2010/main">
                <a:solidFill>
                  <a:srgbClr val="FFFFFF"/>
                </a:solidFill>
              </a14:hiddenFill>
            </a:ext>
          </a:extLst>
        </p:spPr>
        <p:txBody>
          <a:bodyPr wrap="none" anchor="ctr"/>
          <a:lstStyle/>
          <a:p>
            <a:pPr algn="ctr"/>
            <a:r>
              <a:rPr lang="en-GB" sz="2000">
                <a:solidFill>
                  <a:schemeClr val="folHlink"/>
                </a:solidFill>
                <a:latin typeface="Arial" charset="0"/>
              </a:rPr>
              <a:t>Course</a:t>
            </a:r>
          </a:p>
        </p:txBody>
      </p:sp>
      <p:sp>
        <p:nvSpPr>
          <p:cNvPr id="23559" name="AutoShape 7"/>
          <p:cNvSpPr>
            <a:spLocks noChangeArrowheads="1"/>
          </p:cNvSpPr>
          <p:nvPr/>
        </p:nvSpPr>
        <p:spPr bwMode="auto">
          <a:xfrm>
            <a:off x="4876800" y="3200400"/>
            <a:ext cx="1219200" cy="762000"/>
          </a:xfrm>
          <a:prstGeom prst="diamond">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r>
              <a:rPr lang="en-GB" sz="2000">
                <a:solidFill>
                  <a:schemeClr val="tx1"/>
                </a:solidFill>
                <a:latin typeface="Arial" charset="0"/>
              </a:rPr>
              <a:t>Teaches</a:t>
            </a:r>
          </a:p>
        </p:txBody>
      </p:sp>
      <p:sp>
        <p:nvSpPr>
          <p:cNvPr id="23560" name="AutoShape 8"/>
          <p:cNvSpPr>
            <a:spLocks noChangeArrowheads="1"/>
          </p:cNvSpPr>
          <p:nvPr/>
        </p:nvSpPr>
        <p:spPr bwMode="auto">
          <a:xfrm>
            <a:off x="6858000" y="4572000"/>
            <a:ext cx="1219200" cy="762000"/>
          </a:xfrm>
          <a:prstGeom prst="diamond">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r>
              <a:rPr lang="en-GB" sz="2000">
                <a:solidFill>
                  <a:schemeClr val="tx1"/>
                </a:solidFill>
                <a:latin typeface="Arial" charset="0"/>
              </a:rPr>
              <a:t>Register</a:t>
            </a:r>
          </a:p>
        </p:txBody>
      </p:sp>
      <p:cxnSp>
        <p:nvCxnSpPr>
          <p:cNvPr id="23561" name="AutoShape 9"/>
          <p:cNvCxnSpPr>
            <a:cxnSpLocks noChangeShapeType="1"/>
            <a:stCxn id="23557" idx="2"/>
            <a:endCxn id="23559" idx="0"/>
          </p:cNvCxnSpPr>
          <p:nvPr/>
        </p:nvCxnSpPr>
        <p:spPr bwMode="auto">
          <a:xfrm>
            <a:off x="5486400" y="2514600"/>
            <a:ext cx="0" cy="676275"/>
          </a:xfrm>
          <a:prstGeom prst="straightConnector1">
            <a:avLst/>
          </a:prstGeom>
          <a:noFill/>
          <a:ln w="19050">
            <a:solidFill>
              <a:schemeClr val="tx1"/>
            </a:solidFill>
            <a:round/>
            <a:headEnd/>
            <a:tailEnd/>
          </a:ln>
          <a:extLst>
            <a:ext uri="{909E8E84-426E-40DD-AFC4-6F175D3DCCD1}">
              <a14:hiddenFill xmlns:a14="http://schemas.microsoft.com/office/drawing/2010/main">
                <a:noFill/>
              </a14:hiddenFill>
            </a:ext>
          </a:extLst>
        </p:spPr>
      </p:cxnSp>
      <p:cxnSp>
        <p:nvCxnSpPr>
          <p:cNvPr id="23562" name="AutoShape 10"/>
          <p:cNvCxnSpPr>
            <a:cxnSpLocks noChangeShapeType="1"/>
            <a:stCxn id="23559" idx="3"/>
            <a:endCxn id="23556" idx="1"/>
          </p:cNvCxnSpPr>
          <p:nvPr/>
        </p:nvCxnSpPr>
        <p:spPr bwMode="auto">
          <a:xfrm>
            <a:off x="6105525" y="3581400"/>
            <a:ext cx="752475" cy="0"/>
          </a:xfrm>
          <a:prstGeom prst="straightConnector1">
            <a:avLst/>
          </a:prstGeom>
          <a:noFill/>
          <a:ln w="19050">
            <a:solidFill>
              <a:schemeClr val="tx1"/>
            </a:solidFill>
            <a:round/>
            <a:headEnd/>
            <a:tailEnd/>
          </a:ln>
          <a:extLst>
            <a:ext uri="{909E8E84-426E-40DD-AFC4-6F175D3DCCD1}">
              <a14:hiddenFill xmlns:a14="http://schemas.microsoft.com/office/drawing/2010/main">
                <a:noFill/>
              </a14:hiddenFill>
            </a:ext>
          </a:extLst>
        </p:spPr>
      </p:cxnSp>
      <p:cxnSp>
        <p:nvCxnSpPr>
          <p:cNvPr id="23563" name="AutoShape 11"/>
          <p:cNvCxnSpPr>
            <a:cxnSpLocks noChangeShapeType="1"/>
            <a:stCxn id="23556" idx="2"/>
            <a:endCxn id="23560" idx="0"/>
          </p:cNvCxnSpPr>
          <p:nvPr/>
        </p:nvCxnSpPr>
        <p:spPr bwMode="auto">
          <a:xfrm>
            <a:off x="7467600" y="3886200"/>
            <a:ext cx="0" cy="676275"/>
          </a:xfrm>
          <a:prstGeom prst="straightConnector1">
            <a:avLst/>
          </a:prstGeom>
          <a:noFill/>
          <a:ln w="19050">
            <a:solidFill>
              <a:schemeClr val="tx1"/>
            </a:solidFill>
            <a:round/>
            <a:headEnd/>
            <a:tailEnd/>
          </a:ln>
          <a:extLst>
            <a:ext uri="{909E8E84-426E-40DD-AFC4-6F175D3DCCD1}">
              <a14:hiddenFill xmlns:a14="http://schemas.microsoft.com/office/drawing/2010/main">
                <a:noFill/>
              </a14:hiddenFill>
            </a:ext>
          </a:extLst>
        </p:spPr>
      </p:cxnSp>
      <p:cxnSp>
        <p:nvCxnSpPr>
          <p:cNvPr id="23564" name="AutoShape 12"/>
          <p:cNvCxnSpPr>
            <a:cxnSpLocks noChangeShapeType="1"/>
            <a:stCxn id="23558" idx="3"/>
            <a:endCxn id="23560" idx="1"/>
          </p:cNvCxnSpPr>
          <p:nvPr/>
        </p:nvCxnSpPr>
        <p:spPr bwMode="auto">
          <a:xfrm>
            <a:off x="6096000" y="4953000"/>
            <a:ext cx="752475" cy="0"/>
          </a:xfrm>
          <a:prstGeom prst="straightConnector1">
            <a:avLst/>
          </a:prstGeom>
          <a:noFill/>
          <a:ln w="19050">
            <a:solidFill>
              <a:schemeClr val="tx1"/>
            </a:solidFill>
            <a:round/>
            <a:headEnd/>
            <a:tailEnd/>
          </a:ln>
          <a:extLst>
            <a:ext uri="{909E8E84-426E-40DD-AFC4-6F175D3DCCD1}">
              <a14:hiddenFill xmlns:a14="http://schemas.microsoft.com/office/drawing/2010/main">
                <a:noFill/>
              </a14:hiddenFill>
            </a:ext>
          </a:extLst>
        </p:spPr>
      </p:cxnSp>
      <p:sp>
        <p:nvSpPr>
          <p:cNvPr id="23565" name="Arc 13"/>
          <p:cNvSpPr>
            <a:spLocks/>
          </p:cNvSpPr>
          <p:nvPr/>
        </p:nvSpPr>
        <p:spPr bwMode="auto">
          <a:xfrm>
            <a:off x="6096000" y="4800600"/>
            <a:ext cx="152400" cy="300038"/>
          </a:xfrm>
          <a:custGeom>
            <a:avLst/>
            <a:gdLst>
              <a:gd name="T0" fmla="*/ 0 w 21600"/>
              <a:gd name="T1" fmla="*/ 0 h 43200"/>
              <a:gd name="T2" fmla="*/ 1341 w 21600"/>
              <a:gd name="T3" fmla="*/ 2083861 h 43200"/>
              <a:gd name="T4" fmla="*/ 0 w 21600"/>
              <a:gd name="T5" fmla="*/ 1041931 h 43200"/>
              <a:gd name="T6" fmla="*/ 0 60000 65536"/>
              <a:gd name="T7" fmla="*/ 0 60000 65536"/>
              <a:gd name="T8" fmla="*/ 0 60000 65536"/>
              <a:gd name="T9" fmla="*/ 0 w 21600"/>
              <a:gd name="T10" fmla="*/ 0 h 43200"/>
              <a:gd name="T11" fmla="*/ 21600 w 21600"/>
              <a:gd name="T12" fmla="*/ 43200 h 43200"/>
            </a:gdLst>
            <a:ahLst/>
            <a:cxnLst>
              <a:cxn ang="T6">
                <a:pos x="T0" y="T1"/>
              </a:cxn>
              <a:cxn ang="T7">
                <a:pos x="T2" y="T3"/>
              </a:cxn>
              <a:cxn ang="T8">
                <a:pos x="T4" y="T5"/>
              </a:cxn>
            </a:cxnLst>
            <a:rect l="T9" t="T10" r="T11" b="T12"/>
            <a:pathLst>
              <a:path w="21600" h="43200" fill="none" extrusionOk="0">
                <a:moveTo>
                  <a:pt x="-1" y="0"/>
                </a:moveTo>
                <a:cubicBezTo>
                  <a:pt x="11929" y="0"/>
                  <a:pt x="21600" y="9670"/>
                  <a:pt x="21600" y="21600"/>
                </a:cubicBezTo>
                <a:cubicBezTo>
                  <a:pt x="21600" y="33518"/>
                  <a:pt x="11945" y="43185"/>
                  <a:pt x="26" y="43199"/>
                </a:cubicBezTo>
              </a:path>
              <a:path w="21600" h="43200" stroke="0" extrusionOk="0">
                <a:moveTo>
                  <a:pt x="-1" y="0"/>
                </a:moveTo>
                <a:cubicBezTo>
                  <a:pt x="11929" y="0"/>
                  <a:pt x="21600" y="9670"/>
                  <a:pt x="21600" y="21600"/>
                </a:cubicBezTo>
                <a:cubicBezTo>
                  <a:pt x="21600" y="33518"/>
                  <a:pt x="11945" y="43185"/>
                  <a:pt x="26" y="43199"/>
                </a:cubicBezTo>
                <a:lnTo>
                  <a:pt x="0" y="21600"/>
                </a:lnTo>
                <a:close/>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23566" name="Arc 14"/>
          <p:cNvSpPr>
            <a:spLocks/>
          </p:cNvSpPr>
          <p:nvPr/>
        </p:nvSpPr>
        <p:spPr bwMode="auto">
          <a:xfrm flipH="1">
            <a:off x="6705600" y="3429000"/>
            <a:ext cx="152400" cy="300038"/>
          </a:xfrm>
          <a:custGeom>
            <a:avLst/>
            <a:gdLst>
              <a:gd name="T0" fmla="*/ 0 w 21600"/>
              <a:gd name="T1" fmla="*/ 0 h 43200"/>
              <a:gd name="T2" fmla="*/ 1341 w 21600"/>
              <a:gd name="T3" fmla="*/ 2083861 h 43200"/>
              <a:gd name="T4" fmla="*/ 0 w 21600"/>
              <a:gd name="T5" fmla="*/ 1041931 h 43200"/>
              <a:gd name="T6" fmla="*/ 0 60000 65536"/>
              <a:gd name="T7" fmla="*/ 0 60000 65536"/>
              <a:gd name="T8" fmla="*/ 0 60000 65536"/>
              <a:gd name="T9" fmla="*/ 0 w 21600"/>
              <a:gd name="T10" fmla="*/ 0 h 43200"/>
              <a:gd name="T11" fmla="*/ 21600 w 21600"/>
              <a:gd name="T12" fmla="*/ 43200 h 43200"/>
            </a:gdLst>
            <a:ahLst/>
            <a:cxnLst>
              <a:cxn ang="T6">
                <a:pos x="T0" y="T1"/>
              </a:cxn>
              <a:cxn ang="T7">
                <a:pos x="T2" y="T3"/>
              </a:cxn>
              <a:cxn ang="T8">
                <a:pos x="T4" y="T5"/>
              </a:cxn>
            </a:cxnLst>
            <a:rect l="T9" t="T10" r="T11" b="T12"/>
            <a:pathLst>
              <a:path w="21600" h="43200" fill="none" extrusionOk="0">
                <a:moveTo>
                  <a:pt x="-1" y="0"/>
                </a:moveTo>
                <a:cubicBezTo>
                  <a:pt x="11929" y="0"/>
                  <a:pt x="21600" y="9670"/>
                  <a:pt x="21600" y="21600"/>
                </a:cubicBezTo>
                <a:cubicBezTo>
                  <a:pt x="21600" y="33518"/>
                  <a:pt x="11945" y="43185"/>
                  <a:pt x="26" y="43199"/>
                </a:cubicBezTo>
              </a:path>
              <a:path w="21600" h="43200" stroke="0" extrusionOk="0">
                <a:moveTo>
                  <a:pt x="-1" y="0"/>
                </a:moveTo>
                <a:cubicBezTo>
                  <a:pt x="11929" y="0"/>
                  <a:pt x="21600" y="9670"/>
                  <a:pt x="21600" y="21600"/>
                </a:cubicBezTo>
                <a:cubicBezTo>
                  <a:pt x="21600" y="33518"/>
                  <a:pt x="11945" y="43185"/>
                  <a:pt x="26" y="43199"/>
                </a:cubicBezTo>
                <a:lnTo>
                  <a:pt x="0" y="21600"/>
                </a:lnTo>
                <a:close/>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23567" name="Arc 15"/>
          <p:cNvSpPr>
            <a:spLocks/>
          </p:cNvSpPr>
          <p:nvPr/>
        </p:nvSpPr>
        <p:spPr bwMode="auto">
          <a:xfrm rot="5400000">
            <a:off x="7389019" y="3812381"/>
            <a:ext cx="152400" cy="300038"/>
          </a:xfrm>
          <a:custGeom>
            <a:avLst/>
            <a:gdLst>
              <a:gd name="T0" fmla="*/ 0 w 21600"/>
              <a:gd name="T1" fmla="*/ 0 h 43200"/>
              <a:gd name="T2" fmla="*/ 1341 w 21600"/>
              <a:gd name="T3" fmla="*/ 2083861 h 43200"/>
              <a:gd name="T4" fmla="*/ 0 w 21600"/>
              <a:gd name="T5" fmla="*/ 1041931 h 43200"/>
              <a:gd name="T6" fmla="*/ 0 60000 65536"/>
              <a:gd name="T7" fmla="*/ 0 60000 65536"/>
              <a:gd name="T8" fmla="*/ 0 60000 65536"/>
              <a:gd name="T9" fmla="*/ 0 w 21600"/>
              <a:gd name="T10" fmla="*/ 0 h 43200"/>
              <a:gd name="T11" fmla="*/ 21600 w 21600"/>
              <a:gd name="T12" fmla="*/ 43200 h 43200"/>
            </a:gdLst>
            <a:ahLst/>
            <a:cxnLst>
              <a:cxn ang="T6">
                <a:pos x="T0" y="T1"/>
              </a:cxn>
              <a:cxn ang="T7">
                <a:pos x="T2" y="T3"/>
              </a:cxn>
              <a:cxn ang="T8">
                <a:pos x="T4" y="T5"/>
              </a:cxn>
            </a:cxnLst>
            <a:rect l="T9" t="T10" r="T11" b="T12"/>
            <a:pathLst>
              <a:path w="21600" h="43200" fill="none" extrusionOk="0">
                <a:moveTo>
                  <a:pt x="-1" y="0"/>
                </a:moveTo>
                <a:cubicBezTo>
                  <a:pt x="11929" y="0"/>
                  <a:pt x="21600" y="9670"/>
                  <a:pt x="21600" y="21600"/>
                </a:cubicBezTo>
                <a:cubicBezTo>
                  <a:pt x="21600" y="33518"/>
                  <a:pt x="11945" y="43185"/>
                  <a:pt x="26" y="43199"/>
                </a:cubicBezTo>
              </a:path>
              <a:path w="21600" h="43200" stroke="0" extrusionOk="0">
                <a:moveTo>
                  <a:pt x="-1" y="0"/>
                </a:moveTo>
                <a:cubicBezTo>
                  <a:pt x="11929" y="0"/>
                  <a:pt x="21600" y="9670"/>
                  <a:pt x="21600" y="21600"/>
                </a:cubicBezTo>
                <a:cubicBezTo>
                  <a:pt x="21600" y="33518"/>
                  <a:pt x="11945" y="43185"/>
                  <a:pt x="26" y="43199"/>
                </a:cubicBezTo>
                <a:lnTo>
                  <a:pt x="0" y="21600"/>
                </a:lnTo>
                <a:close/>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23568" name="Oval 16"/>
          <p:cNvSpPr>
            <a:spLocks noChangeArrowheads="1"/>
          </p:cNvSpPr>
          <p:nvPr/>
        </p:nvSpPr>
        <p:spPr bwMode="auto">
          <a:xfrm>
            <a:off x="7010400" y="1981200"/>
            <a:ext cx="914400" cy="381000"/>
          </a:xfrm>
          <a:prstGeom prst="ellipse">
            <a:avLst/>
          </a:prstGeom>
          <a:noFill/>
          <a:ln w="6350">
            <a:solidFill>
              <a:schemeClr val="folHlink"/>
            </a:solidFill>
            <a:prstDash val="dash"/>
            <a:round/>
            <a:headEnd/>
            <a:tailEnd/>
          </a:ln>
          <a:extLst>
            <a:ext uri="{909E8E84-426E-40DD-AFC4-6F175D3DCCD1}">
              <a14:hiddenFill xmlns:a14="http://schemas.microsoft.com/office/drawing/2010/main">
                <a:solidFill>
                  <a:srgbClr val="FFFFFF"/>
                </a:solidFill>
              </a14:hiddenFill>
            </a:ext>
          </a:extLst>
        </p:spPr>
        <p:txBody>
          <a:bodyPr wrap="none" anchor="ctr"/>
          <a:lstStyle/>
          <a:p>
            <a:pPr algn="ctr"/>
            <a:r>
              <a:rPr lang="en-GB" sz="1600">
                <a:solidFill>
                  <a:schemeClr val="folHlink"/>
                </a:solidFill>
                <a:latin typeface="Arial" charset="0"/>
              </a:rPr>
              <a:t>ID</a:t>
            </a:r>
          </a:p>
        </p:txBody>
      </p:sp>
      <p:sp>
        <p:nvSpPr>
          <p:cNvPr id="23569" name="Oval 17"/>
          <p:cNvSpPr>
            <a:spLocks noChangeArrowheads="1"/>
          </p:cNvSpPr>
          <p:nvPr/>
        </p:nvSpPr>
        <p:spPr bwMode="auto">
          <a:xfrm>
            <a:off x="7543800" y="2514600"/>
            <a:ext cx="914400" cy="381000"/>
          </a:xfrm>
          <a:prstGeom prst="ellipse">
            <a:avLst/>
          </a:prstGeom>
          <a:noFill/>
          <a:ln w="6350">
            <a:solidFill>
              <a:schemeClr val="folHlink"/>
            </a:solidFill>
            <a:prstDash val="dash"/>
            <a:round/>
            <a:headEnd/>
            <a:tailEnd/>
          </a:ln>
          <a:extLst>
            <a:ext uri="{909E8E84-426E-40DD-AFC4-6F175D3DCCD1}">
              <a14:hiddenFill xmlns:a14="http://schemas.microsoft.com/office/drawing/2010/main">
                <a:solidFill>
                  <a:srgbClr val="FFFFFF"/>
                </a:solidFill>
              </a14:hiddenFill>
            </a:ext>
          </a:extLst>
        </p:spPr>
        <p:txBody>
          <a:bodyPr wrap="none" anchor="ctr"/>
          <a:lstStyle/>
          <a:p>
            <a:pPr algn="ctr"/>
            <a:r>
              <a:rPr lang="en-GB" sz="1600">
                <a:solidFill>
                  <a:schemeClr val="folHlink"/>
                </a:solidFill>
                <a:latin typeface="Arial" charset="0"/>
              </a:rPr>
              <a:t>Ph#</a:t>
            </a:r>
          </a:p>
        </p:txBody>
      </p:sp>
      <p:sp>
        <p:nvSpPr>
          <p:cNvPr id="23570" name="Oval 18"/>
          <p:cNvSpPr>
            <a:spLocks noChangeArrowheads="1"/>
          </p:cNvSpPr>
          <p:nvPr/>
        </p:nvSpPr>
        <p:spPr bwMode="auto">
          <a:xfrm>
            <a:off x="6477000" y="2514600"/>
            <a:ext cx="914400" cy="381000"/>
          </a:xfrm>
          <a:prstGeom prst="ellipse">
            <a:avLst/>
          </a:prstGeom>
          <a:noFill/>
          <a:ln w="6350">
            <a:solidFill>
              <a:schemeClr val="folHlink"/>
            </a:solidFill>
            <a:prstDash val="dash"/>
            <a:round/>
            <a:headEnd/>
            <a:tailEnd/>
          </a:ln>
          <a:extLst>
            <a:ext uri="{909E8E84-426E-40DD-AFC4-6F175D3DCCD1}">
              <a14:hiddenFill xmlns:a14="http://schemas.microsoft.com/office/drawing/2010/main">
                <a:solidFill>
                  <a:srgbClr val="FFFFFF"/>
                </a:solidFill>
              </a14:hiddenFill>
            </a:ext>
          </a:extLst>
        </p:spPr>
        <p:txBody>
          <a:bodyPr wrap="none" anchor="ctr"/>
          <a:lstStyle/>
          <a:p>
            <a:pPr algn="ctr"/>
            <a:r>
              <a:rPr lang="en-GB" sz="1600">
                <a:solidFill>
                  <a:schemeClr val="folHlink"/>
                </a:solidFill>
                <a:latin typeface="Arial" charset="0"/>
              </a:rPr>
              <a:t>Name</a:t>
            </a:r>
          </a:p>
        </p:txBody>
      </p:sp>
      <p:cxnSp>
        <p:nvCxnSpPr>
          <p:cNvPr id="23571" name="AutoShape 19"/>
          <p:cNvCxnSpPr>
            <a:cxnSpLocks noChangeShapeType="1"/>
            <a:stCxn id="23556" idx="0"/>
            <a:endCxn id="23569" idx="4"/>
          </p:cNvCxnSpPr>
          <p:nvPr/>
        </p:nvCxnSpPr>
        <p:spPr bwMode="auto">
          <a:xfrm flipV="1">
            <a:off x="7467600" y="2895600"/>
            <a:ext cx="533400" cy="381000"/>
          </a:xfrm>
          <a:prstGeom prst="straightConnector1">
            <a:avLst/>
          </a:prstGeom>
          <a:noFill/>
          <a:ln w="6350">
            <a:solidFill>
              <a:schemeClr val="folHlink"/>
            </a:solidFill>
            <a:prstDash val="dash"/>
            <a:round/>
            <a:headEnd/>
            <a:tailEnd/>
          </a:ln>
          <a:extLst>
            <a:ext uri="{909E8E84-426E-40DD-AFC4-6F175D3DCCD1}">
              <a14:hiddenFill xmlns:a14="http://schemas.microsoft.com/office/drawing/2010/main">
                <a:noFill/>
              </a14:hiddenFill>
            </a:ext>
          </a:extLst>
        </p:spPr>
      </p:cxnSp>
      <p:cxnSp>
        <p:nvCxnSpPr>
          <p:cNvPr id="23572" name="AutoShape 20"/>
          <p:cNvCxnSpPr>
            <a:cxnSpLocks noChangeShapeType="1"/>
            <a:stCxn id="23556" idx="0"/>
            <a:endCxn id="23568" idx="4"/>
          </p:cNvCxnSpPr>
          <p:nvPr/>
        </p:nvCxnSpPr>
        <p:spPr bwMode="auto">
          <a:xfrm flipV="1">
            <a:off x="7467600" y="2362200"/>
            <a:ext cx="0" cy="914400"/>
          </a:xfrm>
          <a:prstGeom prst="straightConnector1">
            <a:avLst/>
          </a:prstGeom>
          <a:noFill/>
          <a:ln w="6350">
            <a:solidFill>
              <a:schemeClr val="folHlink"/>
            </a:solidFill>
            <a:prstDash val="dash"/>
            <a:round/>
            <a:headEnd/>
            <a:tailEnd/>
          </a:ln>
          <a:extLst>
            <a:ext uri="{909E8E84-426E-40DD-AFC4-6F175D3DCCD1}">
              <a14:hiddenFill xmlns:a14="http://schemas.microsoft.com/office/drawing/2010/main">
                <a:noFill/>
              </a14:hiddenFill>
            </a:ext>
          </a:extLst>
        </p:spPr>
      </p:cxnSp>
      <p:cxnSp>
        <p:nvCxnSpPr>
          <p:cNvPr id="23573" name="AutoShape 21"/>
          <p:cNvCxnSpPr>
            <a:cxnSpLocks noChangeShapeType="1"/>
            <a:stCxn id="23556" idx="0"/>
            <a:endCxn id="23570" idx="4"/>
          </p:cNvCxnSpPr>
          <p:nvPr/>
        </p:nvCxnSpPr>
        <p:spPr bwMode="auto">
          <a:xfrm flipH="1" flipV="1">
            <a:off x="6934200" y="2895600"/>
            <a:ext cx="533400" cy="381000"/>
          </a:xfrm>
          <a:prstGeom prst="straightConnector1">
            <a:avLst/>
          </a:prstGeom>
          <a:noFill/>
          <a:ln w="6350">
            <a:solidFill>
              <a:schemeClr val="folHlink"/>
            </a:solidFill>
            <a:prstDash val="dash"/>
            <a:round/>
            <a:headEnd/>
            <a:tailEnd/>
          </a:ln>
          <a:extLst>
            <a:ext uri="{909E8E84-426E-40DD-AFC4-6F175D3DCCD1}">
              <a14:hiddenFill xmlns:a14="http://schemas.microsoft.com/office/drawing/2010/main">
                <a:noFill/>
              </a14:hiddenFill>
            </a:ext>
          </a:extLst>
        </p:spPr>
      </p:cxnSp>
      <p:sp>
        <p:nvSpPr>
          <p:cNvPr id="23574" name="Line 22"/>
          <p:cNvSpPr>
            <a:spLocks noChangeShapeType="1"/>
          </p:cNvSpPr>
          <p:nvPr/>
        </p:nvSpPr>
        <p:spPr bwMode="auto">
          <a:xfrm>
            <a:off x="1371600" y="5638800"/>
            <a:ext cx="685800"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3575" name="AutoShape 23"/>
          <p:cNvSpPr>
            <a:spLocks noChangeArrowheads="1"/>
          </p:cNvSpPr>
          <p:nvPr/>
        </p:nvSpPr>
        <p:spPr bwMode="auto">
          <a:xfrm>
            <a:off x="2057400" y="5257800"/>
            <a:ext cx="762000" cy="762000"/>
          </a:xfrm>
          <a:prstGeom prst="diamond">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23576" name="Line 24"/>
          <p:cNvSpPr>
            <a:spLocks noChangeShapeType="1"/>
          </p:cNvSpPr>
          <p:nvPr/>
        </p:nvSpPr>
        <p:spPr bwMode="auto">
          <a:xfrm>
            <a:off x="2819400" y="5638800"/>
            <a:ext cx="685800"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3577" name="Arc 25"/>
          <p:cNvSpPr>
            <a:spLocks/>
          </p:cNvSpPr>
          <p:nvPr/>
        </p:nvSpPr>
        <p:spPr bwMode="auto">
          <a:xfrm flipH="1">
            <a:off x="3352800" y="5486400"/>
            <a:ext cx="152400" cy="300038"/>
          </a:xfrm>
          <a:custGeom>
            <a:avLst/>
            <a:gdLst>
              <a:gd name="T0" fmla="*/ 0 w 21600"/>
              <a:gd name="T1" fmla="*/ 0 h 43200"/>
              <a:gd name="T2" fmla="*/ 1341 w 21600"/>
              <a:gd name="T3" fmla="*/ 2083861 h 43200"/>
              <a:gd name="T4" fmla="*/ 0 w 21600"/>
              <a:gd name="T5" fmla="*/ 1041931 h 43200"/>
              <a:gd name="T6" fmla="*/ 0 60000 65536"/>
              <a:gd name="T7" fmla="*/ 0 60000 65536"/>
              <a:gd name="T8" fmla="*/ 0 60000 65536"/>
              <a:gd name="T9" fmla="*/ 0 w 21600"/>
              <a:gd name="T10" fmla="*/ 0 h 43200"/>
              <a:gd name="T11" fmla="*/ 21600 w 21600"/>
              <a:gd name="T12" fmla="*/ 43200 h 43200"/>
            </a:gdLst>
            <a:ahLst/>
            <a:cxnLst>
              <a:cxn ang="T6">
                <a:pos x="T0" y="T1"/>
              </a:cxn>
              <a:cxn ang="T7">
                <a:pos x="T2" y="T3"/>
              </a:cxn>
              <a:cxn ang="T8">
                <a:pos x="T4" y="T5"/>
              </a:cxn>
            </a:cxnLst>
            <a:rect l="T9" t="T10" r="T11" b="T12"/>
            <a:pathLst>
              <a:path w="21600" h="43200" fill="none" extrusionOk="0">
                <a:moveTo>
                  <a:pt x="-1" y="0"/>
                </a:moveTo>
                <a:cubicBezTo>
                  <a:pt x="11929" y="0"/>
                  <a:pt x="21600" y="9670"/>
                  <a:pt x="21600" y="21600"/>
                </a:cubicBezTo>
                <a:cubicBezTo>
                  <a:pt x="21600" y="33518"/>
                  <a:pt x="11945" y="43185"/>
                  <a:pt x="26" y="43199"/>
                </a:cubicBezTo>
              </a:path>
              <a:path w="21600" h="43200" stroke="0" extrusionOk="0">
                <a:moveTo>
                  <a:pt x="-1" y="0"/>
                </a:moveTo>
                <a:cubicBezTo>
                  <a:pt x="11929" y="0"/>
                  <a:pt x="21600" y="9670"/>
                  <a:pt x="21600" y="21600"/>
                </a:cubicBezTo>
                <a:cubicBezTo>
                  <a:pt x="21600" y="33518"/>
                  <a:pt x="11945" y="43185"/>
                  <a:pt x="26" y="43199"/>
                </a:cubicBezTo>
                <a:lnTo>
                  <a:pt x="0" y="21600"/>
                </a:lnTo>
                <a:close/>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23578" name="Text Box 26"/>
          <p:cNvSpPr txBox="1">
            <a:spLocks noChangeArrowheads="1"/>
          </p:cNvSpPr>
          <p:nvPr/>
        </p:nvSpPr>
        <p:spPr bwMode="auto">
          <a:xfrm>
            <a:off x="3505200" y="5410200"/>
            <a:ext cx="80486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rgbClr val="000099"/>
                </a:solidFill>
                <a:latin typeface="Times New Roman" charset="0"/>
              </a:defRPr>
            </a:lvl1pPr>
            <a:lvl2pPr marL="742950" indent="-285750">
              <a:defRPr sz="2400">
                <a:solidFill>
                  <a:srgbClr val="000099"/>
                </a:solidFill>
                <a:latin typeface="Times New Roman" charset="0"/>
              </a:defRPr>
            </a:lvl2pPr>
            <a:lvl3pPr marL="1143000" indent="-228600">
              <a:defRPr sz="2400">
                <a:solidFill>
                  <a:srgbClr val="000099"/>
                </a:solidFill>
                <a:latin typeface="Times New Roman" charset="0"/>
              </a:defRPr>
            </a:lvl3pPr>
            <a:lvl4pPr marL="1600200" indent="-228600">
              <a:defRPr sz="2400">
                <a:solidFill>
                  <a:srgbClr val="000099"/>
                </a:solidFill>
                <a:latin typeface="Times New Roman" charset="0"/>
              </a:defRPr>
            </a:lvl4pPr>
            <a:lvl5pPr marL="2057400" indent="-228600">
              <a:defRPr sz="2400">
                <a:solidFill>
                  <a:srgbClr val="000099"/>
                </a:solidFill>
                <a:latin typeface="Times New Roman" charset="0"/>
              </a:defRPr>
            </a:lvl5pPr>
            <a:lvl6pPr marL="2514600" indent="-228600" eaLnBrk="0" fontAlgn="base" hangingPunct="0">
              <a:spcBef>
                <a:spcPct val="0"/>
              </a:spcBef>
              <a:spcAft>
                <a:spcPct val="0"/>
              </a:spcAft>
              <a:defRPr sz="2400">
                <a:solidFill>
                  <a:srgbClr val="000099"/>
                </a:solidFill>
                <a:latin typeface="Times New Roman" charset="0"/>
              </a:defRPr>
            </a:lvl6pPr>
            <a:lvl7pPr marL="2971800" indent="-228600" eaLnBrk="0" fontAlgn="base" hangingPunct="0">
              <a:spcBef>
                <a:spcPct val="0"/>
              </a:spcBef>
              <a:spcAft>
                <a:spcPct val="0"/>
              </a:spcAft>
              <a:defRPr sz="2400">
                <a:solidFill>
                  <a:srgbClr val="000099"/>
                </a:solidFill>
                <a:latin typeface="Times New Roman" charset="0"/>
              </a:defRPr>
            </a:lvl7pPr>
            <a:lvl8pPr marL="3429000" indent="-228600" eaLnBrk="0" fontAlgn="base" hangingPunct="0">
              <a:spcBef>
                <a:spcPct val="0"/>
              </a:spcBef>
              <a:spcAft>
                <a:spcPct val="0"/>
              </a:spcAft>
              <a:defRPr sz="2400">
                <a:solidFill>
                  <a:srgbClr val="000099"/>
                </a:solidFill>
                <a:latin typeface="Times New Roman" charset="0"/>
              </a:defRPr>
            </a:lvl8pPr>
            <a:lvl9pPr marL="3886200" indent="-228600" eaLnBrk="0" fontAlgn="base" hangingPunct="0">
              <a:spcBef>
                <a:spcPct val="0"/>
              </a:spcBef>
              <a:spcAft>
                <a:spcPct val="0"/>
              </a:spcAft>
              <a:defRPr sz="2400">
                <a:solidFill>
                  <a:srgbClr val="000099"/>
                </a:solidFill>
                <a:latin typeface="Times New Roman" charset="0"/>
              </a:defRPr>
            </a:lvl9pPr>
          </a:lstStyle>
          <a:p>
            <a:r>
              <a:rPr lang="en-GB" sz="2000" dirty="0">
                <a:solidFill>
                  <a:schemeClr val="tx1"/>
                </a:solidFill>
                <a:latin typeface="Arial" charset="0"/>
              </a:rPr>
              <a:t>Many</a:t>
            </a:r>
          </a:p>
        </p:txBody>
      </p:sp>
      <p:sp>
        <p:nvSpPr>
          <p:cNvPr id="23579" name="Text Box 27"/>
          <p:cNvSpPr txBox="1">
            <a:spLocks noChangeArrowheads="1"/>
          </p:cNvSpPr>
          <p:nvPr/>
        </p:nvSpPr>
        <p:spPr bwMode="auto">
          <a:xfrm>
            <a:off x="685800" y="5410200"/>
            <a:ext cx="6635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rgbClr val="000099"/>
                </a:solidFill>
                <a:latin typeface="Times New Roman" charset="0"/>
              </a:defRPr>
            </a:lvl1pPr>
            <a:lvl2pPr marL="742950" indent="-285750">
              <a:defRPr sz="2400">
                <a:solidFill>
                  <a:srgbClr val="000099"/>
                </a:solidFill>
                <a:latin typeface="Times New Roman" charset="0"/>
              </a:defRPr>
            </a:lvl2pPr>
            <a:lvl3pPr marL="1143000" indent="-228600">
              <a:defRPr sz="2400">
                <a:solidFill>
                  <a:srgbClr val="000099"/>
                </a:solidFill>
                <a:latin typeface="Times New Roman" charset="0"/>
              </a:defRPr>
            </a:lvl3pPr>
            <a:lvl4pPr marL="1600200" indent="-228600">
              <a:defRPr sz="2400">
                <a:solidFill>
                  <a:srgbClr val="000099"/>
                </a:solidFill>
                <a:latin typeface="Times New Roman" charset="0"/>
              </a:defRPr>
            </a:lvl4pPr>
            <a:lvl5pPr marL="2057400" indent="-228600">
              <a:defRPr sz="2400">
                <a:solidFill>
                  <a:srgbClr val="000099"/>
                </a:solidFill>
                <a:latin typeface="Times New Roman" charset="0"/>
              </a:defRPr>
            </a:lvl5pPr>
            <a:lvl6pPr marL="2514600" indent="-228600" eaLnBrk="0" fontAlgn="base" hangingPunct="0">
              <a:spcBef>
                <a:spcPct val="0"/>
              </a:spcBef>
              <a:spcAft>
                <a:spcPct val="0"/>
              </a:spcAft>
              <a:defRPr sz="2400">
                <a:solidFill>
                  <a:srgbClr val="000099"/>
                </a:solidFill>
                <a:latin typeface="Times New Roman" charset="0"/>
              </a:defRPr>
            </a:lvl6pPr>
            <a:lvl7pPr marL="2971800" indent="-228600" eaLnBrk="0" fontAlgn="base" hangingPunct="0">
              <a:spcBef>
                <a:spcPct val="0"/>
              </a:spcBef>
              <a:spcAft>
                <a:spcPct val="0"/>
              </a:spcAft>
              <a:defRPr sz="2400">
                <a:solidFill>
                  <a:srgbClr val="000099"/>
                </a:solidFill>
                <a:latin typeface="Times New Roman" charset="0"/>
              </a:defRPr>
            </a:lvl7pPr>
            <a:lvl8pPr marL="3429000" indent="-228600" eaLnBrk="0" fontAlgn="base" hangingPunct="0">
              <a:spcBef>
                <a:spcPct val="0"/>
              </a:spcBef>
              <a:spcAft>
                <a:spcPct val="0"/>
              </a:spcAft>
              <a:defRPr sz="2400">
                <a:solidFill>
                  <a:srgbClr val="000099"/>
                </a:solidFill>
                <a:latin typeface="Times New Roman" charset="0"/>
              </a:defRPr>
            </a:lvl8pPr>
            <a:lvl9pPr marL="3886200" indent="-228600" eaLnBrk="0" fontAlgn="base" hangingPunct="0">
              <a:spcBef>
                <a:spcPct val="0"/>
              </a:spcBef>
              <a:spcAft>
                <a:spcPct val="0"/>
              </a:spcAft>
              <a:defRPr sz="2400">
                <a:solidFill>
                  <a:srgbClr val="000099"/>
                </a:solidFill>
                <a:latin typeface="Times New Roman" charset="0"/>
              </a:defRPr>
            </a:lvl9pPr>
          </a:lstStyle>
          <a:p>
            <a:pPr algn="r"/>
            <a:r>
              <a:rPr lang="en-GB" sz="2000">
                <a:solidFill>
                  <a:schemeClr val="tx1"/>
                </a:solidFill>
                <a:latin typeface="Arial" charset="0"/>
              </a:rPr>
              <a:t>One</a:t>
            </a:r>
          </a:p>
        </p:txBody>
      </p:sp>
      <p:sp>
        <p:nvSpPr>
          <p:cNvPr id="4" name="Slide Number Placeholder 3"/>
          <p:cNvSpPr>
            <a:spLocks noGrp="1"/>
          </p:cNvSpPr>
          <p:nvPr>
            <p:ph type="sldNum" sz="quarter" idx="12"/>
          </p:nvPr>
        </p:nvSpPr>
        <p:spPr/>
        <p:txBody>
          <a:bodyPr/>
          <a:lstStyle/>
          <a:p>
            <a:pPr>
              <a:defRPr/>
            </a:pPr>
            <a:fld id="{DD78C07B-49A2-4C49-BC08-EB24CFD51614}" type="slidenum">
              <a:rPr lang="en-US" smtClean="0"/>
              <a:pPr>
                <a:defRPr/>
              </a:pPr>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p:txBody>
          <a:bodyPr/>
          <a:lstStyle/>
          <a:p>
            <a:pPr eaLnBrk="1" hangingPunct="1"/>
            <a:r>
              <a:rPr lang="en-GB"/>
              <a:t>Making E/R Models</a:t>
            </a:r>
          </a:p>
        </p:txBody>
      </p:sp>
      <p:sp>
        <p:nvSpPr>
          <p:cNvPr id="24579" name="Rectangle 3"/>
          <p:cNvSpPr>
            <a:spLocks noGrp="1" noChangeArrowheads="1"/>
          </p:cNvSpPr>
          <p:nvPr>
            <p:ph sz="half" idx="1"/>
          </p:nvPr>
        </p:nvSpPr>
        <p:spPr/>
        <p:txBody>
          <a:bodyPr/>
          <a:lstStyle/>
          <a:p>
            <a:pPr eaLnBrk="1" hangingPunct="1"/>
            <a:endParaRPr lang="en-GB" sz="2400" dirty="0"/>
          </a:p>
          <a:p>
            <a:pPr algn="just" eaLnBrk="1" hangingPunct="1"/>
            <a:r>
              <a:rPr lang="en-GB" sz="2400" dirty="0"/>
              <a:t>To make an E/R model you need to identify</a:t>
            </a:r>
          </a:p>
          <a:p>
            <a:pPr lvl="1" algn="just" eaLnBrk="1" hangingPunct="1"/>
            <a:r>
              <a:rPr lang="en-GB" sz="2000" dirty="0"/>
              <a:t>Entities</a:t>
            </a:r>
          </a:p>
          <a:p>
            <a:pPr lvl="1" algn="just" eaLnBrk="1" hangingPunct="1"/>
            <a:r>
              <a:rPr lang="en-GB" sz="2000" dirty="0"/>
              <a:t>Attributes</a:t>
            </a:r>
          </a:p>
          <a:p>
            <a:pPr lvl="1" algn="just" eaLnBrk="1" hangingPunct="1"/>
            <a:r>
              <a:rPr lang="en-GB" sz="2000" dirty="0"/>
              <a:t>Relationships</a:t>
            </a:r>
          </a:p>
          <a:p>
            <a:pPr lvl="1" algn="just" eaLnBrk="1" hangingPunct="1"/>
            <a:r>
              <a:rPr lang="en-GB" sz="2000" dirty="0"/>
              <a:t>Cardinality ratios</a:t>
            </a:r>
          </a:p>
          <a:p>
            <a:pPr algn="just" eaLnBrk="1" hangingPunct="1"/>
            <a:endParaRPr lang="en-GB" sz="2400" dirty="0"/>
          </a:p>
          <a:p>
            <a:pPr algn="just" eaLnBrk="1" hangingPunct="1"/>
            <a:r>
              <a:rPr lang="en-GB" sz="2400" dirty="0"/>
              <a:t>from a description</a:t>
            </a:r>
          </a:p>
        </p:txBody>
      </p:sp>
      <p:sp>
        <p:nvSpPr>
          <p:cNvPr id="24580" name="Rectangle 4"/>
          <p:cNvSpPr>
            <a:spLocks noGrp="1" noChangeArrowheads="1"/>
          </p:cNvSpPr>
          <p:nvPr>
            <p:ph sz="half" idx="2"/>
          </p:nvPr>
        </p:nvSpPr>
        <p:spPr/>
        <p:txBody>
          <a:bodyPr/>
          <a:lstStyle/>
          <a:p>
            <a:pPr eaLnBrk="1" hangingPunct="1"/>
            <a:endParaRPr lang="en-GB" sz="2400" dirty="0"/>
          </a:p>
          <a:p>
            <a:pPr algn="just" eaLnBrk="1" hangingPunct="1"/>
            <a:r>
              <a:rPr lang="en-GB" sz="2400" dirty="0"/>
              <a:t>General guidelines</a:t>
            </a:r>
          </a:p>
          <a:p>
            <a:pPr lvl="1" algn="just" eaLnBrk="1" hangingPunct="1"/>
            <a:r>
              <a:rPr lang="en-GB" sz="2000" dirty="0"/>
              <a:t>Since entities are things or objects they are often nouns in the description</a:t>
            </a:r>
          </a:p>
          <a:p>
            <a:pPr lvl="1" algn="just" eaLnBrk="1" hangingPunct="1"/>
            <a:endParaRPr lang="en-GB" sz="2000" dirty="0"/>
          </a:p>
          <a:p>
            <a:pPr lvl="1" algn="just" eaLnBrk="1" hangingPunct="1"/>
            <a:r>
              <a:rPr lang="en-GB" sz="2000" dirty="0"/>
              <a:t>Attributes are properties, and  often nouns</a:t>
            </a:r>
          </a:p>
          <a:p>
            <a:pPr lvl="1" algn="just" eaLnBrk="1" hangingPunct="1">
              <a:buFont typeface="Wingdings 3" pitchFamily="18" charset="2"/>
              <a:buNone/>
            </a:pPr>
            <a:r>
              <a:rPr lang="en-GB" sz="2000" dirty="0"/>
              <a:t> </a:t>
            </a:r>
          </a:p>
          <a:p>
            <a:pPr lvl="1" algn="just" eaLnBrk="1" hangingPunct="1"/>
            <a:r>
              <a:rPr lang="en-GB" sz="2000" dirty="0"/>
              <a:t>Verbs often describe relationships between entities</a:t>
            </a:r>
          </a:p>
          <a:p>
            <a:pPr lvl="1" eaLnBrk="1" hangingPunct="1"/>
            <a:endParaRPr lang="en-GB" sz="2000" dirty="0"/>
          </a:p>
        </p:txBody>
      </p:sp>
      <p:sp>
        <p:nvSpPr>
          <p:cNvPr id="4" name="Slide Number Placeholder 3"/>
          <p:cNvSpPr>
            <a:spLocks noGrp="1"/>
          </p:cNvSpPr>
          <p:nvPr>
            <p:ph type="sldNum" sz="quarter" idx="12"/>
          </p:nvPr>
        </p:nvSpPr>
        <p:spPr/>
        <p:txBody>
          <a:bodyPr/>
          <a:lstStyle/>
          <a:p>
            <a:pPr>
              <a:defRPr/>
            </a:pPr>
            <a:fld id="{DD78C07B-49A2-4C49-BC08-EB24CFD51614}" type="slidenum">
              <a:rPr lang="en-US" smtClean="0"/>
              <a:pPr>
                <a:defRPr/>
              </a:pPr>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noChangeArrowheads="1"/>
          </p:cNvSpPr>
          <p:nvPr>
            <p:ph type="title"/>
          </p:nvPr>
        </p:nvSpPr>
        <p:spPr/>
        <p:txBody>
          <a:bodyPr/>
          <a:lstStyle/>
          <a:p>
            <a:pPr eaLnBrk="1" hangingPunct="1"/>
            <a:r>
              <a:rPr lang="en-GB" altLang="en-US"/>
              <a:t>Example</a:t>
            </a:r>
          </a:p>
        </p:txBody>
      </p:sp>
      <p:sp>
        <p:nvSpPr>
          <p:cNvPr id="32771" name="Rectangle 3"/>
          <p:cNvSpPr>
            <a:spLocks noGrp="1" noChangeArrowheads="1"/>
          </p:cNvSpPr>
          <p:nvPr>
            <p:ph sz="quarter" idx="1"/>
          </p:nvPr>
        </p:nvSpPr>
        <p:spPr>
          <a:xfrm>
            <a:off x="457200" y="1340768"/>
            <a:ext cx="8229600" cy="4815557"/>
          </a:xfrm>
        </p:spPr>
        <p:txBody>
          <a:bodyPr/>
          <a:lstStyle/>
          <a:p>
            <a:pPr algn="just" eaLnBrk="1" hangingPunct="1">
              <a:buFontTx/>
              <a:buNone/>
            </a:pPr>
            <a:r>
              <a:rPr lang="en-GB" altLang="en-US" dirty="0"/>
              <a:t>	</a:t>
            </a:r>
          </a:p>
          <a:p>
            <a:pPr algn="just" eaLnBrk="1" hangingPunct="1">
              <a:buFontTx/>
              <a:buNone/>
            </a:pPr>
            <a:r>
              <a:rPr lang="en-GB" altLang="en-US" dirty="0"/>
              <a:t>	We want to represent information about products in a database. Each product has a Product id, description, and price. Supplier supply the products.</a:t>
            </a:r>
          </a:p>
          <a:p>
            <a:pPr algn="just" eaLnBrk="1" hangingPunct="1">
              <a:buFontTx/>
              <a:buNone/>
            </a:pPr>
            <a:r>
              <a:rPr lang="en-GB" altLang="en-US" dirty="0"/>
              <a:t>	Supplier have address, phone numbers, and name. Each address is made up of a street address, a city, and a postcode.</a:t>
            </a:r>
          </a:p>
        </p:txBody>
      </p:sp>
      <p:sp>
        <p:nvSpPr>
          <p:cNvPr id="4" name="Slide Number Placeholder 3"/>
          <p:cNvSpPr>
            <a:spLocks noGrp="1"/>
          </p:cNvSpPr>
          <p:nvPr>
            <p:ph type="sldNum" sz="quarter" idx="12"/>
          </p:nvPr>
        </p:nvSpPr>
        <p:spPr/>
        <p:txBody>
          <a:bodyPr/>
          <a:lstStyle/>
          <a:p>
            <a:pPr>
              <a:defRPr/>
            </a:pPr>
            <a:fld id="{F101297D-9EF7-469E-B2A9-10FD8F57EF6F}" type="slidenum">
              <a:rPr lang="en-US" smtClean="0"/>
              <a:pPr>
                <a:defRPr/>
              </a:pPr>
              <a:t>47</a:t>
            </a:fld>
            <a:endParaRPr lang="en-US" dirty="0"/>
          </a:p>
        </p:txBody>
      </p:sp>
    </p:spTree>
    <p:extLst>
      <p:ext uri="{BB962C8B-B14F-4D97-AF65-F5344CB8AC3E}">
        <p14:creationId xmlns:p14="http://schemas.microsoft.com/office/powerpoint/2010/main" val="121776608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Data Flow Diagram (DFD)</a:t>
            </a:r>
          </a:p>
        </p:txBody>
      </p:sp>
      <p:sp>
        <p:nvSpPr>
          <p:cNvPr id="3" name="Content Placeholder 2"/>
          <p:cNvSpPr>
            <a:spLocks noGrp="1"/>
          </p:cNvSpPr>
          <p:nvPr>
            <p:ph idx="1"/>
          </p:nvPr>
        </p:nvSpPr>
        <p:spPr/>
        <p:txBody>
          <a:bodyPr/>
          <a:lstStyle/>
          <a:p>
            <a:pPr algn="just"/>
            <a:endParaRPr lang="en-US" dirty="0"/>
          </a:p>
          <a:p>
            <a:pPr algn="just"/>
            <a:r>
              <a:rPr lang="en-US" dirty="0"/>
              <a:t>The distinguishing features of  DFDs are as follows:</a:t>
            </a:r>
          </a:p>
          <a:p>
            <a:pPr algn="just"/>
            <a:endParaRPr lang="en-US" dirty="0"/>
          </a:p>
          <a:p>
            <a:pPr marL="457200" lvl="0" indent="-457200" algn="just">
              <a:buFont typeface="+mj-lt"/>
              <a:buAutoNum type="arabicPeriod"/>
            </a:pPr>
            <a:r>
              <a:rPr lang="en-US" dirty="0"/>
              <a:t>Data flow diagrams capture the flow of data in a system.</a:t>
            </a:r>
          </a:p>
          <a:p>
            <a:pPr marL="457200" lvl="0" indent="-457200" algn="just">
              <a:buFont typeface="+mj-lt"/>
              <a:buAutoNum type="arabicPeriod"/>
            </a:pPr>
            <a:endParaRPr lang="en-US" dirty="0"/>
          </a:p>
          <a:p>
            <a:pPr marL="457200" lvl="0" indent="-457200" algn="just">
              <a:buFont typeface="+mj-lt"/>
              <a:buAutoNum type="arabicPeriod"/>
            </a:pPr>
            <a:r>
              <a:rPr lang="en-US" dirty="0"/>
              <a:t>It describes data origination, transformations and consumption in a system.</a:t>
            </a:r>
          </a:p>
          <a:p>
            <a:pPr algn="just"/>
            <a:endParaRPr lang="en-US" dirty="0"/>
          </a:p>
        </p:txBody>
      </p:sp>
      <p:sp>
        <p:nvSpPr>
          <p:cNvPr id="6" name="Slide Number Placeholder 5"/>
          <p:cNvSpPr>
            <a:spLocks noGrp="1"/>
          </p:cNvSpPr>
          <p:nvPr>
            <p:ph type="sldNum" sz="quarter" idx="12"/>
          </p:nvPr>
        </p:nvSpPr>
        <p:spPr/>
        <p:txBody>
          <a:bodyPr/>
          <a:lstStyle/>
          <a:p>
            <a:fld id="{0A68DB68-8052-4758-A647-54338E95D837}" type="slidenum">
              <a:rPr lang="en-US" smtClean="0"/>
              <a:pPr/>
              <a:t>48</a:t>
            </a:fld>
            <a:endParaRPr lang="en-US" dirty="0"/>
          </a:p>
        </p:txBody>
      </p:sp>
    </p:spTree>
    <p:extLst>
      <p:ext uri="{BB962C8B-B14F-4D97-AF65-F5344CB8AC3E}">
        <p14:creationId xmlns:p14="http://schemas.microsoft.com/office/powerpoint/2010/main" val="163260441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DFD Notation</a:t>
            </a:r>
          </a:p>
        </p:txBody>
      </p:sp>
      <p:sp>
        <p:nvSpPr>
          <p:cNvPr id="6" name="Slide Number Placeholder 5"/>
          <p:cNvSpPr>
            <a:spLocks noGrp="1"/>
          </p:cNvSpPr>
          <p:nvPr>
            <p:ph type="sldNum" sz="quarter" idx="12"/>
          </p:nvPr>
        </p:nvSpPr>
        <p:spPr/>
        <p:txBody>
          <a:bodyPr/>
          <a:lstStyle/>
          <a:p>
            <a:fld id="{0A68DB68-8052-4758-A647-54338E95D837}" type="slidenum">
              <a:rPr lang="en-US" smtClean="0"/>
              <a:pPr/>
              <a:t>49</a:t>
            </a:fld>
            <a:endParaRPr lang="en-US" dirty="0"/>
          </a:p>
        </p:txBody>
      </p:sp>
      <p:pic>
        <p:nvPicPr>
          <p:cNvPr id="7" name="Content Placeholder 6" descr="FIG07_02"/>
          <p:cNvPicPr>
            <a:picLocks noGrp="1" noChangeAspect="1" noChangeArrowheads="1"/>
          </p:cNvPicPr>
          <p:nvPr>
            <p:ph idx="1"/>
          </p:nvPr>
        </p:nvPicPr>
        <p:blipFill>
          <a:blip r:embed="rId2" cstate="print"/>
          <a:srcRect l="43774" t="8762" r="2817" b="14362"/>
          <a:stretch>
            <a:fillRect/>
          </a:stretch>
        </p:blipFill>
        <p:spPr bwMode="auto">
          <a:xfrm>
            <a:off x="1219200" y="1944382"/>
            <a:ext cx="7162800" cy="4188435"/>
          </a:xfrm>
          <a:prstGeom prst="rect">
            <a:avLst/>
          </a:prstGeom>
          <a:noFill/>
          <a:ln w="9525">
            <a:noFill/>
            <a:miter lim="800000"/>
            <a:headEnd/>
            <a:tailEnd/>
          </a:ln>
        </p:spPr>
      </p:pic>
    </p:spTree>
    <p:extLst>
      <p:ext uri="{BB962C8B-B14F-4D97-AF65-F5344CB8AC3E}">
        <p14:creationId xmlns:p14="http://schemas.microsoft.com/office/powerpoint/2010/main" val="342816841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DFD Components</a:t>
            </a:r>
          </a:p>
        </p:txBody>
      </p:sp>
      <p:sp>
        <p:nvSpPr>
          <p:cNvPr id="3" name="Content Placeholder 2"/>
          <p:cNvSpPr>
            <a:spLocks noGrp="1"/>
          </p:cNvSpPr>
          <p:nvPr>
            <p:ph idx="1"/>
          </p:nvPr>
        </p:nvSpPr>
        <p:spPr/>
        <p:txBody>
          <a:bodyPr>
            <a:normAutofit fontScale="92500"/>
          </a:bodyPr>
          <a:lstStyle/>
          <a:p>
            <a:pPr marL="0" indent="0" algn="just">
              <a:lnSpc>
                <a:spcPct val="150000"/>
              </a:lnSpc>
              <a:buClr>
                <a:schemeClr val="tx1">
                  <a:lumMod val="65000"/>
                  <a:lumOff val="35000"/>
                </a:schemeClr>
              </a:buClr>
              <a:buSzPct val="70000"/>
              <a:buNone/>
              <a:defRPr/>
            </a:pPr>
            <a:r>
              <a:rPr lang="en-GB" dirty="0"/>
              <a:t>DFDs consist of four basic components that illustrate how data flows in a system: entity, process, data store, and data flow.</a:t>
            </a:r>
            <a:endParaRPr lang="en-US" altLang="en-US" b="1" dirty="0">
              <a:solidFill>
                <a:schemeClr val="tx2"/>
              </a:solidFill>
            </a:endParaRPr>
          </a:p>
          <a:p>
            <a:pPr algn="just">
              <a:lnSpc>
                <a:spcPct val="150000"/>
              </a:lnSpc>
              <a:buClr>
                <a:schemeClr val="tx1">
                  <a:lumMod val="65000"/>
                  <a:lumOff val="35000"/>
                </a:schemeClr>
              </a:buClr>
              <a:buSzPct val="70000"/>
              <a:buFont typeface="Wingdings" pitchFamily="2" charset="2"/>
              <a:buChar char="Ø"/>
              <a:defRPr/>
            </a:pPr>
            <a:r>
              <a:rPr lang="en-US" altLang="en-US" b="1" dirty="0">
                <a:solidFill>
                  <a:schemeClr val="tx2"/>
                </a:solidFill>
              </a:rPr>
              <a:t>Process:  </a:t>
            </a:r>
            <a:r>
              <a:rPr lang="en-US" altLang="en-US" dirty="0">
                <a:solidFill>
                  <a:schemeClr val="tx1">
                    <a:lumMod val="85000"/>
                    <a:lumOff val="15000"/>
                  </a:schemeClr>
                </a:solidFill>
              </a:rPr>
              <a:t>work or actions performed on data (inside the system).</a:t>
            </a:r>
          </a:p>
          <a:p>
            <a:pPr algn="just">
              <a:lnSpc>
                <a:spcPct val="150000"/>
              </a:lnSpc>
              <a:buClr>
                <a:schemeClr val="tx1">
                  <a:lumMod val="65000"/>
                  <a:lumOff val="35000"/>
                </a:schemeClr>
              </a:buClr>
              <a:buSzPct val="70000"/>
              <a:buFont typeface="Wingdings" pitchFamily="2" charset="2"/>
              <a:buChar char="Ø"/>
              <a:defRPr/>
            </a:pPr>
            <a:r>
              <a:rPr lang="en-US" altLang="en-US" b="1" dirty="0">
                <a:solidFill>
                  <a:schemeClr val="tx2"/>
                </a:solidFill>
              </a:rPr>
              <a:t>Data Store:  </a:t>
            </a:r>
            <a:r>
              <a:rPr lang="en-US" altLang="en-US" dirty="0">
                <a:solidFill>
                  <a:schemeClr val="tx1">
                    <a:lumMod val="85000"/>
                    <a:lumOff val="15000"/>
                  </a:schemeClr>
                </a:solidFill>
              </a:rPr>
              <a:t>Data at rest (inside the system).</a:t>
            </a:r>
          </a:p>
          <a:p>
            <a:pPr algn="just">
              <a:lnSpc>
                <a:spcPct val="150000"/>
              </a:lnSpc>
              <a:buClr>
                <a:schemeClr val="tx1">
                  <a:lumMod val="65000"/>
                  <a:lumOff val="35000"/>
                </a:schemeClr>
              </a:buClr>
              <a:buSzPct val="70000"/>
              <a:buFont typeface="Wingdings" pitchFamily="2" charset="2"/>
              <a:buChar char="Ø"/>
              <a:defRPr/>
            </a:pPr>
            <a:r>
              <a:rPr lang="en-US" altLang="en-US" b="1" dirty="0">
                <a:solidFill>
                  <a:schemeClr val="tx2"/>
                </a:solidFill>
              </a:rPr>
              <a:t>Source/ Sink (Entity): </a:t>
            </a:r>
            <a:r>
              <a:rPr lang="en-US" altLang="en-US" dirty="0">
                <a:solidFill>
                  <a:schemeClr val="tx1">
                    <a:lumMod val="85000"/>
                    <a:lumOff val="15000"/>
                  </a:schemeClr>
                </a:solidFill>
              </a:rPr>
              <a:t>External entity that is origin or destination of data (outside the system).</a:t>
            </a:r>
          </a:p>
          <a:p>
            <a:pPr algn="just">
              <a:lnSpc>
                <a:spcPct val="150000"/>
              </a:lnSpc>
              <a:buClr>
                <a:schemeClr val="tx1">
                  <a:lumMod val="65000"/>
                  <a:lumOff val="35000"/>
                </a:schemeClr>
              </a:buClr>
              <a:buSzPct val="70000"/>
              <a:buFont typeface="Wingdings" pitchFamily="2" charset="2"/>
              <a:buChar char="Ø"/>
              <a:defRPr/>
            </a:pPr>
            <a:r>
              <a:rPr lang="en-US" altLang="en-US" b="1" dirty="0">
                <a:solidFill>
                  <a:schemeClr val="tx2"/>
                </a:solidFill>
              </a:rPr>
              <a:t>Data flow: </a:t>
            </a:r>
            <a:r>
              <a:rPr lang="en-US" altLang="en-US" dirty="0">
                <a:solidFill>
                  <a:schemeClr val="tx1">
                    <a:lumMod val="85000"/>
                    <a:lumOff val="15000"/>
                  </a:schemeClr>
                </a:solidFill>
              </a:rPr>
              <a:t>arrows depicting movement of data.</a:t>
            </a:r>
          </a:p>
        </p:txBody>
      </p:sp>
      <p:sp>
        <p:nvSpPr>
          <p:cNvPr id="6" name="Slide Number Placeholder 5"/>
          <p:cNvSpPr>
            <a:spLocks noGrp="1"/>
          </p:cNvSpPr>
          <p:nvPr>
            <p:ph type="sldNum" sz="quarter" idx="12"/>
          </p:nvPr>
        </p:nvSpPr>
        <p:spPr/>
        <p:txBody>
          <a:bodyPr/>
          <a:lstStyle/>
          <a:p>
            <a:fld id="{0A68DB68-8052-4758-A647-54338E95D837}" type="slidenum">
              <a:rPr lang="en-US" smtClean="0"/>
              <a:pPr/>
              <a:t>50</a:t>
            </a:fld>
            <a:endParaRPr lang="en-US" dirty="0"/>
          </a:p>
        </p:txBody>
      </p:sp>
    </p:spTree>
    <p:extLst>
      <p:ext uri="{BB962C8B-B14F-4D97-AF65-F5344CB8AC3E}">
        <p14:creationId xmlns:p14="http://schemas.microsoft.com/office/powerpoint/2010/main" val="218775013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DFD Components</a:t>
            </a:r>
          </a:p>
        </p:txBody>
      </p:sp>
      <p:sp>
        <p:nvSpPr>
          <p:cNvPr id="3" name="Content Placeholder 2"/>
          <p:cNvSpPr>
            <a:spLocks noGrp="1"/>
          </p:cNvSpPr>
          <p:nvPr>
            <p:ph idx="1"/>
          </p:nvPr>
        </p:nvSpPr>
        <p:spPr/>
        <p:txBody>
          <a:bodyPr>
            <a:normAutofit/>
          </a:bodyPr>
          <a:lstStyle/>
          <a:p>
            <a:pPr algn="just"/>
            <a:r>
              <a:rPr lang="en-GB" b="1" dirty="0">
                <a:solidFill>
                  <a:schemeClr val="tx2"/>
                </a:solidFill>
              </a:rPr>
              <a:t>Entity</a:t>
            </a:r>
            <a:r>
              <a:rPr lang="en-GB" dirty="0">
                <a:solidFill>
                  <a:schemeClr val="tx2"/>
                </a:solidFill>
              </a:rPr>
              <a:t>:</a:t>
            </a:r>
          </a:p>
          <a:p>
            <a:pPr marL="274320" lvl="1" indent="0" algn="just">
              <a:buNone/>
            </a:pPr>
            <a:r>
              <a:rPr lang="en-GB" dirty="0"/>
              <a:t>An entity is the source or destination of data. The source in a DFD represents these entities that are outside the context of the system. Entities either provide data to the system (referred to as a source) or receive data from it (referred to as a sink).</a:t>
            </a:r>
          </a:p>
          <a:p>
            <a:pPr algn="just"/>
            <a:endParaRPr lang="en-GB" b="1" dirty="0"/>
          </a:p>
          <a:p>
            <a:pPr algn="just"/>
            <a:r>
              <a:rPr lang="en-GB" b="1" dirty="0">
                <a:solidFill>
                  <a:schemeClr val="tx2"/>
                </a:solidFill>
              </a:rPr>
              <a:t>Process:</a:t>
            </a:r>
          </a:p>
          <a:p>
            <a:pPr marL="274320" lvl="1" indent="0" algn="just">
              <a:buNone/>
            </a:pPr>
            <a:r>
              <a:rPr lang="en-GB" dirty="0"/>
              <a:t>The process is the manipulation or work that transforms data. In other words, a process receives input and generates some output. Process names (simple verbs and dataflow names, such as “Submit Payment” or “Get Invoice”).</a:t>
            </a:r>
          </a:p>
          <a:p>
            <a:pPr marL="274320" lvl="1" indent="0" algn="just">
              <a:buNone/>
            </a:pPr>
            <a:endParaRPr lang="en-US" dirty="0"/>
          </a:p>
        </p:txBody>
      </p:sp>
      <p:sp>
        <p:nvSpPr>
          <p:cNvPr id="6" name="Slide Number Placeholder 5"/>
          <p:cNvSpPr>
            <a:spLocks noGrp="1"/>
          </p:cNvSpPr>
          <p:nvPr>
            <p:ph type="sldNum" sz="quarter" idx="12"/>
          </p:nvPr>
        </p:nvSpPr>
        <p:spPr/>
        <p:txBody>
          <a:bodyPr/>
          <a:lstStyle/>
          <a:p>
            <a:fld id="{0A68DB68-8052-4758-A647-54338E95D837}" type="slidenum">
              <a:rPr lang="en-US" smtClean="0"/>
              <a:pPr/>
              <a:t>51</a:t>
            </a:fld>
            <a:endParaRPr lang="en-US" dirty="0"/>
          </a:p>
        </p:txBody>
      </p:sp>
    </p:spTree>
    <p:extLst>
      <p:ext uri="{BB962C8B-B14F-4D97-AF65-F5344CB8AC3E}">
        <p14:creationId xmlns:p14="http://schemas.microsoft.com/office/powerpoint/2010/main" val="117942983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DFD Components</a:t>
            </a:r>
          </a:p>
        </p:txBody>
      </p:sp>
      <p:sp>
        <p:nvSpPr>
          <p:cNvPr id="3" name="Content Placeholder 2"/>
          <p:cNvSpPr>
            <a:spLocks noGrp="1"/>
          </p:cNvSpPr>
          <p:nvPr>
            <p:ph idx="1"/>
          </p:nvPr>
        </p:nvSpPr>
        <p:spPr/>
        <p:txBody>
          <a:bodyPr/>
          <a:lstStyle/>
          <a:p>
            <a:pPr marL="0" indent="0" algn="just">
              <a:buNone/>
            </a:pPr>
            <a:r>
              <a:rPr lang="en-GB" b="1" dirty="0">
                <a:solidFill>
                  <a:schemeClr val="tx2"/>
                </a:solidFill>
              </a:rPr>
              <a:t>Data Store:</a:t>
            </a:r>
          </a:p>
          <a:p>
            <a:pPr marL="274320" lvl="1" indent="0" algn="just">
              <a:buNone/>
            </a:pPr>
            <a:r>
              <a:rPr lang="en-GB" b="1" dirty="0"/>
              <a:t> </a:t>
            </a:r>
            <a:r>
              <a:rPr lang="en-GB" dirty="0"/>
              <a:t>A data store is where a process stores data between processes for later retrieval by that same process or another one. Files and tables are considered data stores. Data store names (plural) are simple but meaningful, such as “customers,” “orders,” and “products.”</a:t>
            </a:r>
          </a:p>
          <a:p>
            <a:pPr marL="0" indent="0" algn="just">
              <a:buNone/>
            </a:pPr>
            <a:endParaRPr lang="en-GB" b="1" dirty="0">
              <a:solidFill>
                <a:schemeClr val="tx2"/>
              </a:solidFill>
            </a:endParaRPr>
          </a:p>
          <a:p>
            <a:pPr marL="0" indent="0" algn="just">
              <a:buNone/>
            </a:pPr>
            <a:r>
              <a:rPr lang="en-GB" b="1" dirty="0">
                <a:solidFill>
                  <a:schemeClr val="tx2"/>
                </a:solidFill>
              </a:rPr>
              <a:t>Data Flow: </a:t>
            </a:r>
          </a:p>
          <a:p>
            <a:pPr marL="274320" lvl="1" indent="0" algn="just">
              <a:buNone/>
            </a:pPr>
            <a:r>
              <a:rPr lang="en-GB" dirty="0"/>
              <a:t>Data flow is the movement of data between the entity, the process, and the data store. Data flow portrays the interface between the components of the DFD. The flow of data in a DFD is named to reflect the nature of the data used (these names should also be unique within a specific DFD).</a:t>
            </a:r>
            <a:endParaRPr lang="en-US" dirty="0"/>
          </a:p>
        </p:txBody>
      </p:sp>
      <p:sp>
        <p:nvSpPr>
          <p:cNvPr id="6" name="Slide Number Placeholder 5"/>
          <p:cNvSpPr>
            <a:spLocks noGrp="1"/>
          </p:cNvSpPr>
          <p:nvPr>
            <p:ph type="sldNum" sz="quarter" idx="12"/>
          </p:nvPr>
        </p:nvSpPr>
        <p:spPr/>
        <p:txBody>
          <a:bodyPr/>
          <a:lstStyle/>
          <a:p>
            <a:fld id="{0A68DB68-8052-4758-A647-54338E95D837}" type="slidenum">
              <a:rPr lang="en-US" smtClean="0"/>
              <a:pPr/>
              <a:t>52</a:t>
            </a:fld>
            <a:endParaRPr lang="en-US" dirty="0"/>
          </a:p>
        </p:txBody>
      </p:sp>
    </p:spTree>
    <p:extLst>
      <p:ext uri="{BB962C8B-B14F-4D97-AF65-F5344CB8AC3E}">
        <p14:creationId xmlns:p14="http://schemas.microsoft.com/office/powerpoint/2010/main" val="81374361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DFD Components</a:t>
            </a:r>
          </a:p>
        </p:txBody>
      </p:sp>
      <p:pic>
        <p:nvPicPr>
          <p:cNvPr id="7" name="Content Placeholder 6"/>
          <p:cNvPicPr>
            <a:picLocks noGrp="1" noChangeAspect="1"/>
          </p:cNvPicPr>
          <p:nvPr>
            <p:ph idx="1"/>
          </p:nvPr>
        </p:nvPicPr>
        <p:blipFill rotWithShape="1">
          <a:blip r:embed="rId2"/>
          <a:srcRect l="50926" t="33531" r="25926" b="26944"/>
          <a:stretch/>
        </p:blipFill>
        <p:spPr>
          <a:xfrm>
            <a:off x="685800" y="1709928"/>
            <a:ext cx="8001000" cy="4995671"/>
          </a:xfrm>
          <a:prstGeom prst="rect">
            <a:avLst/>
          </a:prstGeom>
        </p:spPr>
      </p:pic>
      <p:sp>
        <p:nvSpPr>
          <p:cNvPr id="6" name="Slide Number Placeholder 5"/>
          <p:cNvSpPr>
            <a:spLocks noGrp="1"/>
          </p:cNvSpPr>
          <p:nvPr>
            <p:ph type="sldNum" sz="quarter" idx="12"/>
          </p:nvPr>
        </p:nvSpPr>
        <p:spPr/>
        <p:txBody>
          <a:bodyPr/>
          <a:lstStyle/>
          <a:p>
            <a:fld id="{0A68DB68-8052-4758-A647-54338E95D837}" type="slidenum">
              <a:rPr lang="en-US" smtClean="0"/>
              <a:pPr/>
              <a:t>53</a:t>
            </a:fld>
            <a:endParaRPr lang="en-US" dirty="0"/>
          </a:p>
        </p:txBody>
      </p:sp>
    </p:spTree>
    <p:extLst>
      <p:ext uri="{BB962C8B-B14F-4D97-AF65-F5344CB8AC3E}">
        <p14:creationId xmlns:p14="http://schemas.microsoft.com/office/powerpoint/2010/main" val="3704171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DFD Diagramming Rules (Process)</a:t>
            </a:r>
          </a:p>
        </p:txBody>
      </p:sp>
      <p:sp>
        <p:nvSpPr>
          <p:cNvPr id="6" name="Slide Number Placeholder 5"/>
          <p:cNvSpPr>
            <a:spLocks noGrp="1"/>
          </p:cNvSpPr>
          <p:nvPr>
            <p:ph type="sldNum" sz="quarter" idx="12"/>
          </p:nvPr>
        </p:nvSpPr>
        <p:spPr/>
        <p:txBody>
          <a:bodyPr/>
          <a:lstStyle/>
          <a:p>
            <a:fld id="{0A68DB68-8052-4758-A647-54338E95D837}" type="slidenum">
              <a:rPr lang="en-US" smtClean="0"/>
              <a:pPr/>
              <a:t>54</a:t>
            </a:fld>
            <a:endParaRPr lang="en-US" dirty="0"/>
          </a:p>
        </p:txBody>
      </p:sp>
      <p:pic>
        <p:nvPicPr>
          <p:cNvPr id="7" name="Picture 4" descr="CAP1"/>
          <p:cNvPicPr>
            <a:picLocks noGrp="1" noChangeAspect="1" noChangeArrowheads="1"/>
          </p:cNvPicPr>
          <p:nvPr>
            <p:ph idx="1"/>
          </p:nvPr>
        </p:nvPicPr>
        <p:blipFill>
          <a:blip r:embed="rId2" cstate="print"/>
          <a:srcRect/>
          <a:stretch>
            <a:fillRect/>
          </a:stretch>
        </p:blipFill>
        <p:spPr bwMode="auto">
          <a:xfrm>
            <a:off x="914400" y="1981200"/>
            <a:ext cx="7543799" cy="4419600"/>
          </a:xfrm>
          <a:prstGeom prst="rect">
            <a:avLst/>
          </a:prstGeom>
          <a:noFill/>
          <a:ln w="9525">
            <a:noFill/>
            <a:miter lim="800000"/>
            <a:headEnd/>
            <a:tailEnd/>
          </a:ln>
        </p:spPr>
      </p:pic>
      <p:sp>
        <p:nvSpPr>
          <p:cNvPr id="8" name="Rectangle 7"/>
          <p:cNvSpPr/>
          <p:nvPr/>
        </p:nvSpPr>
        <p:spPr>
          <a:xfrm>
            <a:off x="1676400" y="3719513"/>
            <a:ext cx="6172199" cy="1107996"/>
          </a:xfrm>
          <a:prstGeom prst="rect">
            <a:avLst/>
          </a:prstGeom>
        </p:spPr>
        <p:txBody>
          <a:bodyPr wrap="square">
            <a:spAutoFit/>
          </a:bodyPr>
          <a:lstStyle/>
          <a:p>
            <a:pPr algn="ctr">
              <a:spcBef>
                <a:spcPct val="20000"/>
              </a:spcBef>
              <a:buClr>
                <a:schemeClr val="hlink"/>
              </a:buClr>
              <a:buSzPct val="110000"/>
              <a:buFont typeface="Wingdings" pitchFamily="2" charset="2"/>
              <a:buNone/>
              <a:defRPr/>
            </a:pPr>
            <a:r>
              <a:rPr lang="en-US" sz="2200" dirty="0">
                <a:latin typeface="+mn-lt"/>
                <a:cs typeface="Arial" charset="0"/>
              </a:rPr>
              <a:t>No process can have only outputs or only inputs. Processes must have both outputs and inputs.</a:t>
            </a:r>
          </a:p>
        </p:txBody>
      </p:sp>
      <p:sp>
        <p:nvSpPr>
          <p:cNvPr id="9" name="Text Box 6"/>
          <p:cNvSpPr txBox="1">
            <a:spLocks noChangeArrowheads="1"/>
          </p:cNvSpPr>
          <p:nvPr/>
        </p:nvSpPr>
        <p:spPr bwMode="auto">
          <a:xfrm>
            <a:off x="2057400" y="5943600"/>
            <a:ext cx="5410200" cy="430887"/>
          </a:xfrm>
          <a:prstGeom prst="rect">
            <a:avLst/>
          </a:prstGeom>
          <a:noFill/>
          <a:ln>
            <a:noFill/>
          </a:ln>
        </p:spPr>
        <p:txBody>
          <a:bodyPr wrap="squar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algn="l" rtl="0" eaLnBrk="0" fontAlgn="base" hangingPunct="0">
              <a:spcBef>
                <a:spcPct val="0"/>
              </a:spcBef>
              <a:spcAft>
                <a:spcPct val="0"/>
              </a:spcAft>
              <a:defRPr>
                <a:solidFill>
                  <a:schemeClr val="tx1"/>
                </a:solidFill>
                <a:latin typeface="Arial" pitchFamily="34" charset="0"/>
              </a:defRPr>
            </a:lvl6pPr>
            <a:lvl7pPr marL="2971800" indent="-228600" algn="l" rtl="0" eaLnBrk="0" fontAlgn="base" hangingPunct="0">
              <a:spcBef>
                <a:spcPct val="0"/>
              </a:spcBef>
              <a:spcAft>
                <a:spcPct val="0"/>
              </a:spcAft>
              <a:defRPr>
                <a:solidFill>
                  <a:schemeClr val="tx1"/>
                </a:solidFill>
                <a:latin typeface="Arial" pitchFamily="34" charset="0"/>
              </a:defRPr>
            </a:lvl7pPr>
            <a:lvl8pPr marL="3429000" indent="-228600" algn="l" rtl="0" eaLnBrk="0" fontAlgn="base" hangingPunct="0">
              <a:spcBef>
                <a:spcPct val="0"/>
              </a:spcBef>
              <a:spcAft>
                <a:spcPct val="0"/>
              </a:spcAft>
              <a:defRPr>
                <a:solidFill>
                  <a:schemeClr val="tx1"/>
                </a:solidFill>
                <a:latin typeface="Arial" pitchFamily="34" charset="0"/>
              </a:defRPr>
            </a:lvl8pPr>
            <a:lvl9pPr marL="3886200" indent="-228600" algn="l" rtl="0" eaLnBrk="0" fontAlgn="base" hangingPunct="0">
              <a:spcBef>
                <a:spcPct val="0"/>
              </a:spcBef>
              <a:spcAft>
                <a:spcPct val="0"/>
              </a:spcAft>
              <a:defRPr>
                <a:solidFill>
                  <a:schemeClr val="tx1"/>
                </a:solidFill>
                <a:latin typeface="Arial" pitchFamily="34" charset="0"/>
              </a:defRPr>
            </a:lvl9pPr>
          </a:lstStyle>
          <a:p>
            <a:pPr algn="ctr" eaLnBrk="1" hangingPunct="1">
              <a:spcBef>
                <a:spcPct val="20000"/>
              </a:spcBef>
              <a:buClr>
                <a:schemeClr val="hlink"/>
              </a:buClr>
              <a:buSzPct val="110000"/>
              <a:buFont typeface="Wingdings" pitchFamily="2" charset="2"/>
              <a:buNone/>
              <a:defRPr/>
            </a:pPr>
            <a:r>
              <a:rPr lang="en-US" sz="2200" dirty="0">
                <a:latin typeface="+mn-lt"/>
                <a:cs typeface="Arial" charset="0"/>
              </a:rPr>
              <a:t>Process labels should be verb phrases.</a:t>
            </a:r>
          </a:p>
        </p:txBody>
      </p:sp>
    </p:spTree>
    <p:extLst>
      <p:ext uri="{BB962C8B-B14F-4D97-AF65-F5344CB8AC3E}">
        <p14:creationId xmlns:p14="http://schemas.microsoft.com/office/powerpoint/2010/main" val="3805391220"/>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DFD Diagramming Rules (Data Stores)</a:t>
            </a:r>
          </a:p>
        </p:txBody>
      </p:sp>
      <p:sp>
        <p:nvSpPr>
          <p:cNvPr id="6" name="Slide Number Placeholder 5"/>
          <p:cNvSpPr>
            <a:spLocks noGrp="1"/>
          </p:cNvSpPr>
          <p:nvPr>
            <p:ph type="sldNum" sz="quarter" idx="12"/>
          </p:nvPr>
        </p:nvSpPr>
        <p:spPr/>
        <p:txBody>
          <a:bodyPr/>
          <a:lstStyle/>
          <a:p>
            <a:fld id="{0A68DB68-8052-4758-A647-54338E95D837}" type="slidenum">
              <a:rPr lang="en-US" smtClean="0"/>
              <a:pPr/>
              <a:t>55</a:t>
            </a:fld>
            <a:endParaRPr lang="en-US" dirty="0"/>
          </a:p>
        </p:txBody>
      </p:sp>
      <p:grpSp>
        <p:nvGrpSpPr>
          <p:cNvPr id="9" name="Group 6"/>
          <p:cNvGrpSpPr>
            <a:grpSpLocks/>
          </p:cNvGrpSpPr>
          <p:nvPr/>
        </p:nvGrpSpPr>
        <p:grpSpPr bwMode="auto">
          <a:xfrm>
            <a:off x="533400" y="1524801"/>
            <a:ext cx="8229600" cy="5333840"/>
            <a:chOff x="-56" y="873"/>
            <a:chExt cx="5088" cy="3061"/>
          </a:xfrm>
        </p:grpSpPr>
        <p:pic>
          <p:nvPicPr>
            <p:cNvPr id="10" name="Picture 3" descr="CAP2"/>
            <p:cNvPicPr>
              <a:picLocks noChangeAspect="1" noChangeArrowheads="1"/>
            </p:cNvPicPr>
            <p:nvPr/>
          </p:nvPicPr>
          <p:blipFill>
            <a:blip r:embed="rId2" cstate="print"/>
            <a:srcRect/>
            <a:stretch>
              <a:fillRect/>
            </a:stretch>
          </p:blipFill>
          <p:spPr bwMode="auto">
            <a:xfrm>
              <a:off x="-56" y="873"/>
              <a:ext cx="5088" cy="2799"/>
            </a:xfrm>
            <a:prstGeom prst="rect">
              <a:avLst/>
            </a:prstGeom>
            <a:noFill/>
            <a:ln w="9525">
              <a:noFill/>
              <a:miter lim="800000"/>
              <a:headEnd/>
              <a:tailEnd/>
            </a:ln>
          </p:spPr>
        </p:pic>
        <p:sp>
          <p:nvSpPr>
            <p:cNvPr id="11" name="Text Box 4"/>
            <p:cNvSpPr txBox="1">
              <a:spLocks noChangeArrowheads="1"/>
            </p:cNvSpPr>
            <p:nvPr/>
          </p:nvSpPr>
          <p:spPr bwMode="auto">
            <a:xfrm>
              <a:off x="1034" y="3492"/>
              <a:ext cx="3119" cy="442"/>
            </a:xfrm>
            <a:prstGeom prst="rect">
              <a:avLst/>
            </a:prstGeom>
            <a:noFill/>
            <a:ln w="9525">
              <a:noFill/>
              <a:miter lim="800000"/>
              <a:headEnd/>
              <a:tailEnd/>
            </a:ln>
          </p:spPr>
          <p:txBody>
            <a:bodyPr>
              <a:spAutoFit/>
            </a:bodyPr>
            <a:lstStyle/>
            <a:p>
              <a:pPr algn="ctr">
                <a:spcBef>
                  <a:spcPct val="20000"/>
                </a:spcBef>
                <a:buClr>
                  <a:schemeClr val="hlink"/>
                </a:buClr>
                <a:buSzPct val="110000"/>
                <a:buFont typeface="Wingdings" pitchFamily="2" charset="2"/>
                <a:buNone/>
                <a:defRPr/>
              </a:pPr>
              <a:r>
                <a:rPr lang="en-US" sz="2200" dirty="0">
                  <a:latin typeface="+mn-lt"/>
                  <a:cs typeface="Arial" charset="0"/>
                </a:rPr>
                <a:t>Data Store labels should be noun phrases.</a:t>
              </a:r>
            </a:p>
          </p:txBody>
        </p:sp>
        <p:sp>
          <p:nvSpPr>
            <p:cNvPr id="12" name="Text Box 5"/>
            <p:cNvSpPr txBox="1">
              <a:spLocks noChangeArrowheads="1"/>
            </p:cNvSpPr>
            <p:nvPr/>
          </p:nvSpPr>
          <p:spPr bwMode="auto">
            <a:xfrm>
              <a:off x="1034" y="1660"/>
              <a:ext cx="3119" cy="442"/>
            </a:xfrm>
            <a:prstGeom prst="rect">
              <a:avLst/>
            </a:prstGeom>
            <a:noFill/>
            <a:ln w="9525">
              <a:noFill/>
              <a:miter lim="800000"/>
              <a:headEnd/>
              <a:tailEnd/>
            </a:ln>
          </p:spPr>
          <p:txBody>
            <a:bodyPr wrap="square">
              <a:spAutoFit/>
            </a:bodyPr>
            <a:lstStyle/>
            <a:p>
              <a:pPr algn="ctr">
                <a:spcBef>
                  <a:spcPct val="20000"/>
                </a:spcBef>
                <a:buClr>
                  <a:schemeClr val="hlink"/>
                </a:buClr>
                <a:buSzPct val="110000"/>
                <a:buFont typeface="Wingdings" pitchFamily="2" charset="2"/>
                <a:buNone/>
                <a:defRPr/>
              </a:pPr>
              <a:r>
                <a:rPr lang="en-US" sz="2200" dirty="0">
                  <a:latin typeface="+mn-lt"/>
                  <a:cs typeface="Arial" charset="0"/>
                </a:rPr>
                <a:t>All flows to or from a data store must move through a process.</a:t>
              </a:r>
            </a:p>
          </p:txBody>
        </p:sp>
      </p:grpSp>
    </p:spTree>
    <p:extLst>
      <p:ext uri="{BB962C8B-B14F-4D97-AF65-F5344CB8AC3E}">
        <p14:creationId xmlns:p14="http://schemas.microsoft.com/office/powerpoint/2010/main" val="4043715223"/>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DFD Diagramming Rules (Source/Sink)</a:t>
            </a:r>
          </a:p>
        </p:txBody>
      </p:sp>
      <p:sp>
        <p:nvSpPr>
          <p:cNvPr id="6" name="Slide Number Placeholder 5"/>
          <p:cNvSpPr>
            <a:spLocks noGrp="1"/>
          </p:cNvSpPr>
          <p:nvPr>
            <p:ph type="sldNum" sz="quarter" idx="12"/>
          </p:nvPr>
        </p:nvSpPr>
        <p:spPr/>
        <p:txBody>
          <a:bodyPr/>
          <a:lstStyle/>
          <a:p>
            <a:fld id="{0A68DB68-8052-4758-A647-54338E95D837}" type="slidenum">
              <a:rPr lang="en-US" smtClean="0"/>
              <a:pPr/>
              <a:t>56</a:t>
            </a:fld>
            <a:endParaRPr lang="en-US" dirty="0"/>
          </a:p>
        </p:txBody>
      </p:sp>
      <p:grpSp>
        <p:nvGrpSpPr>
          <p:cNvPr id="7" name="Group 6"/>
          <p:cNvGrpSpPr>
            <a:grpSpLocks/>
          </p:cNvGrpSpPr>
          <p:nvPr/>
        </p:nvGrpSpPr>
        <p:grpSpPr bwMode="auto">
          <a:xfrm>
            <a:off x="914400" y="1981200"/>
            <a:ext cx="7467600" cy="3676650"/>
            <a:chOff x="96" y="1056"/>
            <a:chExt cx="4800" cy="2316"/>
          </a:xfrm>
        </p:grpSpPr>
        <p:pic>
          <p:nvPicPr>
            <p:cNvPr id="8" name="Picture 3" descr="CAP3"/>
            <p:cNvPicPr>
              <a:picLocks noChangeAspect="1" noChangeArrowheads="1"/>
            </p:cNvPicPr>
            <p:nvPr/>
          </p:nvPicPr>
          <p:blipFill>
            <a:blip r:embed="rId2" cstate="print"/>
            <a:srcRect/>
            <a:stretch>
              <a:fillRect/>
            </a:stretch>
          </p:blipFill>
          <p:spPr bwMode="auto">
            <a:xfrm>
              <a:off x="96" y="1056"/>
              <a:ext cx="4800" cy="1152"/>
            </a:xfrm>
            <a:prstGeom prst="rect">
              <a:avLst/>
            </a:prstGeom>
            <a:noFill/>
            <a:ln w="9525">
              <a:noFill/>
              <a:miter lim="800000"/>
              <a:headEnd/>
              <a:tailEnd/>
            </a:ln>
          </p:spPr>
        </p:pic>
        <p:sp>
          <p:nvSpPr>
            <p:cNvPr id="9" name="Text Box 4"/>
            <p:cNvSpPr txBox="1">
              <a:spLocks noChangeArrowheads="1"/>
            </p:cNvSpPr>
            <p:nvPr/>
          </p:nvSpPr>
          <p:spPr bwMode="auto">
            <a:xfrm>
              <a:off x="537" y="3120"/>
              <a:ext cx="3750" cy="252"/>
            </a:xfrm>
            <a:prstGeom prst="rect">
              <a:avLst/>
            </a:prstGeom>
            <a:noFill/>
            <a:ln>
              <a:noFill/>
            </a:ln>
          </p:spPr>
          <p:txBody>
            <a:bodyPr>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algn="l" rtl="0" eaLnBrk="0" fontAlgn="base" hangingPunct="0">
                <a:spcBef>
                  <a:spcPct val="0"/>
                </a:spcBef>
                <a:spcAft>
                  <a:spcPct val="0"/>
                </a:spcAft>
                <a:defRPr>
                  <a:solidFill>
                    <a:schemeClr val="tx1"/>
                  </a:solidFill>
                  <a:latin typeface="Arial" pitchFamily="34" charset="0"/>
                </a:defRPr>
              </a:lvl6pPr>
              <a:lvl7pPr marL="2971800" indent="-228600" algn="l" rtl="0" eaLnBrk="0" fontAlgn="base" hangingPunct="0">
                <a:spcBef>
                  <a:spcPct val="0"/>
                </a:spcBef>
                <a:spcAft>
                  <a:spcPct val="0"/>
                </a:spcAft>
                <a:defRPr>
                  <a:solidFill>
                    <a:schemeClr val="tx1"/>
                  </a:solidFill>
                  <a:latin typeface="Arial" pitchFamily="34" charset="0"/>
                </a:defRPr>
              </a:lvl7pPr>
              <a:lvl8pPr marL="3429000" indent="-228600" algn="l" rtl="0" eaLnBrk="0" fontAlgn="base" hangingPunct="0">
                <a:spcBef>
                  <a:spcPct val="0"/>
                </a:spcBef>
                <a:spcAft>
                  <a:spcPct val="0"/>
                </a:spcAft>
                <a:defRPr>
                  <a:solidFill>
                    <a:schemeClr val="tx1"/>
                  </a:solidFill>
                  <a:latin typeface="Arial" pitchFamily="34" charset="0"/>
                </a:defRPr>
              </a:lvl8pPr>
              <a:lvl9pPr marL="3886200" indent="-228600" algn="l" rtl="0" eaLnBrk="0" fontAlgn="base" hangingPunct="0">
                <a:spcBef>
                  <a:spcPct val="0"/>
                </a:spcBef>
                <a:spcAft>
                  <a:spcPct val="0"/>
                </a:spcAft>
                <a:defRPr>
                  <a:solidFill>
                    <a:schemeClr val="tx1"/>
                  </a:solidFill>
                  <a:latin typeface="Arial" pitchFamily="34" charset="0"/>
                </a:defRPr>
              </a:lvl9pPr>
            </a:lstStyle>
            <a:p>
              <a:pPr algn="ctr" rtl="0" eaLnBrk="1" hangingPunct="1">
                <a:spcBef>
                  <a:spcPct val="20000"/>
                </a:spcBef>
                <a:buClr>
                  <a:schemeClr val="hlink"/>
                </a:buClr>
                <a:buSzPct val="110000"/>
                <a:defRPr/>
              </a:pPr>
              <a:r>
                <a:rPr lang="en-US" sz="2000" dirty="0">
                  <a:latin typeface="+mn-lt"/>
                  <a:cs typeface="Arial" charset="0"/>
                </a:rPr>
                <a:t>Source and Sink labels should be noun phrases</a:t>
              </a:r>
              <a:r>
                <a:rPr lang="en-US" dirty="0">
                  <a:solidFill>
                    <a:schemeClr val="accent3">
                      <a:lumMod val="75000"/>
                    </a:schemeClr>
                  </a:solidFill>
                  <a:latin typeface="+mn-lt"/>
                  <a:cs typeface="Arial" charset="0"/>
                </a:rPr>
                <a:t>.</a:t>
              </a:r>
            </a:p>
          </p:txBody>
        </p:sp>
        <p:sp>
          <p:nvSpPr>
            <p:cNvPr id="10" name="Text Box 5"/>
            <p:cNvSpPr txBox="1">
              <a:spLocks noChangeArrowheads="1"/>
            </p:cNvSpPr>
            <p:nvPr/>
          </p:nvSpPr>
          <p:spPr bwMode="auto">
            <a:xfrm>
              <a:off x="635" y="2400"/>
              <a:ext cx="3798" cy="655"/>
            </a:xfrm>
            <a:prstGeom prst="rect">
              <a:avLst/>
            </a:prstGeom>
            <a:noFill/>
            <a:ln>
              <a:noFill/>
            </a:ln>
          </p:spPr>
          <p:txBody>
            <a:bodyPr wrap="squar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algn="l" rtl="0" eaLnBrk="0" fontAlgn="base" hangingPunct="0">
                <a:spcBef>
                  <a:spcPct val="0"/>
                </a:spcBef>
                <a:spcAft>
                  <a:spcPct val="0"/>
                </a:spcAft>
                <a:defRPr>
                  <a:solidFill>
                    <a:schemeClr val="tx1"/>
                  </a:solidFill>
                  <a:latin typeface="Arial" pitchFamily="34" charset="0"/>
                </a:defRPr>
              </a:lvl6pPr>
              <a:lvl7pPr marL="2971800" indent="-228600" algn="l" rtl="0" eaLnBrk="0" fontAlgn="base" hangingPunct="0">
                <a:spcBef>
                  <a:spcPct val="0"/>
                </a:spcBef>
                <a:spcAft>
                  <a:spcPct val="0"/>
                </a:spcAft>
                <a:defRPr>
                  <a:solidFill>
                    <a:schemeClr val="tx1"/>
                  </a:solidFill>
                  <a:latin typeface="Arial" pitchFamily="34" charset="0"/>
                </a:defRPr>
              </a:lvl7pPr>
              <a:lvl8pPr marL="3429000" indent="-228600" algn="l" rtl="0" eaLnBrk="0" fontAlgn="base" hangingPunct="0">
                <a:spcBef>
                  <a:spcPct val="0"/>
                </a:spcBef>
                <a:spcAft>
                  <a:spcPct val="0"/>
                </a:spcAft>
                <a:defRPr>
                  <a:solidFill>
                    <a:schemeClr val="tx1"/>
                  </a:solidFill>
                  <a:latin typeface="Arial" pitchFamily="34" charset="0"/>
                </a:defRPr>
              </a:lvl8pPr>
              <a:lvl9pPr marL="3886200" indent="-228600" algn="l" rtl="0" eaLnBrk="0" fontAlgn="base" hangingPunct="0">
                <a:spcBef>
                  <a:spcPct val="0"/>
                </a:spcBef>
                <a:spcAft>
                  <a:spcPct val="0"/>
                </a:spcAft>
                <a:defRPr>
                  <a:solidFill>
                    <a:schemeClr val="tx1"/>
                  </a:solidFill>
                  <a:latin typeface="Arial" pitchFamily="34" charset="0"/>
                </a:defRPr>
              </a:lvl9pPr>
            </a:lstStyle>
            <a:p>
              <a:pPr algn="l" rtl="0" eaLnBrk="1" hangingPunct="1">
                <a:spcBef>
                  <a:spcPct val="20000"/>
                </a:spcBef>
                <a:buClr>
                  <a:schemeClr val="hlink"/>
                </a:buClr>
                <a:buSzPct val="110000"/>
                <a:buFont typeface="Wingdings" pitchFamily="2" charset="2"/>
                <a:buNone/>
                <a:defRPr/>
              </a:pPr>
              <a:r>
                <a:rPr lang="en-US" sz="2000" dirty="0">
                  <a:latin typeface="+mn-lt"/>
                  <a:cs typeface="Arial" charset="0"/>
                </a:rPr>
                <a:t>No data moves directly between external entities without going through a process.</a:t>
              </a:r>
            </a:p>
            <a:p>
              <a:pPr algn="l" rtl="0" eaLnBrk="1" hangingPunct="1">
                <a:spcBef>
                  <a:spcPct val="20000"/>
                </a:spcBef>
                <a:buClr>
                  <a:schemeClr val="hlink"/>
                </a:buClr>
                <a:buSzPct val="110000"/>
                <a:buFont typeface="Wingdings" pitchFamily="2" charset="2"/>
                <a:buNone/>
                <a:defRPr/>
              </a:pPr>
              <a:endParaRPr lang="en-US" dirty="0">
                <a:latin typeface="+mn-lt"/>
                <a:cs typeface="Arial" charset="0"/>
              </a:endParaRPr>
            </a:p>
          </p:txBody>
        </p:sp>
      </p:grpSp>
    </p:spTree>
    <p:extLst>
      <p:ext uri="{BB962C8B-B14F-4D97-AF65-F5344CB8AC3E}">
        <p14:creationId xmlns:p14="http://schemas.microsoft.com/office/powerpoint/2010/main" val="1977694199"/>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DFD Diagramming Rules (Dataflow)</a:t>
            </a:r>
          </a:p>
        </p:txBody>
      </p:sp>
      <p:sp>
        <p:nvSpPr>
          <p:cNvPr id="6" name="Slide Number Placeholder 5"/>
          <p:cNvSpPr>
            <a:spLocks noGrp="1"/>
          </p:cNvSpPr>
          <p:nvPr>
            <p:ph type="sldNum" sz="quarter" idx="12"/>
          </p:nvPr>
        </p:nvSpPr>
        <p:spPr/>
        <p:txBody>
          <a:bodyPr/>
          <a:lstStyle/>
          <a:p>
            <a:fld id="{0A68DB68-8052-4758-A647-54338E95D837}" type="slidenum">
              <a:rPr lang="en-US" smtClean="0"/>
              <a:pPr/>
              <a:t>57</a:t>
            </a:fld>
            <a:endParaRPr lang="en-US" dirty="0"/>
          </a:p>
        </p:txBody>
      </p:sp>
      <p:pic>
        <p:nvPicPr>
          <p:cNvPr id="8" name="Picture 3" descr="CAP4"/>
          <p:cNvPicPr>
            <a:picLocks noChangeAspect="1" noChangeArrowheads="1"/>
          </p:cNvPicPr>
          <p:nvPr/>
        </p:nvPicPr>
        <p:blipFill>
          <a:blip r:embed="rId2" cstate="print"/>
          <a:srcRect b="60311"/>
          <a:stretch>
            <a:fillRect/>
          </a:stretch>
        </p:blipFill>
        <p:spPr bwMode="auto">
          <a:xfrm>
            <a:off x="293688" y="2101850"/>
            <a:ext cx="8697912" cy="3308350"/>
          </a:xfrm>
          <a:prstGeom prst="rect">
            <a:avLst/>
          </a:prstGeom>
          <a:noFill/>
          <a:ln w="9525">
            <a:noFill/>
            <a:miter lim="800000"/>
            <a:headEnd/>
            <a:tailEnd/>
          </a:ln>
        </p:spPr>
      </p:pic>
      <p:sp>
        <p:nvSpPr>
          <p:cNvPr id="9" name="Text Box 4"/>
          <p:cNvSpPr txBox="1">
            <a:spLocks noChangeArrowheads="1"/>
          </p:cNvSpPr>
          <p:nvPr/>
        </p:nvSpPr>
        <p:spPr bwMode="auto">
          <a:xfrm>
            <a:off x="3505200" y="3429000"/>
            <a:ext cx="2133600" cy="1631216"/>
          </a:xfrm>
          <a:prstGeom prst="rect">
            <a:avLst/>
          </a:prstGeom>
          <a:noFill/>
          <a:ln>
            <a:noFill/>
          </a:ln>
        </p:spPr>
        <p:txBody>
          <a:bodyPr wrap="squar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algn="l" rtl="0" eaLnBrk="0" fontAlgn="base" hangingPunct="0">
              <a:spcBef>
                <a:spcPct val="0"/>
              </a:spcBef>
              <a:spcAft>
                <a:spcPct val="0"/>
              </a:spcAft>
              <a:defRPr>
                <a:solidFill>
                  <a:schemeClr val="tx1"/>
                </a:solidFill>
                <a:latin typeface="Arial" pitchFamily="34" charset="0"/>
              </a:defRPr>
            </a:lvl6pPr>
            <a:lvl7pPr marL="2971800" indent="-228600" algn="l" rtl="0" eaLnBrk="0" fontAlgn="base" hangingPunct="0">
              <a:spcBef>
                <a:spcPct val="0"/>
              </a:spcBef>
              <a:spcAft>
                <a:spcPct val="0"/>
              </a:spcAft>
              <a:defRPr>
                <a:solidFill>
                  <a:schemeClr val="tx1"/>
                </a:solidFill>
                <a:latin typeface="Arial" pitchFamily="34" charset="0"/>
              </a:defRPr>
            </a:lvl7pPr>
            <a:lvl8pPr marL="3429000" indent="-228600" algn="l" rtl="0" eaLnBrk="0" fontAlgn="base" hangingPunct="0">
              <a:spcBef>
                <a:spcPct val="0"/>
              </a:spcBef>
              <a:spcAft>
                <a:spcPct val="0"/>
              </a:spcAft>
              <a:defRPr>
                <a:solidFill>
                  <a:schemeClr val="tx1"/>
                </a:solidFill>
                <a:latin typeface="Arial" pitchFamily="34" charset="0"/>
              </a:defRPr>
            </a:lvl8pPr>
            <a:lvl9pPr marL="3886200" indent="-228600" algn="l" rtl="0" eaLnBrk="0" fontAlgn="base" hangingPunct="0">
              <a:spcBef>
                <a:spcPct val="0"/>
              </a:spcBef>
              <a:spcAft>
                <a:spcPct val="0"/>
              </a:spcAft>
              <a:defRPr>
                <a:solidFill>
                  <a:schemeClr val="tx1"/>
                </a:solidFill>
                <a:latin typeface="Arial" pitchFamily="34" charset="0"/>
              </a:defRPr>
            </a:lvl9pPr>
          </a:lstStyle>
          <a:p>
            <a:pPr algn="l" rtl="0" eaLnBrk="1" hangingPunct="1">
              <a:spcBef>
                <a:spcPct val="20000"/>
              </a:spcBef>
              <a:buClr>
                <a:schemeClr val="hlink"/>
              </a:buClr>
              <a:buSzPct val="110000"/>
              <a:buFont typeface="Wingdings" pitchFamily="2" charset="2"/>
              <a:buNone/>
              <a:defRPr/>
            </a:pPr>
            <a:r>
              <a:rPr lang="en-US" sz="2000" dirty="0">
                <a:latin typeface="+mn-lt"/>
                <a:cs typeface="Arial" charset="0"/>
              </a:rPr>
              <a:t>Bidirectional flow between process and data store is represented by two separate arrows.</a:t>
            </a:r>
          </a:p>
        </p:txBody>
      </p:sp>
    </p:spTree>
    <p:extLst>
      <p:ext uri="{BB962C8B-B14F-4D97-AF65-F5344CB8AC3E}">
        <p14:creationId xmlns:p14="http://schemas.microsoft.com/office/powerpoint/2010/main" val="1060406871"/>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DFD Diagramming Rules (Dataflow)</a:t>
            </a:r>
          </a:p>
        </p:txBody>
      </p:sp>
      <p:sp>
        <p:nvSpPr>
          <p:cNvPr id="6" name="Slide Number Placeholder 5"/>
          <p:cNvSpPr>
            <a:spLocks noGrp="1"/>
          </p:cNvSpPr>
          <p:nvPr>
            <p:ph type="sldNum" sz="quarter" idx="12"/>
          </p:nvPr>
        </p:nvSpPr>
        <p:spPr/>
        <p:txBody>
          <a:bodyPr/>
          <a:lstStyle/>
          <a:p>
            <a:fld id="{0A68DB68-8052-4758-A647-54338E95D837}" type="slidenum">
              <a:rPr lang="en-US" smtClean="0"/>
              <a:pPr/>
              <a:t>58</a:t>
            </a:fld>
            <a:endParaRPr lang="en-US" dirty="0"/>
          </a:p>
        </p:txBody>
      </p:sp>
      <p:pic>
        <p:nvPicPr>
          <p:cNvPr id="10" name="Picture 4" descr="CAP5"/>
          <p:cNvPicPr>
            <a:picLocks noChangeAspect="1" noChangeArrowheads="1"/>
          </p:cNvPicPr>
          <p:nvPr/>
        </p:nvPicPr>
        <p:blipFill>
          <a:blip r:embed="rId2" cstate="print"/>
          <a:srcRect t="52626" r="47525"/>
          <a:stretch>
            <a:fillRect/>
          </a:stretch>
        </p:blipFill>
        <p:spPr bwMode="auto">
          <a:xfrm>
            <a:off x="1066800" y="1981200"/>
            <a:ext cx="6705600" cy="3733800"/>
          </a:xfrm>
          <a:prstGeom prst="rect">
            <a:avLst/>
          </a:prstGeom>
          <a:noFill/>
          <a:ln w="9525">
            <a:noFill/>
            <a:miter lim="800000"/>
            <a:headEnd/>
            <a:tailEnd/>
          </a:ln>
        </p:spPr>
      </p:pic>
      <p:sp>
        <p:nvSpPr>
          <p:cNvPr id="11" name="Text Box 6"/>
          <p:cNvSpPr txBox="1">
            <a:spLocks noChangeArrowheads="1"/>
          </p:cNvSpPr>
          <p:nvPr/>
        </p:nvSpPr>
        <p:spPr bwMode="auto">
          <a:xfrm>
            <a:off x="4800600" y="3124200"/>
            <a:ext cx="2743200" cy="1631216"/>
          </a:xfrm>
          <a:prstGeom prst="rect">
            <a:avLst/>
          </a:prstGeom>
          <a:noFill/>
          <a:ln w="9525">
            <a:noFill/>
            <a:miter lim="800000"/>
            <a:headEnd/>
            <a:tailEnd/>
          </a:ln>
        </p:spPr>
        <p:txBody>
          <a:bodyPr wrap="square">
            <a:spAutoFit/>
          </a:bodyPr>
          <a:lstStyle/>
          <a:p>
            <a:pPr algn="just" rtl="0">
              <a:spcBef>
                <a:spcPct val="20000"/>
              </a:spcBef>
              <a:buClr>
                <a:schemeClr val="hlink"/>
              </a:buClr>
              <a:buSzPct val="110000"/>
              <a:buFont typeface="Wingdings" pitchFamily="2" charset="2"/>
              <a:buNone/>
              <a:defRPr/>
            </a:pPr>
            <a:r>
              <a:rPr lang="en-US" sz="2000" dirty="0">
                <a:latin typeface="+mj-lt"/>
                <a:cs typeface="Arial" charset="0"/>
              </a:rPr>
              <a:t>Data flow cannot go directly from a process to itself, must go through intervening processes.</a:t>
            </a:r>
          </a:p>
        </p:txBody>
      </p:sp>
    </p:spTree>
    <p:extLst>
      <p:ext uri="{BB962C8B-B14F-4D97-AF65-F5344CB8AC3E}">
        <p14:creationId xmlns:p14="http://schemas.microsoft.com/office/powerpoint/2010/main" val="1783787277"/>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DFD Diagramming Rules (Dataflow)</a:t>
            </a:r>
          </a:p>
        </p:txBody>
      </p:sp>
      <p:sp>
        <p:nvSpPr>
          <p:cNvPr id="3" name="Content Placeholder 2"/>
          <p:cNvSpPr>
            <a:spLocks noGrp="1"/>
          </p:cNvSpPr>
          <p:nvPr>
            <p:ph idx="1"/>
          </p:nvPr>
        </p:nvSpPr>
        <p:spPr>
          <a:xfrm>
            <a:off x="457200" y="1600200"/>
            <a:ext cx="8229600" cy="3810000"/>
          </a:xfrm>
        </p:spPr>
        <p:txBody>
          <a:bodyPr/>
          <a:lstStyle/>
          <a:p>
            <a:pPr algn="just">
              <a:buFont typeface="Wingdings" pitchFamily="2" charset="2"/>
              <a:buChar char="Ø"/>
            </a:pPr>
            <a:endParaRPr lang="en-US" dirty="0"/>
          </a:p>
          <a:p>
            <a:pPr algn="just">
              <a:buFont typeface="Wingdings" pitchFamily="2" charset="2"/>
              <a:buChar char="Ø"/>
            </a:pPr>
            <a:r>
              <a:rPr lang="en-US" dirty="0"/>
              <a:t> Data flow from a process to a data store means update (insert, delete or change).</a:t>
            </a:r>
          </a:p>
          <a:p>
            <a:pPr algn="just">
              <a:buFont typeface="Wingdings" pitchFamily="2" charset="2"/>
              <a:buChar char="Ø"/>
            </a:pPr>
            <a:endParaRPr lang="en-US" dirty="0"/>
          </a:p>
          <a:p>
            <a:pPr algn="just">
              <a:buFont typeface="Wingdings" pitchFamily="2" charset="2"/>
              <a:buChar char="Ø"/>
            </a:pPr>
            <a:r>
              <a:rPr lang="en-US" dirty="0"/>
              <a:t> Data flow from a data store to a process means retrieve or use.</a:t>
            </a:r>
          </a:p>
          <a:p>
            <a:pPr algn="just">
              <a:buFont typeface="Wingdings" pitchFamily="2" charset="2"/>
              <a:buChar char="Ø"/>
            </a:pPr>
            <a:endParaRPr lang="en-US" dirty="0"/>
          </a:p>
        </p:txBody>
      </p:sp>
      <p:sp>
        <p:nvSpPr>
          <p:cNvPr id="6" name="Slide Number Placeholder 5"/>
          <p:cNvSpPr>
            <a:spLocks noGrp="1"/>
          </p:cNvSpPr>
          <p:nvPr>
            <p:ph type="sldNum" sz="quarter" idx="12"/>
          </p:nvPr>
        </p:nvSpPr>
        <p:spPr/>
        <p:txBody>
          <a:bodyPr/>
          <a:lstStyle/>
          <a:p>
            <a:fld id="{0A68DB68-8052-4758-A647-54338E95D837}" type="slidenum">
              <a:rPr lang="en-US" smtClean="0"/>
              <a:pPr/>
              <a:t>59</a:t>
            </a:fld>
            <a:endParaRPr lang="en-US" dirty="0"/>
          </a:p>
        </p:txBody>
      </p:sp>
    </p:spTree>
    <p:extLst>
      <p:ext uri="{BB962C8B-B14F-4D97-AF65-F5344CB8AC3E}">
        <p14:creationId xmlns:p14="http://schemas.microsoft.com/office/powerpoint/2010/main" val="4057033028"/>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DFD Levels</a:t>
            </a:r>
          </a:p>
        </p:txBody>
      </p:sp>
      <p:sp>
        <p:nvSpPr>
          <p:cNvPr id="3" name="Content Placeholder 2"/>
          <p:cNvSpPr>
            <a:spLocks noGrp="1"/>
          </p:cNvSpPr>
          <p:nvPr>
            <p:ph idx="1"/>
          </p:nvPr>
        </p:nvSpPr>
        <p:spPr/>
        <p:txBody>
          <a:bodyPr/>
          <a:lstStyle/>
          <a:p>
            <a:endParaRPr lang="en-US" dirty="0"/>
          </a:p>
          <a:p>
            <a:r>
              <a:rPr lang="en-US"/>
              <a:t>Context DFD / Level-0 </a:t>
            </a:r>
            <a:r>
              <a:rPr lang="en-US" dirty="0"/>
              <a:t>DFD</a:t>
            </a:r>
          </a:p>
          <a:p>
            <a:endParaRPr lang="en-US" dirty="0"/>
          </a:p>
          <a:p>
            <a:r>
              <a:rPr lang="en-US" dirty="0"/>
              <a:t>Level-1 DFD</a:t>
            </a:r>
          </a:p>
          <a:p>
            <a:endParaRPr lang="en-US" dirty="0"/>
          </a:p>
          <a:p>
            <a:r>
              <a:rPr lang="en-US" dirty="0"/>
              <a:t>Level-n DFD</a:t>
            </a:r>
          </a:p>
          <a:p>
            <a:endParaRPr lang="en-US" dirty="0"/>
          </a:p>
        </p:txBody>
      </p:sp>
      <p:sp>
        <p:nvSpPr>
          <p:cNvPr id="6" name="Slide Number Placeholder 5"/>
          <p:cNvSpPr>
            <a:spLocks noGrp="1"/>
          </p:cNvSpPr>
          <p:nvPr>
            <p:ph type="sldNum" sz="quarter" idx="12"/>
          </p:nvPr>
        </p:nvSpPr>
        <p:spPr/>
        <p:txBody>
          <a:bodyPr/>
          <a:lstStyle/>
          <a:p>
            <a:fld id="{0A68DB68-8052-4758-A647-54338E95D837}" type="slidenum">
              <a:rPr lang="en-US" smtClean="0"/>
              <a:pPr/>
              <a:t>60</a:t>
            </a:fld>
            <a:endParaRPr lang="en-US" dirty="0"/>
          </a:p>
        </p:txBody>
      </p:sp>
    </p:spTree>
    <p:extLst>
      <p:ext uri="{BB962C8B-B14F-4D97-AF65-F5344CB8AC3E}">
        <p14:creationId xmlns:p14="http://schemas.microsoft.com/office/powerpoint/2010/main" val="3676830214"/>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pPr algn="just"/>
            <a:r>
              <a:rPr lang="en-US" sz="3000" dirty="0"/>
              <a:t>Context Diagram of Burger’s food ordering system</a:t>
            </a:r>
          </a:p>
        </p:txBody>
      </p:sp>
      <p:sp>
        <p:nvSpPr>
          <p:cNvPr id="6" name="Slide Number Placeholder 5"/>
          <p:cNvSpPr>
            <a:spLocks noGrp="1"/>
          </p:cNvSpPr>
          <p:nvPr>
            <p:ph type="sldNum" sz="quarter" idx="12"/>
          </p:nvPr>
        </p:nvSpPr>
        <p:spPr/>
        <p:txBody>
          <a:bodyPr/>
          <a:lstStyle/>
          <a:p>
            <a:fld id="{0A68DB68-8052-4758-A647-54338E95D837}" type="slidenum">
              <a:rPr lang="en-US" smtClean="0"/>
              <a:pPr/>
              <a:t>61</a:t>
            </a:fld>
            <a:endParaRPr lang="en-US" dirty="0"/>
          </a:p>
        </p:txBody>
      </p:sp>
      <p:pic>
        <p:nvPicPr>
          <p:cNvPr id="8" name="Picture 8" descr="FIG07_04"/>
          <p:cNvPicPr>
            <a:picLocks noChangeAspect="1" noChangeArrowheads="1"/>
          </p:cNvPicPr>
          <p:nvPr/>
        </p:nvPicPr>
        <p:blipFill>
          <a:blip r:embed="rId2" cstate="print"/>
          <a:srcRect t="12794"/>
          <a:stretch>
            <a:fillRect/>
          </a:stretch>
        </p:blipFill>
        <p:spPr bwMode="auto">
          <a:xfrm>
            <a:off x="317500" y="1828800"/>
            <a:ext cx="5867400" cy="3989389"/>
          </a:xfrm>
          <a:prstGeom prst="rect">
            <a:avLst/>
          </a:prstGeom>
          <a:noFill/>
          <a:ln w="9525">
            <a:noFill/>
            <a:miter lim="800000"/>
            <a:headEnd/>
            <a:tailEnd/>
          </a:ln>
        </p:spPr>
      </p:pic>
      <p:sp>
        <p:nvSpPr>
          <p:cNvPr id="9" name="Text Box 6"/>
          <p:cNvSpPr txBox="1">
            <a:spLocks noChangeArrowheads="1"/>
          </p:cNvSpPr>
          <p:nvPr/>
        </p:nvSpPr>
        <p:spPr bwMode="auto">
          <a:xfrm>
            <a:off x="6191250" y="2754312"/>
            <a:ext cx="2701925" cy="2381421"/>
          </a:xfrm>
          <a:prstGeom prst="rect">
            <a:avLst/>
          </a:prstGeom>
          <a:noFill/>
          <a:ln>
            <a:noFill/>
          </a:ln>
        </p:spPr>
        <p:txBody>
          <a:bodyPr wrap="squar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algn="l" rtl="0" eaLnBrk="0" fontAlgn="base" hangingPunct="0">
              <a:spcBef>
                <a:spcPct val="0"/>
              </a:spcBef>
              <a:spcAft>
                <a:spcPct val="0"/>
              </a:spcAft>
              <a:defRPr>
                <a:solidFill>
                  <a:schemeClr val="tx1"/>
                </a:solidFill>
                <a:latin typeface="Arial" pitchFamily="34" charset="0"/>
              </a:defRPr>
            </a:lvl6pPr>
            <a:lvl7pPr marL="2971800" indent="-228600" algn="l" rtl="0" eaLnBrk="0" fontAlgn="base" hangingPunct="0">
              <a:spcBef>
                <a:spcPct val="0"/>
              </a:spcBef>
              <a:spcAft>
                <a:spcPct val="0"/>
              </a:spcAft>
              <a:defRPr>
                <a:solidFill>
                  <a:schemeClr val="tx1"/>
                </a:solidFill>
                <a:latin typeface="Arial" pitchFamily="34" charset="0"/>
              </a:defRPr>
            </a:lvl7pPr>
            <a:lvl8pPr marL="3429000" indent="-228600" algn="l" rtl="0" eaLnBrk="0" fontAlgn="base" hangingPunct="0">
              <a:spcBef>
                <a:spcPct val="0"/>
              </a:spcBef>
              <a:spcAft>
                <a:spcPct val="0"/>
              </a:spcAft>
              <a:defRPr>
                <a:solidFill>
                  <a:schemeClr val="tx1"/>
                </a:solidFill>
                <a:latin typeface="Arial" pitchFamily="34" charset="0"/>
              </a:defRPr>
            </a:lvl8pPr>
            <a:lvl9pPr marL="3886200" indent="-228600" algn="l" rtl="0" eaLnBrk="0" fontAlgn="base" hangingPunct="0">
              <a:spcBef>
                <a:spcPct val="0"/>
              </a:spcBef>
              <a:spcAft>
                <a:spcPct val="0"/>
              </a:spcAft>
              <a:defRPr>
                <a:solidFill>
                  <a:schemeClr val="tx1"/>
                </a:solidFill>
                <a:latin typeface="Arial" pitchFamily="34" charset="0"/>
              </a:defRPr>
            </a:lvl9pPr>
          </a:lstStyle>
          <a:p>
            <a:pPr algn="l" rtl="0" eaLnBrk="1" hangingPunct="1">
              <a:lnSpc>
                <a:spcPct val="125000"/>
              </a:lnSpc>
              <a:spcBef>
                <a:spcPct val="20000"/>
              </a:spcBef>
              <a:buClr>
                <a:schemeClr val="hlink"/>
              </a:buClr>
              <a:buSzPct val="110000"/>
              <a:buFont typeface="Wingdings" pitchFamily="2" charset="2"/>
              <a:buNone/>
              <a:defRPr/>
            </a:pPr>
            <a:r>
              <a:rPr lang="en-US" sz="1700" dirty="0">
                <a:latin typeface="+mn-lt"/>
                <a:cs typeface="Arial" charset="0"/>
              </a:rPr>
              <a:t>Context diagram shows the </a:t>
            </a:r>
            <a:r>
              <a:rPr lang="en-US" sz="1700" b="1" dirty="0">
                <a:latin typeface="+mn-lt"/>
                <a:cs typeface="Arial" charset="0"/>
              </a:rPr>
              <a:t>system boundaries</a:t>
            </a:r>
            <a:r>
              <a:rPr lang="en-US" sz="1700" dirty="0">
                <a:latin typeface="+mn-lt"/>
                <a:cs typeface="Arial" charset="0"/>
              </a:rPr>
              <a:t>, </a:t>
            </a:r>
            <a:r>
              <a:rPr lang="en-US" sz="1700" b="1" dirty="0">
                <a:latin typeface="+mn-lt"/>
                <a:cs typeface="Arial" charset="0"/>
              </a:rPr>
              <a:t>external entities </a:t>
            </a:r>
            <a:r>
              <a:rPr lang="en-US" sz="1700" dirty="0">
                <a:latin typeface="+mn-lt"/>
                <a:cs typeface="Arial" charset="0"/>
              </a:rPr>
              <a:t>that interact with the system, and </a:t>
            </a:r>
            <a:r>
              <a:rPr lang="en-US" sz="1700" b="1" dirty="0">
                <a:latin typeface="+mn-lt"/>
                <a:cs typeface="Arial" charset="0"/>
              </a:rPr>
              <a:t>major information flows </a:t>
            </a:r>
            <a:r>
              <a:rPr lang="en-US" sz="1700" dirty="0">
                <a:latin typeface="+mn-lt"/>
                <a:cs typeface="Arial" charset="0"/>
              </a:rPr>
              <a:t>between entities and the system.</a:t>
            </a:r>
          </a:p>
        </p:txBody>
      </p:sp>
      <p:sp>
        <p:nvSpPr>
          <p:cNvPr id="10" name="Text Box 7"/>
          <p:cNvSpPr txBox="1">
            <a:spLocks noChangeArrowheads="1"/>
          </p:cNvSpPr>
          <p:nvPr/>
        </p:nvSpPr>
        <p:spPr bwMode="auto">
          <a:xfrm>
            <a:off x="461963" y="5795963"/>
            <a:ext cx="6054725" cy="461665"/>
          </a:xfrm>
          <a:prstGeom prst="rect">
            <a:avLst/>
          </a:prstGeom>
          <a:noFill/>
          <a:ln>
            <a:noFill/>
          </a:ln>
        </p:spPr>
        <p:txBody>
          <a:bodyPr>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algn="l" rtl="0" eaLnBrk="0" fontAlgn="base" hangingPunct="0">
              <a:spcBef>
                <a:spcPct val="0"/>
              </a:spcBef>
              <a:spcAft>
                <a:spcPct val="0"/>
              </a:spcAft>
              <a:defRPr>
                <a:solidFill>
                  <a:schemeClr val="tx1"/>
                </a:solidFill>
                <a:latin typeface="Arial" pitchFamily="34" charset="0"/>
              </a:defRPr>
            </a:lvl6pPr>
            <a:lvl7pPr marL="2971800" indent="-228600" algn="l" rtl="0" eaLnBrk="0" fontAlgn="base" hangingPunct="0">
              <a:spcBef>
                <a:spcPct val="0"/>
              </a:spcBef>
              <a:spcAft>
                <a:spcPct val="0"/>
              </a:spcAft>
              <a:defRPr>
                <a:solidFill>
                  <a:schemeClr val="tx1"/>
                </a:solidFill>
                <a:latin typeface="Arial" pitchFamily="34" charset="0"/>
              </a:defRPr>
            </a:lvl7pPr>
            <a:lvl8pPr marL="3429000" indent="-228600" algn="l" rtl="0" eaLnBrk="0" fontAlgn="base" hangingPunct="0">
              <a:spcBef>
                <a:spcPct val="0"/>
              </a:spcBef>
              <a:spcAft>
                <a:spcPct val="0"/>
              </a:spcAft>
              <a:defRPr>
                <a:solidFill>
                  <a:schemeClr val="tx1"/>
                </a:solidFill>
                <a:latin typeface="Arial" pitchFamily="34" charset="0"/>
              </a:defRPr>
            </a:lvl8pPr>
            <a:lvl9pPr marL="3886200" indent="-228600" algn="l" rtl="0" eaLnBrk="0" fontAlgn="base" hangingPunct="0">
              <a:spcBef>
                <a:spcPct val="0"/>
              </a:spcBef>
              <a:spcAft>
                <a:spcPct val="0"/>
              </a:spcAft>
              <a:defRPr>
                <a:solidFill>
                  <a:schemeClr val="tx1"/>
                </a:solidFill>
                <a:latin typeface="Arial" pitchFamily="34" charset="0"/>
              </a:defRPr>
            </a:lvl9pPr>
          </a:lstStyle>
          <a:p>
            <a:pPr algn="l" rtl="0" eaLnBrk="1" hangingPunct="1">
              <a:spcBef>
                <a:spcPct val="20000"/>
              </a:spcBef>
              <a:buClr>
                <a:schemeClr val="hlink"/>
              </a:buClr>
              <a:buSzPct val="110000"/>
              <a:buFont typeface="Wingdings" pitchFamily="2" charset="2"/>
              <a:buNone/>
              <a:defRPr/>
            </a:pPr>
            <a:r>
              <a:rPr lang="en-US" b="1" dirty="0">
                <a:solidFill>
                  <a:schemeClr val="accent1"/>
                </a:solidFill>
                <a:latin typeface="+mn-lt"/>
                <a:cs typeface="Arial" charset="0"/>
              </a:rPr>
              <a:t>NOTE: </a:t>
            </a:r>
            <a:r>
              <a:rPr lang="en-US" dirty="0">
                <a:latin typeface="+mn-lt"/>
                <a:cs typeface="Arial" charset="0"/>
              </a:rPr>
              <a:t>only one process symbol</a:t>
            </a:r>
          </a:p>
        </p:txBody>
      </p:sp>
    </p:spTree>
    <p:extLst>
      <p:ext uri="{BB962C8B-B14F-4D97-AF65-F5344CB8AC3E}">
        <p14:creationId xmlns:p14="http://schemas.microsoft.com/office/powerpoint/2010/main" val="595604982"/>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Level-1 DFD</a:t>
            </a:r>
          </a:p>
        </p:txBody>
      </p:sp>
      <p:sp>
        <p:nvSpPr>
          <p:cNvPr id="6" name="Slide Number Placeholder 5"/>
          <p:cNvSpPr>
            <a:spLocks noGrp="1"/>
          </p:cNvSpPr>
          <p:nvPr>
            <p:ph type="sldNum" sz="quarter" idx="12"/>
          </p:nvPr>
        </p:nvSpPr>
        <p:spPr/>
        <p:txBody>
          <a:bodyPr/>
          <a:lstStyle/>
          <a:p>
            <a:fld id="{0A68DB68-8052-4758-A647-54338E95D837}" type="slidenum">
              <a:rPr lang="en-US" smtClean="0"/>
              <a:pPr/>
              <a:t>62</a:t>
            </a:fld>
            <a:endParaRPr lang="en-US" dirty="0"/>
          </a:p>
        </p:txBody>
      </p:sp>
      <p:pic>
        <p:nvPicPr>
          <p:cNvPr id="7" name="Picture 6" descr="FIG07_05"/>
          <p:cNvPicPr>
            <a:picLocks noChangeAspect="1" noChangeArrowheads="1"/>
          </p:cNvPicPr>
          <p:nvPr/>
        </p:nvPicPr>
        <p:blipFill>
          <a:blip r:embed="rId2" cstate="print"/>
          <a:srcRect l="5495" t="7404" r="6593" b="5144"/>
          <a:stretch>
            <a:fillRect/>
          </a:stretch>
        </p:blipFill>
        <p:spPr bwMode="auto">
          <a:xfrm>
            <a:off x="0" y="1295401"/>
            <a:ext cx="6781800" cy="5562600"/>
          </a:xfrm>
          <a:prstGeom prst="rect">
            <a:avLst/>
          </a:prstGeom>
          <a:noFill/>
          <a:ln w="9525">
            <a:noFill/>
            <a:miter lim="800000"/>
            <a:headEnd/>
            <a:tailEnd/>
          </a:ln>
        </p:spPr>
      </p:pic>
      <p:sp>
        <p:nvSpPr>
          <p:cNvPr id="8" name="Text Box 4"/>
          <p:cNvSpPr txBox="1">
            <a:spLocks noChangeArrowheads="1"/>
          </p:cNvSpPr>
          <p:nvPr/>
        </p:nvSpPr>
        <p:spPr bwMode="auto">
          <a:xfrm>
            <a:off x="6770687" y="2514600"/>
            <a:ext cx="2373313" cy="1641475"/>
          </a:xfrm>
          <a:prstGeom prst="rect">
            <a:avLst/>
          </a:prstGeom>
          <a:noFill/>
          <a:ln>
            <a:noFill/>
          </a:ln>
        </p:spPr>
        <p:txBody>
          <a:bodyPr>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algn="l" rtl="0" eaLnBrk="0" fontAlgn="base" hangingPunct="0">
              <a:spcBef>
                <a:spcPct val="0"/>
              </a:spcBef>
              <a:spcAft>
                <a:spcPct val="0"/>
              </a:spcAft>
              <a:defRPr>
                <a:solidFill>
                  <a:schemeClr val="tx1"/>
                </a:solidFill>
                <a:latin typeface="Arial" pitchFamily="34" charset="0"/>
              </a:defRPr>
            </a:lvl6pPr>
            <a:lvl7pPr marL="2971800" indent="-228600" algn="l" rtl="0" eaLnBrk="0" fontAlgn="base" hangingPunct="0">
              <a:spcBef>
                <a:spcPct val="0"/>
              </a:spcBef>
              <a:spcAft>
                <a:spcPct val="0"/>
              </a:spcAft>
              <a:defRPr>
                <a:solidFill>
                  <a:schemeClr val="tx1"/>
                </a:solidFill>
                <a:latin typeface="Arial" pitchFamily="34" charset="0"/>
              </a:defRPr>
            </a:lvl7pPr>
            <a:lvl8pPr marL="3429000" indent="-228600" algn="l" rtl="0" eaLnBrk="0" fontAlgn="base" hangingPunct="0">
              <a:spcBef>
                <a:spcPct val="0"/>
              </a:spcBef>
              <a:spcAft>
                <a:spcPct val="0"/>
              </a:spcAft>
              <a:defRPr>
                <a:solidFill>
                  <a:schemeClr val="tx1"/>
                </a:solidFill>
                <a:latin typeface="Arial" pitchFamily="34" charset="0"/>
              </a:defRPr>
            </a:lvl8pPr>
            <a:lvl9pPr marL="3886200" indent="-228600" algn="l" rtl="0" eaLnBrk="0" fontAlgn="base" hangingPunct="0">
              <a:spcBef>
                <a:spcPct val="0"/>
              </a:spcBef>
              <a:spcAft>
                <a:spcPct val="0"/>
              </a:spcAft>
              <a:defRPr>
                <a:solidFill>
                  <a:schemeClr val="tx1"/>
                </a:solidFill>
                <a:latin typeface="Arial" pitchFamily="34" charset="0"/>
              </a:defRPr>
            </a:lvl9pPr>
          </a:lstStyle>
          <a:p>
            <a:pPr algn="l" rtl="0" eaLnBrk="1" hangingPunct="1">
              <a:lnSpc>
                <a:spcPct val="120000"/>
              </a:lnSpc>
              <a:spcBef>
                <a:spcPct val="20000"/>
              </a:spcBef>
              <a:buClr>
                <a:schemeClr val="hlink"/>
              </a:buClr>
              <a:buSzPct val="110000"/>
              <a:defRPr/>
            </a:pPr>
            <a:r>
              <a:rPr lang="en-US" sz="1700" dirty="0">
                <a:latin typeface="+mn-lt"/>
                <a:cs typeface="Arial" charset="0"/>
              </a:rPr>
              <a:t>Level-0 DFD shows the system’s major processes, data flows, and data stores at a high level of abstraction.</a:t>
            </a:r>
          </a:p>
        </p:txBody>
      </p:sp>
      <p:sp>
        <p:nvSpPr>
          <p:cNvPr id="9" name="Rectangle 8"/>
          <p:cNvSpPr/>
          <p:nvPr/>
        </p:nvSpPr>
        <p:spPr>
          <a:xfrm>
            <a:off x="6842125" y="4800600"/>
            <a:ext cx="2301875" cy="1641475"/>
          </a:xfrm>
          <a:prstGeom prst="rect">
            <a:avLst/>
          </a:prstGeom>
        </p:spPr>
        <p:txBody>
          <a:bodyPr>
            <a:spAutoFit/>
          </a:bodyPr>
          <a:lstStyle/>
          <a:p>
            <a:pPr algn="l" rtl="0">
              <a:lnSpc>
                <a:spcPct val="120000"/>
              </a:lnSpc>
              <a:spcBef>
                <a:spcPct val="20000"/>
              </a:spcBef>
              <a:buClr>
                <a:schemeClr val="hlink"/>
              </a:buClr>
              <a:buSzPct val="110000"/>
              <a:buFont typeface="Wingdings" pitchFamily="2" charset="2"/>
              <a:buNone/>
              <a:defRPr/>
            </a:pPr>
            <a:r>
              <a:rPr lang="en-US" sz="1700" dirty="0">
                <a:latin typeface="+mn-lt"/>
                <a:cs typeface="Arial" charset="0"/>
              </a:rPr>
              <a:t>Processes are labeled 1.0, 2.0, etc. These will be decomposed into more primitive (lower-level) DFDs.</a:t>
            </a:r>
          </a:p>
        </p:txBody>
      </p:sp>
    </p:spTree>
    <p:extLst>
      <p:ext uri="{BB962C8B-B14F-4D97-AF65-F5344CB8AC3E}">
        <p14:creationId xmlns:p14="http://schemas.microsoft.com/office/powerpoint/2010/main" val="2631045561"/>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Level-2 DFD</a:t>
            </a:r>
          </a:p>
        </p:txBody>
      </p:sp>
      <p:sp>
        <p:nvSpPr>
          <p:cNvPr id="6" name="Slide Number Placeholder 5"/>
          <p:cNvSpPr>
            <a:spLocks noGrp="1"/>
          </p:cNvSpPr>
          <p:nvPr>
            <p:ph type="sldNum" sz="quarter" idx="12"/>
          </p:nvPr>
        </p:nvSpPr>
        <p:spPr/>
        <p:txBody>
          <a:bodyPr/>
          <a:lstStyle/>
          <a:p>
            <a:fld id="{0A68DB68-8052-4758-A647-54338E95D837}" type="slidenum">
              <a:rPr lang="en-US" smtClean="0"/>
              <a:pPr/>
              <a:t>63</a:t>
            </a:fld>
            <a:endParaRPr lang="en-US" dirty="0"/>
          </a:p>
        </p:txBody>
      </p:sp>
      <p:pic>
        <p:nvPicPr>
          <p:cNvPr id="7" name="Picture 6" descr="FIG07_08"/>
          <p:cNvPicPr>
            <a:picLocks noChangeAspect="1" noChangeArrowheads="1"/>
          </p:cNvPicPr>
          <p:nvPr/>
        </p:nvPicPr>
        <p:blipFill>
          <a:blip r:embed="rId2" cstate="print"/>
          <a:srcRect l="5650" t="15950" r="7143" b="7888"/>
          <a:stretch>
            <a:fillRect/>
          </a:stretch>
        </p:blipFill>
        <p:spPr bwMode="auto">
          <a:xfrm>
            <a:off x="0" y="1524000"/>
            <a:ext cx="6477000" cy="5334000"/>
          </a:xfrm>
          <a:prstGeom prst="rect">
            <a:avLst/>
          </a:prstGeom>
          <a:noFill/>
          <a:ln w="9525">
            <a:noFill/>
            <a:miter lim="800000"/>
            <a:headEnd/>
            <a:tailEnd/>
          </a:ln>
        </p:spPr>
      </p:pic>
      <p:sp>
        <p:nvSpPr>
          <p:cNvPr id="8" name="Text Box 4"/>
          <p:cNvSpPr txBox="1">
            <a:spLocks noChangeArrowheads="1"/>
          </p:cNvSpPr>
          <p:nvPr/>
        </p:nvSpPr>
        <p:spPr bwMode="auto">
          <a:xfrm>
            <a:off x="6578600" y="2466975"/>
            <a:ext cx="2565400" cy="2320925"/>
          </a:xfrm>
          <a:prstGeom prst="rect">
            <a:avLst/>
          </a:prstGeom>
          <a:noFill/>
          <a:ln>
            <a:noFill/>
          </a:ln>
        </p:spPr>
        <p:txBody>
          <a:bodyPr>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algn="l" rtl="0" eaLnBrk="0" fontAlgn="base" hangingPunct="0">
              <a:spcBef>
                <a:spcPct val="0"/>
              </a:spcBef>
              <a:spcAft>
                <a:spcPct val="0"/>
              </a:spcAft>
              <a:defRPr>
                <a:solidFill>
                  <a:schemeClr val="tx1"/>
                </a:solidFill>
                <a:latin typeface="Arial" pitchFamily="34" charset="0"/>
              </a:defRPr>
            </a:lvl6pPr>
            <a:lvl7pPr marL="2971800" indent="-228600" algn="l" rtl="0" eaLnBrk="0" fontAlgn="base" hangingPunct="0">
              <a:spcBef>
                <a:spcPct val="0"/>
              </a:spcBef>
              <a:spcAft>
                <a:spcPct val="0"/>
              </a:spcAft>
              <a:defRPr>
                <a:solidFill>
                  <a:schemeClr val="tx1"/>
                </a:solidFill>
                <a:latin typeface="Arial" pitchFamily="34" charset="0"/>
              </a:defRPr>
            </a:lvl7pPr>
            <a:lvl8pPr marL="3429000" indent="-228600" algn="l" rtl="0" eaLnBrk="0" fontAlgn="base" hangingPunct="0">
              <a:spcBef>
                <a:spcPct val="0"/>
              </a:spcBef>
              <a:spcAft>
                <a:spcPct val="0"/>
              </a:spcAft>
              <a:defRPr>
                <a:solidFill>
                  <a:schemeClr val="tx1"/>
                </a:solidFill>
                <a:latin typeface="Arial" pitchFamily="34" charset="0"/>
              </a:defRPr>
            </a:lvl8pPr>
            <a:lvl9pPr marL="3886200" indent="-228600" algn="l" rtl="0" eaLnBrk="0" fontAlgn="base" hangingPunct="0">
              <a:spcBef>
                <a:spcPct val="0"/>
              </a:spcBef>
              <a:spcAft>
                <a:spcPct val="0"/>
              </a:spcAft>
              <a:defRPr>
                <a:solidFill>
                  <a:schemeClr val="tx1"/>
                </a:solidFill>
                <a:latin typeface="Arial" pitchFamily="34" charset="0"/>
              </a:defRPr>
            </a:lvl9pPr>
          </a:lstStyle>
          <a:p>
            <a:pPr algn="l" rtl="0" eaLnBrk="1" hangingPunct="1">
              <a:lnSpc>
                <a:spcPct val="120000"/>
              </a:lnSpc>
              <a:spcBef>
                <a:spcPct val="20000"/>
              </a:spcBef>
              <a:buClr>
                <a:schemeClr val="hlink"/>
              </a:buClr>
              <a:buSzPct val="110000"/>
              <a:buFont typeface="Wingdings" pitchFamily="2" charset="2"/>
              <a:buNone/>
              <a:defRPr/>
            </a:pPr>
            <a:r>
              <a:rPr lang="en-US" sz="1700" dirty="0">
                <a:latin typeface="+mn-lt"/>
                <a:cs typeface="Arial" charset="0"/>
              </a:rPr>
              <a:t>Level-1 DFD shows the sub-processes of one of the processes in the Level-0 DFD.</a:t>
            </a:r>
          </a:p>
          <a:p>
            <a:pPr algn="l" rtl="0" eaLnBrk="1" hangingPunct="1">
              <a:spcBef>
                <a:spcPct val="20000"/>
              </a:spcBef>
              <a:buClr>
                <a:schemeClr val="hlink"/>
              </a:buClr>
              <a:buSzPct val="110000"/>
              <a:buFont typeface="Wingdings" pitchFamily="2" charset="2"/>
              <a:buNone/>
              <a:defRPr/>
            </a:pPr>
            <a:endParaRPr lang="en-US" sz="1700" dirty="0">
              <a:latin typeface="+mn-lt"/>
              <a:cs typeface="Arial" charset="0"/>
            </a:endParaRPr>
          </a:p>
          <a:p>
            <a:pPr algn="l" rtl="0" eaLnBrk="1" hangingPunct="1">
              <a:lnSpc>
                <a:spcPct val="120000"/>
              </a:lnSpc>
              <a:spcBef>
                <a:spcPct val="20000"/>
              </a:spcBef>
              <a:buClr>
                <a:schemeClr val="hlink"/>
              </a:buClr>
              <a:buSzPct val="110000"/>
              <a:buFont typeface="Wingdings" pitchFamily="2" charset="2"/>
              <a:buNone/>
              <a:defRPr/>
            </a:pPr>
            <a:r>
              <a:rPr lang="en-US" sz="1700" dirty="0">
                <a:latin typeface="+mn-lt"/>
                <a:cs typeface="Arial" charset="0"/>
              </a:rPr>
              <a:t>This is a Level-1 DFD for Process 4.0.</a:t>
            </a:r>
          </a:p>
        </p:txBody>
      </p:sp>
      <p:sp>
        <p:nvSpPr>
          <p:cNvPr id="9" name="Rectangle 8"/>
          <p:cNvSpPr/>
          <p:nvPr/>
        </p:nvSpPr>
        <p:spPr>
          <a:xfrm>
            <a:off x="6465888" y="4937125"/>
            <a:ext cx="2678112" cy="1641475"/>
          </a:xfrm>
          <a:prstGeom prst="rect">
            <a:avLst/>
          </a:prstGeom>
        </p:spPr>
        <p:txBody>
          <a:bodyPr>
            <a:spAutoFit/>
          </a:bodyPr>
          <a:lstStyle/>
          <a:p>
            <a:pPr algn="l" rtl="0">
              <a:lnSpc>
                <a:spcPct val="120000"/>
              </a:lnSpc>
              <a:spcBef>
                <a:spcPct val="20000"/>
              </a:spcBef>
              <a:buClr>
                <a:schemeClr val="hlink"/>
              </a:buClr>
              <a:buSzPct val="110000"/>
              <a:buFont typeface="Wingdings" pitchFamily="2" charset="2"/>
              <a:buNone/>
              <a:defRPr/>
            </a:pPr>
            <a:r>
              <a:rPr lang="en-US" sz="1700" dirty="0">
                <a:latin typeface="+mn-lt"/>
                <a:cs typeface="Arial" charset="0"/>
              </a:rPr>
              <a:t>Processes are labeled 4.1, 4.2, etc. These can be further decomposed in more primitive (lower-level) DFDs if necessary.</a:t>
            </a:r>
          </a:p>
        </p:txBody>
      </p:sp>
    </p:spTree>
    <p:extLst>
      <p:ext uri="{BB962C8B-B14F-4D97-AF65-F5344CB8AC3E}">
        <p14:creationId xmlns:p14="http://schemas.microsoft.com/office/powerpoint/2010/main" val="1741370792"/>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Level-n DFD</a:t>
            </a:r>
          </a:p>
        </p:txBody>
      </p:sp>
      <p:sp>
        <p:nvSpPr>
          <p:cNvPr id="6" name="Slide Number Placeholder 5"/>
          <p:cNvSpPr>
            <a:spLocks noGrp="1"/>
          </p:cNvSpPr>
          <p:nvPr>
            <p:ph type="sldNum" sz="quarter" idx="12"/>
          </p:nvPr>
        </p:nvSpPr>
        <p:spPr/>
        <p:txBody>
          <a:bodyPr/>
          <a:lstStyle/>
          <a:p>
            <a:fld id="{0A68DB68-8052-4758-A647-54338E95D837}" type="slidenum">
              <a:rPr lang="en-US" smtClean="0"/>
              <a:pPr/>
              <a:t>64</a:t>
            </a:fld>
            <a:endParaRPr lang="en-US" dirty="0"/>
          </a:p>
        </p:txBody>
      </p:sp>
      <p:pic>
        <p:nvPicPr>
          <p:cNvPr id="7" name="Picture 6" descr="FIG07_09"/>
          <p:cNvPicPr>
            <a:picLocks noChangeAspect="1" noChangeArrowheads="1"/>
          </p:cNvPicPr>
          <p:nvPr/>
        </p:nvPicPr>
        <p:blipFill>
          <a:blip r:embed="rId2" cstate="print"/>
          <a:srcRect t="25807"/>
          <a:stretch>
            <a:fillRect/>
          </a:stretch>
        </p:blipFill>
        <p:spPr bwMode="auto">
          <a:xfrm>
            <a:off x="152400" y="2286000"/>
            <a:ext cx="6003925" cy="2819400"/>
          </a:xfrm>
          <a:prstGeom prst="rect">
            <a:avLst/>
          </a:prstGeom>
          <a:noFill/>
          <a:ln w="9525">
            <a:noFill/>
            <a:miter lim="800000"/>
            <a:headEnd/>
            <a:tailEnd/>
          </a:ln>
        </p:spPr>
      </p:pic>
      <p:sp>
        <p:nvSpPr>
          <p:cNvPr id="8" name="Rectangle 7"/>
          <p:cNvSpPr/>
          <p:nvPr/>
        </p:nvSpPr>
        <p:spPr>
          <a:xfrm>
            <a:off x="6134100" y="2565400"/>
            <a:ext cx="2901950" cy="2058988"/>
          </a:xfrm>
          <a:prstGeom prst="rect">
            <a:avLst/>
          </a:prstGeom>
        </p:spPr>
        <p:txBody>
          <a:bodyPr>
            <a:spAutoFit/>
          </a:bodyPr>
          <a:lstStyle/>
          <a:p>
            <a:pPr algn="l" rtl="0">
              <a:lnSpc>
                <a:spcPct val="120000"/>
              </a:lnSpc>
              <a:spcBef>
                <a:spcPct val="20000"/>
              </a:spcBef>
              <a:buClr>
                <a:schemeClr val="hlink"/>
              </a:buClr>
              <a:buSzPct val="110000"/>
              <a:buFont typeface="Wingdings" pitchFamily="2" charset="2"/>
              <a:buNone/>
              <a:defRPr/>
            </a:pPr>
            <a:r>
              <a:rPr lang="en-US" sz="1700" dirty="0">
                <a:latin typeface="+mn-lt"/>
                <a:cs typeface="Arial" charset="0"/>
              </a:rPr>
              <a:t>Level-</a:t>
            </a:r>
            <a:r>
              <a:rPr lang="en-US" sz="1700" i="1" dirty="0">
                <a:latin typeface="+mn-lt"/>
                <a:cs typeface="Arial" charset="0"/>
              </a:rPr>
              <a:t>n</a:t>
            </a:r>
            <a:r>
              <a:rPr lang="en-US" sz="1700" dirty="0">
                <a:latin typeface="+mn-lt"/>
                <a:cs typeface="Arial" charset="0"/>
              </a:rPr>
              <a:t> DFD shows the sub-processes of one of the processes in the Level </a:t>
            </a:r>
            <a:r>
              <a:rPr lang="en-US" sz="1700" i="1" dirty="0">
                <a:latin typeface="+mn-lt"/>
                <a:cs typeface="Arial" charset="0"/>
              </a:rPr>
              <a:t>n-1</a:t>
            </a:r>
            <a:r>
              <a:rPr lang="en-US" sz="1700" dirty="0">
                <a:latin typeface="+mn-lt"/>
                <a:cs typeface="Arial" charset="0"/>
              </a:rPr>
              <a:t> DFD.</a:t>
            </a:r>
          </a:p>
          <a:p>
            <a:pPr algn="l" rtl="0">
              <a:lnSpc>
                <a:spcPct val="120000"/>
              </a:lnSpc>
              <a:spcBef>
                <a:spcPct val="20000"/>
              </a:spcBef>
              <a:buClr>
                <a:schemeClr val="hlink"/>
              </a:buClr>
              <a:buSzPct val="110000"/>
              <a:buFont typeface="Wingdings" pitchFamily="2" charset="2"/>
              <a:buNone/>
              <a:defRPr/>
            </a:pPr>
            <a:endParaRPr lang="en-US" sz="1700" dirty="0">
              <a:latin typeface="+mn-lt"/>
              <a:cs typeface="Arial" charset="0"/>
            </a:endParaRPr>
          </a:p>
          <a:p>
            <a:pPr algn="l" rtl="0">
              <a:lnSpc>
                <a:spcPct val="120000"/>
              </a:lnSpc>
              <a:spcBef>
                <a:spcPct val="20000"/>
              </a:spcBef>
              <a:buClr>
                <a:schemeClr val="hlink"/>
              </a:buClr>
              <a:buSzPct val="110000"/>
              <a:buFont typeface="Wingdings" pitchFamily="2" charset="2"/>
              <a:buNone/>
              <a:defRPr/>
            </a:pPr>
            <a:r>
              <a:rPr lang="en-US" sz="1700" dirty="0">
                <a:latin typeface="+mn-lt"/>
                <a:cs typeface="Arial" charset="0"/>
              </a:rPr>
              <a:t>This is a Level-2 DFD for Process 4.3.</a:t>
            </a:r>
          </a:p>
        </p:txBody>
      </p:sp>
      <p:sp>
        <p:nvSpPr>
          <p:cNvPr id="9" name="Rectangle 8"/>
          <p:cNvSpPr/>
          <p:nvPr/>
        </p:nvSpPr>
        <p:spPr>
          <a:xfrm>
            <a:off x="6156325" y="4868863"/>
            <a:ext cx="2835275" cy="1327150"/>
          </a:xfrm>
          <a:prstGeom prst="rect">
            <a:avLst/>
          </a:prstGeom>
        </p:spPr>
        <p:txBody>
          <a:bodyPr>
            <a:spAutoFit/>
          </a:bodyPr>
          <a:lstStyle/>
          <a:p>
            <a:pPr algn="l" rtl="0">
              <a:lnSpc>
                <a:spcPct val="120000"/>
              </a:lnSpc>
              <a:spcBef>
                <a:spcPct val="20000"/>
              </a:spcBef>
              <a:buClr>
                <a:schemeClr val="hlink"/>
              </a:buClr>
              <a:buSzPct val="110000"/>
              <a:buFont typeface="Wingdings" pitchFamily="2" charset="2"/>
              <a:buNone/>
              <a:defRPr/>
            </a:pPr>
            <a:r>
              <a:rPr lang="en-US" sz="1700" dirty="0">
                <a:latin typeface="+mn-lt"/>
                <a:cs typeface="Arial" charset="0"/>
              </a:rPr>
              <a:t>Processes are labeled 4.3.1, 4.3.2, etc. If this is the lowest level of the hierarchy, it is called a </a:t>
            </a:r>
            <a:r>
              <a:rPr lang="en-US" sz="1700" i="1" dirty="0">
                <a:latin typeface="+mn-lt"/>
                <a:cs typeface="Arial" charset="0"/>
              </a:rPr>
              <a:t>primitive DFD.</a:t>
            </a:r>
          </a:p>
        </p:txBody>
      </p:sp>
    </p:spTree>
    <p:extLst>
      <p:ext uri="{BB962C8B-B14F-4D97-AF65-F5344CB8AC3E}">
        <p14:creationId xmlns:p14="http://schemas.microsoft.com/office/powerpoint/2010/main" val="870795763"/>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Case Study</a:t>
            </a:r>
          </a:p>
        </p:txBody>
      </p:sp>
      <p:sp>
        <p:nvSpPr>
          <p:cNvPr id="3" name="Content Placeholder 2"/>
          <p:cNvSpPr>
            <a:spLocks noGrp="1"/>
          </p:cNvSpPr>
          <p:nvPr>
            <p:ph idx="1"/>
          </p:nvPr>
        </p:nvSpPr>
        <p:spPr/>
        <p:txBody>
          <a:bodyPr/>
          <a:lstStyle/>
          <a:p>
            <a:pPr algn="just"/>
            <a:r>
              <a:rPr lang="en-GB" dirty="0"/>
              <a:t>Draw a context level data flow diagram for a patient monitoring system.</a:t>
            </a:r>
            <a:endParaRPr lang="en-US" sz="2800" dirty="0"/>
          </a:p>
          <a:p>
            <a:pPr algn="just"/>
            <a:endParaRPr lang="en-US" sz="2800" dirty="0"/>
          </a:p>
          <a:p>
            <a:pPr algn="just">
              <a:buNone/>
            </a:pPr>
            <a:r>
              <a:rPr lang="en-GB" b="1" dirty="0"/>
              <a:t>Process of patient monitoring system: </a:t>
            </a:r>
          </a:p>
          <a:p>
            <a:pPr algn="just">
              <a:buNone/>
            </a:pPr>
            <a:r>
              <a:rPr lang="en-GB" b="1" dirty="0"/>
              <a:t>	</a:t>
            </a:r>
            <a:r>
              <a:rPr lang="en-GB" dirty="0"/>
              <a:t>A patient’s vital signs are transmitted to this system, which may invoke a warning message to the nurse if these signs fall into the critical range. Nurse may request for a report, which the patient monitoring system retrieves from the patient log, and returns it to the nurse again.</a:t>
            </a:r>
            <a:endParaRPr lang="en-US" dirty="0"/>
          </a:p>
          <a:p>
            <a:endParaRPr lang="en-US" dirty="0"/>
          </a:p>
        </p:txBody>
      </p:sp>
      <p:sp>
        <p:nvSpPr>
          <p:cNvPr id="6" name="Slide Number Placeholder 5"/>
          <p:cNvSpPr>
            <a:spLocks noGrp="1"/>
          </p:cNvSpPr>
          <p:nvPr>
            <p:ph type="sldNum" sz="quarter" idx="12"/>
          </p:nvPr>
        </p:nvSpPr>
        <p:spPr/>
        <p:txBody>
          <a:bodyPr/>
          <a:lstStyle/>
          <a:p>
            <a:fld id="{0A68DB68-8052-4758-A647-54338E95D837}" type="slidenum">
              <a:rPr lang="en-US" smtClean="0"/>
              <a:pPr/>
              <a:t>65</a:t>
            </a:fld>
            <a:endParaRPr lang="en-US" dirty="0"/>
          </a:p>
        </p:txBody>
      </p:sp>
    </p:spTree>
    <p:extLst>
      <p:ext uri="{BB962C8B-B14F-4D97-AF65-F5344CB8AC3E}">
        <p14:creationId xmlns:p14="http://schemas.microsoft.com/office/powerpoint/2010/main" val="696635084"/>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p:cNvPicPr>
            <a:picLocks noGrp="1" noChangeAspect="1"/>
          </p:cNvPicPr>
          <p:nvPr>
            <p:ph idx="1"/>
          </p:nvPr>
        </p:nvPicPr>
        <p:blipFill rotWithShape="1">
          <a:blip r:embed="rId2">
            <a:extLst>
              <a:ext uri="{28A0092B-C50C-407E-A947-70E740481C1C}">
                <a14:useLocalDpi xmlns:a14="http://schemas.microsoft.com/office/drawing/2010/main" val="0"/>
              </a:ext>
            </a:extLst>
          </a:blip>
          <a:srcRect l="2000" t="33612" r="3000" b="5897"/>
          <a:stretch/>
        </p:blipFill>
        <p:spPr>
          <a:xfrm>
            <a:off x="914400" y="1371599"/>
            <a:ext cx="7239000" cy="4648201"/>
          </a:xfrm>
        </p:spPr>
      </p:pic>
      <p:sp>
        <p:nvSpPr>
          <p:cNvPr id="6" name="Slide Number Placeholder 5"/>
          <p:cNvSpPr>
            <a:spLocks noGrp="1"/>
          </p:cNvSpPr>
          <p:nvPr>
            <p:ph type="sldNum" sz="quarter" idx="12"/>
          </p:nvPr>
        </p:nvSpPr>
        <p:spPr/>
        <p:txBody>
          <a:bodyPr/>
          <a:lstStyle/>
          <a:p>
            <a:fld id="{0A68DB68-8052-4758-A647-54338E95D837}" type="slidenum">
              <a:rPr lang="en-US" smtClean="0"/>
              <a:pPr/>
              <a:t>66</a:t>
            </a:fld>
            <a:endParaRPr lang="en-US" dirty="0"/>
          </a:p>
        </p:txBody>
      </p:sp>
    </p:spTree>
    <p:extLst>
      <p:ext uri="{BB962C8B-B14F-4D97-AF65-F5344CB8AC3E}">
        <p14:creationId xmlns:p14="http://schemas.microsoft.com/office/powerpoint/2010/main" val="2865556782"/>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914400"/>
            <a:ext cx="8229600" cy="5562600"/>
          </a:xfrm>
        </p:spPr>
        <p:txBody>
          <a:bodyPr>
            <a:normAutofit fontScale="92500"/>
          </a:bodyPr>
          <a:lstStyle/>
          <a:p>
            <a:pPr algn="just"/>
            <a:r>
              <a:rPr lang="en-GB" b="1" dirty="0"/>
              <a:t>Consider the following case study and answer the questions written at the end of text.</a:t>
            </a:r>
          </a:p>
          <a:p>
            <a:pPr algn="just"/>
            <a:endParaRPr lang="en-GB" b="1" dirty="0"/>
          </a:p>
          <a:p>
            <a:pPr algn="just">
              <a:buNone/>
            </a:pPr>
            <a:r>
              <a:rPr lang="en-GB" dirty="0"/>
              <a:t>“	Pizza Express wants to install a new software system to record orders for take-away pizza. When customers call Pizza Express on the phone, they are asked about their data and order details. Once the order is taken the total cost (including delivery and any applicable discount) is calculated. A receipt is printed. The order is then given to the chef to make the pizza. Occasionally, special offers (coupons) are printed so that the customer can get a discount. Order details are kept for comparison with last year’s performance.”</a:t>
            </a:r>
            <a:endParaRPr lang="en-US" dirty="0"/>
          </a:p>
          <a:p>
            <a:pPr algn="just">
              <a:buNone/>
            </a:pPr>
            <a:r>
              <a:rPr lang="en-GB" b="1" dirty="0"/>
              <a:t>			</a:t>
            </a:r>
            <a:endParaRPr lang="en-US" dirty="0"/>
          </a:p>
          <a:p>
            <a:pPr algn="just"/>
            <a:r>
              <a:rPr lang="en-GB" dirty="0"/>
              <a:t>Develop the Context Level DFD and DFD Level 1 Diagram for the above scenario. </a:t>
            </a:r>
            <a:endParaRPr lang="en-US" dirty="0"/>
          </a:p>
          <a:p>
            <a:pPr algn="just"/>
            <a:endParaRPr lang="en-US" dirty="0"/>
          </a:p>
        </p:txBody>
      </p:sp>
      <p:sp>
        <p:nvSpPr>
          <p:cNvPr id="6" name="Slide Number Placeholder 5"/>
          <p:cNvSpPr>
            <a:spLocks noGrp="1"/>
          </p:cNvSpPr>
          <p:nvPr>
            <p:ph type="sldNum" sz="quarter" idx="12"/>
          </p:nvPr>
        </p:nvSpPr>
        <p:spPr/>
        <p:txBody>
          <a:bodyPr/>
          <a:lstStyle/>
          <a:p>
            <a:fld id="{0A68DB68-8052-4758-A647-54338E95D837}" type="slidenum">
              <a:rPr lang="en-US" smtClean="0"/>
              <a:pPr/>
              <a:t>67</a:t>
            </a:fld>
            <a:endParaRPr lang="en-US" dirty="0"/>
          </a:p>
        </p:txBody>
      </p:sp>
    </p:spTree>
    <p:extLst>
      <p:ext uri="{BB962C8B-B14F-4D97-AF65-F5344CB8AC3E}">
        <p14:creationId xmlns:p14="http://schemas.microsoft.com/office/powerpoint/2010/main" val="211733310"/>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D6FA0E-FE1E-42CF-B513-37F2CBA0CF14}"/>
              </a:ext>
            </a:extLst>
          </p:cNvPr>
          <p:cNvSpPr>
            <a:spLocks noGrp="1"/>
          </p:cNvSpPr>
          <p:nvPr>
            <p:ph type="title"/>
          </p:nvPr>
        </p:nvSpPr>
        <p:spPr/>
        <p:txBody>
          <a:bodyPr/>
          <a:lstStyle/>
          <a:p>
            <a:r>
              <a:rPr lang="en-US" dirty="0"/>
              <a:t>Context Diagram</a:t>
            </a:r>
          </a:p>
        </p:txBody>
      </p:sp>
      <p:sp>
        <p:nvSpPr>
          <p:cNvPr id="5" name="Slide Number Placeholder 4">
            <a:extLst>
              <a:ext uri="{FF2B5EF4-FFF2-40B4-BE49-F238E27FC236}">
                <a16:creationId xmlns:a16="http://schemas.microsoft.com/office/drawing/2014/main" id="{261122A6-2384-4762-A4A5-72F8F641ABC8}"/>
              </a:ext>
            </a:extLst>
          </p:cNvPr>
          <p:cNvSpPr>
            <a:spLocks noGrp="1"/>
          </p:cNvSpPr>
          <p:nvPr>
            <p:ph type="sldNum" sz="quarter" idx="12"/>
          </p:nvPr>
        </p:nvSpPr>
        <p:spPr/>
        <p:txBody>
          <a:bodyPr/>
          <a:lstStyle/>
          <a:p>
            <a:fld id="{0A68DB68-8052-4758-A647-54338E95D837}" type="slidenum">
              <a:rPr lang="en-US" smtClean="0"/>
              <a:pPr/>
              <a:t>68</a:t>
            </a:fld>
            <a:endParaRPr lang="en-US" dirty="0"/>
          </a:p>
        </p:txBody>
      </p:sp>
      <p:pic>
        <p:nvPicPr>
          <p:cNvPr id="1028" name="Picture 4" descr="http://4.bp.blogspot.com/-b3C23RGHung/VW8Lw9FEyMI/AAAAAAAAAFY/OPnqR4IweZ4/s640/k.jpg">
            <a:extLst>
              <a:ext uri="{FF2B5EF4-FFF2-40B4-BE49-F238E27FC236}">
                <a16:creationId xmlns:a16="http://schemas.microsoft.com/office/drawing/2014/main" id="{F47FC18D-7144-4D1E-8E1B-0D17177AEE0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0" y="2209800"/>
            <a:ext cx="5848350" cy="3429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70483893"/>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AB06DE-526C-42B3-AED0-EABC5652E744}"/>
              </a:ext>
            </a:extLst>
          </p:cNvPr>
          <p:cNvSpPr>
            <a:spLocks noGrp="1"/>
          </p:cNvSpPr>
          <p:nvPr>
            <p:ph type="title"/>
          </p:nvPr>
        </p:nvSpPr>
        <p:spPr/>
        <p:txBody>
          <a:bodyPr/>
          <a:lstStyle/>
          <a:p>
            <a:r>
              <a:rPr lang="en-US" dirty="0"/>
              <a:t>Level 1 DFD</a:t>
            </a:r>
          </a:p>
        </p:txBody>
      </p:sp>
      <p:sp>
        <p:nvSpPr>
          <p:cNvPr id="5" name="Slide Number Placeholder 4">
            <a:extLst>
              <a:ext uri="{FF2B5EF4-FFF2-40B4-BE49-F238E27FC236}">
                <a16:creationId xmlns:a16="http://schemas.microsoft.com/office/drawing/2014/main" id="{0000C30B-14E1-488B-8BBB-A0F1B2D3587C}"/>
              </a:ext>
            </a:extLst>
          </p:cNvPr>
          <p:cNvSpPr>
            <a:spLocks noGrp="1"/>
          </p:cNvSpPr>
          <p:nvPr>
            <p:ph type="sldNum" sz="quarter" idx="12"/>
          </p:nvPr>
        </p:nvSpPr>
        <p:spPr/>
        <p:txBody>
          <a:bodyPr/>
          <a:lstStyle/>
          <a:p>
            <a:fld id="{0A68DB68-8052-4758-A647-54338E95D837}" type="slidenum">
              <a:rPr lang="en-US" smtClean="0"/>
              <a:pPr/>
              <a:t>69</a:t>
            </a:fld>
            <a:endParaRPr lang="en-US" dirty="0"/>
          </a:p>
        </p:txBody>
      </p:sp>
      <p:pic>
        <p:nvPicPr>
          <p:cNvPr id="2050" name="Picture 2" descr="http://1.bp.blogspot.com/-bSufNbRjq_Q/VW8OPrXSRbI/AAAAAAAAAFk/8gzACMKPrnQ/s640/m.jpg">
            <a:extLst>
              <a:ext uri="{FF2B5EF4-FFF2-40B4-BE49-F238E27FC236}">
                <a16:creationId xmlns:a16="http://schemas.microsoft.com/office/drawing/2014/main" id="{C014374C-F399-4AB7-8053-828F10AA757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62613" y="1709928"/>
            <a:ext cx="6657387" cy="502424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85513834"/>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47472"/>
            <a:ext cx="8229600" cy="990600"/>
          </a:xfrm>
        </p:spPr>
        <p:txBody>
          <a:bodyPr/>
          <a:lstStyle/>
          <a:p>
            <a:r>
              <a:rPr lang="en-US" dirty="0"/>
              <a:t>Case Study</a:t>
            </a:r>
          </a:p>
        </p:txBody>
      </p:sp>
      <p:sp>
        <p:nvSpPr>
          <p:cNvPr id="3" name="Content Placeholder 2"/>
          <p:cNvSpPr>
            <a:spLocks noGrp="1"/>
          </p:cNvSpPr>
          <p:nvPr>
            <p:ph idx="1"/>
          </p:nvPr>
        </p:nvSpPr>
        <p:spPr>
          <a:xfrm>
            <a:off x="381000" y="1295400"/>
            <a:ext cx="8229600" cy="5257800"/>
          </a:xfrm>
        </p:spPr>
        <p:txBody>
          <a:bodyPr>
            <a:normAutofit fontScale="85000" lnSpcReduction="20000"/>
          </a:bodyPr>
          <a:lstStyle/>
          <a:p>
            <a:pPr lvl="0" algn="just">
              <a:buClr>
                <a:srgbClr val="7A7A7A"/>
              </a:buClr>
            </a:pPr>
            <a:r>
              <a:rPr lang="en-US" sz="2600" dirty="0">
                <a:solidFill>
                  <a:srgbClr val="000000"/>
                </a:solidFill>
              </a:rPr>
              <a:t>Consider a mail order company that distributes CDs and tapes at discount prices to its members.</a:t>
            </a:r>
          </a:p>
          <a:p>
            <a:pPr lvl="0" algn="just">
              <a:buClr>
                <a:srgbClr val="7A7A7A"/>
              </a:buClr>
            </a:pPr>
            <a:r>
              <a:rPr lang="en-US" sz="2600" dirty="0">
                <a:solidFill>
                  <a:srgbClr val="000000"/>
                </a:solidFill>
              </a:rPr>
              <a:t>When an order processing clerk receives an order form, she verifies that the sender is a member by checking the MEMBER FILE.</a:t>
            </a:r>
          </a:p>
          <a:p>
            <a:pPr lvl="0" algn="just">
              <a:buClr>
                <a:srgbClr val="7A7A7A"/>
              </a:buClr>
            </a:pPr>
            <a:r>
              <a:rPr lang="en-US" sz="2600" dirty="0">
                <a:solidFill>
                  <a:srgbClr val="000000"/>
                </a:solidFill>
              </a:rPr>
              <a:t>If the sender is not a member, the clerk returns the order along with a membership application form.</a:t>
            </a:r>
          </a:p>
          <a:p>
            <a:pPr lvl="0" algn="just">
              <a:buClr>
                <a:srgbClr val="7A7A7A"/>
              </a:buClr>
            </a:pPr>
            <a:r>
              <a:rPr lang="en-US" sz="2600" dirty="0">
                <a:solidFill>
                  <a:srgbClr val="000000"/>
                </a:solidFill>
              </a:rPr>
              <a:t>If the customer is a member, the clerk verifies the order item data by checking the ITEM FILE.</a:t>
            </a:r>
          </a:p>
          <a:p>
            <a:pPr lvl="0" algn="just">
              <a:buClr>
                <a:srgbClr val="7A7A7A"/>
              </a:buClr>
            </a:pPr>
            <a:r>
              <a:rPr lang="en-US" sz="2600" dirty="0">
                <a:solidFill>
                  <a:srgbClr val="000000"/>
                </a:solidFill>
              </a:rPr>
              <a:t>Then the clerk enters the order data and saves it to the DAIILY ORDERS FILE.</a:t>
            </a:r>
          </a:p>
          <a:p>
            <a:pPr lvl="0" algn="just">
              <a:buClr>
                <a:srgbClr val="7A7A7A"/>
              </a:buClr>
            </a:pPr>
            <a:r>
              <a:rPr lang="en-US" sz="2600" dirty="0">
                <a:solidFill>
                  <a:srgbClr val="000000"/>
                </a:solidFill>
              </a:rPr>
              <a:t>At the same time the clerk also prints an invoice and shipping list for each order, which are forwarded to the ORDER FULFILLMENT DEPARTMENT for processing there.</a:t>
            </a:r>
          </a:p>
          <a:p>
            <a:pPr marL="0" lvl="0" indent="0" algn="just">
              <a:buClr>
                <a:srgbClr val="7A7A7A"/>
              </a:buClr>
              <a:buNone/>
            </a:pPr>
            <a:endParaRPr lang="en-US" sz="2600" dirty="0">
              <a:solidFill>
                <a:srgbClr val="000000"/>
              </a:solidFill>
            </a:endParaRPr>
          </a:p>
          <a:p>
            <a:pPr marL="0" lvl="0" indent="0" algn="just">
              <a:buClr>
                <a:srgbClr val="7A7A7A"/>
              </a:buClr>
              <a:buNone/>
            </a:pPr>
            <a:r>
              <a:rPr lang="en-GB" sz="2600" b="1" dirty="0">
                <a:solidFill>
                  <a:srgbClr val="000000"/>
                </a:solidFill>
              </a:rPr>
              <a:t>Develop the Context Level DFD and DFD Level 1 Diagram for the above scenario. </a:t>
            </a:r>
            <a:endParaRPr lang="en-US" sz="2600" b="1" dirty="0">
              <a:solidFill>
                <a:srgbClr val="000000"/>
              </a:solidFill>
            </a:endParaRPr>
          </a:p>
        </p:txBody>
      </p:sp>
      <p:sp>
        <p:nvSpPr>
          <p:cNvPr id="6" name="Slide Number Placeholder 5"/>
          <p:cNvSpPr>
            <a:spLocks noGrp="1"/>
          </p:cNvSpPr>
          <p:nvPr>
            <p:ph type="sldNum" sz="quarter" idx="12"/>
          </p:nvPr>
        </p:nvSpPr>
        <p:spPr/>
        <p:txBody>
          <a:bodyPr/>
          <a:lstStyle/>
          <a:p>
            <a:fld id="{0A68DB68-8052-4758-A647-54338E95D837}" type="slidenum">
              <a:rPr lang="en-US" smtClean="0"/>
              <a:pPr/>
              <a:t>70</a:t>
            </a:fld>
            <a:endParaRPr lang="en-US" dirty="0"/>
          </a:p>
        </p:txBody>
      </p:sp>
    </p:spTree>
    <p:extLst>
      <p:ext uri="{BB962C8B-B14F-4D97-AF65-F5344CB8AC3E}">
        <p14:creationId xmlns:p14="http://schemas.microsoft.com/office/powerpoint/2010/main" val="1004094487"/>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larity">
  <a:themeElements>
    <a:clrScheme name="Essential">
      <a:dk1>
        <a:srgbClr val="000000"/>
      </a:dk1>
      <a:lt1>
        <a:srgbClr val="FFFFFF"/>
      </a:lt1>
      <a:dk2>
        <a:srgbClr val="D1282E"/>
      </a:dk2>
      <a:lt2>
        <a:srgbClr val="C8C8B1"/>
      </a:lt2>
      <a:accent1>
        <a:srgbClr val="7A7A7A"/>
      </a:accent1>
      <a:accent2>
        <a:srgbClr val="F5C201"/>
      </a:accent2>
      <a:accent3>
        <a:srgbClr val="526DB0"/>
      </a:accent3>
      <a:accent4>
        <a:srgbClr val="989AAC"/>
      </a:accent4>
      <a:accent5>
        <a:srgbClr val="DC5924"/>
      </a:accent5>
      <a:accent6>
        <a:srgbClr val="B4B392"/>
      </a:accent6>
      <a:hlink>
        <a:srgbClr val="CC9900"/>
      </a:hlink>
      <a:folHlink>
        <a:srgbClr val="969696"/>
      </a:folHlink>
    </a:clrScheme>
    <a:fontScheme name="Office Classic 2">
      <a:majorFont>
        <a:latin typeface="Arial"/>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larity">
      <a:fillStyleLst>
        <a:solidFill>
          <a:schemeClr val="phClr"/>
        </a:solidFill>
        <a:gradFill rotWithShape="1">
          <a:gsLst>
            <a:gs pos="0">
              <a:schemeClr val="phClr">
                <a:tint val="50000"/>
                <a:shade val="86000"/>
                <a:satMod val="140000"/>
              </a:schemeClr>
            </a:gs>
            <a:gs pos="45000">
              <a:schemeClr val="phClr">
                <a:tint val="48000"/>
                <a:satMod val="150000"/>
              </a:schemeClr>
            </a:gs>
            <a:gs pos="100000">
              <a:schemeClr val="phClr">
                <a:tint val="28000"/>
                <a:satMod val="160000"/>
              </a:schemeClr>
            </a:gs>
          </a:gsLst>
          <a:path path="circle">
            <a:fillToRect l="100000" t="100000" r="100000" b="100000"/>
          </a:path>
        </a:gradFill>
        <a:gradFill rotWithShape="1">
          <a:gsLst>
            <a:gs pos="0">
              <a:schemeClr val="phClr">
                <a:shade val="70000"/>
                <a:satMod val="150000"/>
              </a:schemeClr>
            </a:gs>
            <a:gs pos="34000">
              <a:schemeClr val="phClr">
                <a:shade val="70000"/>
                <a:satMod val="140000"/>
              </a:schemeClr>
            </a:gs>
            <a:gs pos="70000">
              <a:schemeClr val="phClr">
                <a:tint val="100000"/>
                <a:shade val="90000"/>
                <a:satMod val="140000"/>
              </a:schemeClr>
            </a:gs>
            <a:gs pos="100000">
              <a:schemeClr val="phClr">
                <a:tint val="100000"/>
                <a:shade val="100000"/>
                <a:satMod val="100000"/>
              </a:schemeClr>
            </a:gs>
          </a:gsLst>
          <a:path path="circle">
            <a:fillToRect l="100000" t="100000" r="100000" b="100000"/>
          </a:path>
        </a:gradFill>
      </a:fillStyleLst>
      <a:lnStyleLst>
        <a:ln w="9525" cap="flat" cmpd="sng" algn="ctr">
          <a:solidFill>
            <a:schemeClr val="phClr"/>
          </a:solidFill>
          <a:prstDash val="solid"/>
        </a:ln>
        <a:ln w="26425" cap="flat" cmpd="sng" algn="ctr">
          <a:solidFill>
            <a:schemeClr val="phClr"/>
          </a:solidFill>
          <a:prstDash val="solid"/>
        </a:ln>
        <a:ln w="4445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38100" dist="25400" dir="2700000" algn="br" rotWithShape="0">
              <a:srgbClr val="000000">
                <a:alpha val="60000"/>
              </a:srgbClr>
            </a:outerShdw>
          </a:effectLst>
          <a:scene3d>
            <a:camera prst="orthographicFront">
              <a:rot lat="0" lon="0" rev="0"/>
            </a:camera>
            <a:lightRig rig="balanced" dir="t">
              <a:rot lat="0" lon="0" rev="5100000"/>
            </a:lightRig>
          </a:scene3d>
          <a:sp3d contourW="6350">
            <a:bevelT w="29210" h="12700"/>
            <a:contourClr>
              <a:schemeClr val="phClr">
                <a:shade val="30000"/>
                <a:satMod val="130000"/>
              </a:schemeClr>
            </a:contourClr>
          </a:sp3d>
        </a:effectStyle>
      </a:effectStyleLst>
      <a:bgFillStyleLst>
        <a:solidFill>
          <a:schemeClr val="phClr"/>
        </a:solidFill>
        <a:gradFill rotWithShape="1">
          <a:gsLst>
            <a:gs pos="0">
              <a:schemeClr val="phClr">
                <a:tint val="85000"/>
                <a:satMod val="180000"/>
              </a:schemeClr>
            </a:gs>
            <a:gs pos="40000">
              <a:schemeClr val="phClr">
                <a:tint val="95000"/>
                <a:shade val="85000"/>
                <a:satMod val="150000"/>
              </a:schemeClr>
            </a:gs>
            <a:gs pos="100000">
              <a:schemeClr val="phClr">
                <a:shade val="45000"/>
                <a:satMod val="200000"/>
              </a:schemeClr>
            </a:gs>
          </a:gsLst>
          <a:lin ang="5400000" scaled="0"/>
        </a:gradFill>
        <a:blipFill rotWithShape="1">
          <a:blip xmlns:r="http://schemas.openxmlformats.org/officeDocument/2006/relationships" r:embed="rId1">
            <a:duotone>
              <a:schemeClr val="phClr">
                <a:shade val="55000"/>
              </a:schemeClr>
              <a:schemeClr val="phClr">
                <a:tint val="97000"/>
                <a:satMod val="95000"/>
              </a:schemeClr>
            </a:duotone>
          </a:blip>
          <a:tile tx="0" ty="0" sx="70000" sy="70000" flip="none" algn="tl"/>
        </a:blipFill>
      </a:bgFillStyleLst>
    </a:fmtScheme>
  </a:themeElements>
  <a:objectDefaults/>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Clarity</Template>
  <TotalTime>1472219220</TotalTime>
  <Pages>34</Pages>
  <Words>2563</Words>
  <Application>Microsoft Office PowerPoint</Application>
  <PresentationFormat>On-screen Show (4:3)</PresentationFormat>
  <Paragraphs>439</Paragraphs>
  <Slides>70</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70</vt:i4>
      </vt:variant>
    </vt:vector>
  </HeadingPairs>
  <TitlesOfParts>
    <vt:vector size="75" baseType="lpstr">
      <vt:lpstr>Arial</vt:lpstr>
      <vt:lpstr>Times New Roman</vt:lpstr>
      <vt:lpstr>Wingdings</vt:lpstr>
      <vt:lpstr>Wingdings 3</vt:lpstr>
      <vt:lpstr>Clarity</vt:lpstr>
      <vt:lpstr>PowerPoint Presentation</vt:lpstr>
      <vt:lpstr>Beginnings of a Method</vt:lpstr>
      <vt:lpstr> Interaction Models </vt:lpstr>
      <vt:lpstr>UML Sequence Diagrams </vt:lpstr>
      <vt:lpstr>Sequence Diagram Key Parts </vt:lpstr>
      <vt:lpstr>Developing Sequence Diagrams</vt:lpstr>
      <vt:lpstr>Sequence Diagram Notation</vt:lpstr>
      <vt:lpstr>Sequence Diagram Notation</vt:lpstr>
      <vt:lpstr>Sequence Diagram Notation</vt:lpstr>
      <vt:lpstr>Sequence Diagram Notation</vt:lpstr>
      <vt:lpstr>Sequence Diagram Notation</vt:lpstr>
      <vt:lpstr>Sequence Diagram (make a phone call) </vt:lpstr>
      <vt:lpstr>A Simpler Example - Sending an email</vt:lpstr>
      <vt:lpstr>E-mail Interface</vt:lpstr>
      <vt:lpstr>Working From a Scenario</vt:lpstr>
      <vt:lpstr>Starting The Diagram</vt:lpstr>
      <vt:lpstr>Add Objects</vt:lpstr>
      <vt:lpstr>Add Message</vt:lpstr>
      <vt:lpstr>Label The Communication</vt:lpstr>
      <vt:lpstr>The icon bar has some work to do. </vt:lpstr>
      <vt:lpstr>PowerPoint Presentation</vt:lpstr>
      <vt:lpstr>The User then clicks Send</vt:lpstr>
      <vt:lpstr>Now consider how to do the sending</vt:lpstr>
      <vt:lpstr>The arrow allows information to return</vt:lpstr>
      <vt:lpstr>PowerPoint Presentation</vt:lpstr>
      <vt:lpstr>PowerPoint Presentation</vt:lpstr>
      <vt:lpstr>PowerPoint Presentation</vt:lpstr>
      <vt:lpstr>PowerPoint Presentation</vt:lpstr>
      <vt:lpstr>PowerPoint Presentation</vt:lpstr>
      <vt:lpstr>Exercise</vt:lpstr>
      <vt:lpstr>Solution</vt:lpstr>
      <vt:lpstr>Entity/Relationship Modelling</vt:lpstr>
      <vt:lpstr>Entity/Relationship Modelling</vt:lpstr>
      <vt:lpstr>Entity/Relationship Modelling</vt:lpstr>
      <vt:lpstr>Entity/Relationship Diagrams</vt:lpstr>
      <vt:lpstr>Entities</vt:lpstr>
      <vt:lpstr>Entities</vt:lpstr>
      <vt:lpstr>Attributes</vt:lpstr>
      <vt:lpstr>Diagramming Attributes</vt:lpstr>
      <vt:lpstr> Types of Attributes</vt:lpstr>
      <vt:lpstr>Types of Attributes</vt:lpstr>
      <vt:lpstr>Types of Attributes</vt:lpstr>
      <vt:lpstr>Relationships</vt:lpstr>
      <vt:lpstr>Cardinality Ratios</vt:lpstr>
      <vt:lpstr>Diagramming Relationships</vt:lpstr>
      <vt:lpstr>Making E/R Models</vt:lpstr>
      <vt:lpstr>Example</vt:lpstr>
      <vt:lpstr>Data Flow Diagram (DFD)</vt:lpstr>
      <vt:lpstr>The DFD Notation</vt:lpstr>
      <vt:lpstr>DFD Components</vt:lpstr>
      <vt:lpstr>DFD Components</vt:lpstr>
      <vt:lpstr>DFD Components</vt:lpstr>
      <vt:lpstr>DFD Components</vt:lpstr>
      <vt:lpstr>DFD Diagramming Rules (Process)</vt:lpstr>
      <vt:lpstr>DFD Diagramming Rules (Data Stores)</vt:lpstr>
      <vt:lpstr>DFD Diagramming Rules (Source/Sink)</vt:lpstr>
      <vt:lpstr>DFD Diagramming Rules (Dataflow)</vt:lpstr>
      <vt:lpstr>DFD Diagramming Rules (Dataflow)</vt:lpstr>
      <vt:lpstr>DFD Diagramming Rules (Dataflow)</vt:lpstr>
      <vt:lpstr>DFD Levels</vt:lpstr>
      <vt:lpstr>Context Diagram of Burger’s food ordering system</vt:lpstr>
      <vt:lpstr>Level-1 DFD</vt:lpstr>
      <vt:lpstr>Level-2 DFD</vt:lpstr>
      <vt:lpstr>Level-n DFD</vt:lpstr>
      <vt:lpstr>Case Study</vt:lpstr>
      <vt:lpstr>PowerPoint Presentation</vt:lpstr>
      <vt:lpstr>PowerPoint Presentation</vt:lpstr>
      <vt:lpstr>Context Diagram</vt:lpstr>
      <vt:lpstr>Level 1 DFD</vt:lpstr>
      <vt:lpstr>Case Study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11. Sequence Diagrams</dc:title>
  <dc:subject>Dynamic Modelling</dc:subject>
  <dc:creator>Ken Lunn</dc:creator>
  <cp:lastModifiedBy>Junaid .</cp:lastModifiedBy>
  <cp:revision>150</cp:revision>
  <cp:lastPrinted>2018-12-05T04:44:23Z</cp:lastPrinted>
  <dcterms:created xsi:type="dcterms:W3CDTF">1996-04-21T10:50:10Z</dcterms:created>
  <dcterms:modified xsi:type="dcterms:W3CDTF">2025-11-10T08:01:27Z</dcterms:modified>
</cp:coreProperties>
</file>